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27"/>
  </p:notesMasterIdLst>
  <p:sldIdLst>
    <p:sldId id="256" r:id="rId6"/>
    <p:sldId id="277" r:id="rId7"/>
    <p:sldId id="300" r:id="rId8"/>
    <p:sldId id="265" r:id="rId9"/>
    <p:sldId id="278" r:id="rId10"/>
    <p:sldId id="280" r:id="rId11"/>
    <p:sldId id="285" r:id="rId12"/>
    <p:sldId id="296" r:id="rId13"/>
    <p:sldId id="259" r:id="rId14"/>
    <p:sldId id="263" r:id="rId15"/>
    <p:sldId id="281" r:id="rId16"/>
    <p:sldId id="297" r:id="rId17"/>
    <p:sldId id="288" r:id="rId18"/>
    <p:sldId id="298" r:id="rId19"/>
    <p:sldId id="282" r:id="rId20"/>
    <p:sldId id="286" r:id="rId21"/>
    <p:sldId id="283" r:id="rId22"/>
    <p:sldId id="284" r:id="rId23"/>
    <p:sldId id="289" r:id="rId24"/>
    <p:sldId id="295" r:id="rId25"/>
    <p:sldId id="276" r:id="rId26"/>
  </p:sldIdLst>
  <p:sldSz cx="20104100" cy="11309350"/>
  <p:notesSz cx="20104100" cy="1130935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740" autoAdjust="0"/>
  </p:normalViewPr>
  <p:slideViewPr>
    <p:cSldViewPr>
      <p:cViewPr varScale="1">
        <p:scale>
          <a:sx n="35" d="100"/>
          <a:sy n="35" d="100"/>
        </p:scale>
        <p:origin x="126" y="19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ata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s>
</file>

<file path=ppt/diagrams/_rels/data5.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7.svg"/><Relationship Id="rId1" Type="http://schemas.openxmlformats.org/officeDocument/2006/relationships/image" Target="../media/image66.png"/><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s>
</file>

<file path=ppt/diagrams/_rels/drawing5.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7.svg"/><Relationship Id="rId1" Type="http://schemas.openxmlformats.org/officeDocument/2006/relationships/image" Target="../media/image66.png"/><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11681B-D800-4CB4-985B-8A9077639FB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A8FEBB8-D108-4559-BB3A-C5ACC6BE2F63}">
      <dgm:prSet custT="1"/>
      <dgm:spPr/>
      <dgm:t>
        <a:bodyPr/>
        <a:lstStyle/>
        <a:p>
          <a:r>
            <a:rPr lang="es-419" sz="3600" noProof="0" dirty="0"/>
            <a:t>AE es una práctica para alinear tecnología con los objetivos del negocio.</a:t>
          </a:r>
        </a:p>
      </dgm:t>
    </dgm:pt>
    <dgm:pt modelId="{1522D35B-6C76-4383-ABB0-EA6C2BD6912A}" type="parTrans" cxnId="{C4E5F86B-E5EA-473E-B195-F4AB925C49F0}">
      <dgm:prSet/>
      <dgm:spPr/>
      <dgm:t>
        <a:bodyPr/>
        <a:lstStyle/>
        <a:p>
          <a:endParaRPr lang="en-US"/>
        </a:p>
      </dgm:t>
    </dgm:pt>
    <dgm:pt modelId="{355F7EF3-8E45-413D-99CD-A7C91DAE4CFC}" type="sibTrans" cxnId="{C4E5F86B-E5EA-473E-B195-F4AB925C49F0}">
      <dgm:prSet/>
      <dgm:spPr/>
      <dgm:t>
        <a:bodyPr/>
        <a:lstStyle/>
        <a:p>
          <a:endParaRPr lang="en-US"/>
        </a:p>
      </dgm:t>
    </dgm:pt>
    <dgm:pt modelId="{97F278E5-7186-4A71-A983-39A8CB4CBED4}">
      <dgm:prSet custT="1"/>
      <dgm:spPr/>
      <dgm:t>
        <a:bodyPr/>
        <a:lstStyle/>
        <a:p>
          <a:r>
            <a:rPr lang="es-419" sz="3600" noProof="0" dirty="0"/>
            <a:t>Provee una visión integral de procesos, sistemas, datos e infraestructura.</a:t>
          </a:r>
        </a:p>
      </dgm:t>
    </dgm:pt>
    <dgm:pt modelId="{0172B378-917E-430D-9583-81C5EB7EA07E}" type="parTrans" cxnId="{81C207DC-2F15-49E7-AE63-3C903A67ACC4}">
      <dgm:prSet/>
      <dgm:spPr/>
      <dgm:t>
        <a:bodyPr/>
        <a:lstStyle/>
        <a:p>
          <a:endParaRPr lang="en-US"/>
        </a:p>
      </dgm:t>
    </dgm:pt>
    <dgm:pt modelId="{E388164F-53E1-48E7-BF7D-9AA01D79EACB}" type="sibTrans" cxnId="{81C207DC-2F15-49E7-AE63-3C903A67ACC4}">
      <dgm:prSet/>
      <dgm:spPr/>
      <dgm:t>
        <a:bodyPr/>
        <a:lstStyle/>
        <a:p>
          <a:endParaRPr lang="en-US"/>
        </a:p>
      </dgm:t>
    </dgm:pt>
    <dgm:pt modelId="{144325B9-2660-43D1-8319-5CAABF4AB1A2}" type="pres">
      <dgm:prSet presAssocID="{FA11681B-D800-4CB4-985B-8A9077639FB3}" presName="root" presStyleCnt="0">
        <dgm:presLayoutVars>
          <dgm:dir/>
          <dgm:resizeHandles val="exact"/>
        </dgm:presLayoutVars>
      </dgm:prSet>
      <dgm:spPr/>
    </dgm:pt>
    <dgm:pt modelId="{EF2B85E2-89CD-48B6-86AE-E912717D9E8E}" type="pres">
      <dgm:prSet presAssocID="{2A8FEBB8-D108-4559-BB3A-C5ACC6BE2F63}" presName="compNode" presStyleCnt="0"/>
      <dgm:spPr/>
    </dgm:pt>
    <dgm:pt modelId="{5C3295AF-80AC-4EAB-AB49-FC94D51F4B2C}" type="pres">
      <dgm:prSet presAssocID="{2A8FEBB8-D108-4559-BB3A-C5ACC6BE2F63}" presName="bgRect" presStyleLbl="bgShp" presStyleIdx="0" presStyleCnt="2"/>
      <dgm:spPr/>
    </dgm:pt>
    <dgm:pt modelId="{AA4E5E25-0041-4AF7-8B29-2DA7A4EA1C11}" type="pres">
      <dgm:prSet presAssocID="{2A8FEBB8-D108-4559-BB3A-C5ACC6BE2F6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na"/>
        </a:ext>
      </dgm:extLst>
    </dgm:pt>
    <dgm:pt modelId="{B74C4744-5290-4EA3-B70A-9B64213420D6}" type="pres">
      <dgm:prSet presAssocID="{2A8FEBB8-D108-4559-BB3A-C5ACC6BE2F63}" presName="spaceRect" presStyleCnt="0"/>
      <dgm:spPr/>
    </dgm:pt>
    <dgm:pt modelId="{5F18413E-0A85-4BAF-A688-250505B27E81}" type="pres">
      <dgm:prSet presAssocID="{2A8FEBB8-D108-4559-BB3A-C5ACC6BE2F63}" presName="parTx" presStyleLbl="revTx" presStyleIdx="0" presStyleCnt="2">
        <dgm:presLayoutVars>
          <dgm:chMax val="0"/>
          <dgm:chPref val="0"/>
        </dgm:presLayoutVars>
      </dgm:prSet>
      <dgm:spPr/>
    </dgm:pt>
    <dgm:pt modelId="{38E69926-8900-4E14-ABB9-50A3BC0B3445}" type="pres">
      <dgm:prSet presAssocID="{355F7EF3-8E45-413D-99CD-A7C91DAE4CFC}" presName="sibTrans" presStyleCnt="0"/>
      <dgm:spPr/>
    </dgm:pt>
    <dgm:pt modelId="{18A9255B-E35B-477B-BAD5-D02A5AC7F119}" type="pres">
      <dgm:prSet presAssocID="{97F278E5-7186-4A71-A983-39A8CB4CBED4}" presName="compNode" presStyleCnt="0"/>
      <dgm:spPr/>
    </dgm:pt>
    <dgm:pt modelId="{A6C8FA28-99EA-49A0-979D-90491416D192}" type="pres">
      <dgm:prSet presAssocID="{97F278E5-7186-4A71-A983-39A8CB4CBED4}" presName="bgRect" presStyleLbl="bgShp" presStyleIdx="1" presStyleCnt="2"/>
      <dgm:spPr/>
    </dgm:pt>
    <dgm:pt modelId="{41009DCF-52AC-49C3-A6A9-DA5E04ADDFB2}" type="pres">
      <dgm:prSet presAssocID="{97F278E5-7186-4A71-A983-39A8CB4CBED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ngranajes"/>
        </a:ext>
      </dgm:extLst>
    </dgm:pt>
    <dgm:pt modelId="{9A4F8978-38F6-42C9-9E6E-6D3EF8377E92}" type="pres">
      <dgm:prSet presAssocID="{97F278E5-7186-4A71-A983-39A8CB4CBED4}" presName="spaceRect" presStyleCnt="0"/>
      <dgm:spPr/>
    </dgm:pt>
    <dgm:pt modelId="{CED13989-0266-410E-B64A-BFDD5E07EDEC}" type="pres">
      <dgm:prSet presAssocID="{97F278E5-7186-4A71-A983-39A8CB4CBED4}" presName="parTx" presStyleLbl="revTx" presStyleIdx="1" presStyleCnt="2">
        <dgm:presLayoutVars>
          <dgm:chMax val="0"/>
          <dgm:chPref val="0"/>
        </dgm:presLayoutVars>
      </dgm:prSet>
      <dgm:spPr/>
    </dgm:pt>
  </dgm:ptLst>
  <dgm:cxnLst>
    <dgm:cxn modelId="{C4E5F86B-E5EA-473E-B195-F4AB925C49F0}" srcId="{FA11681B-D800-4CB4-985B-8A9077639FB3}" destId="{2A8FEBB8-D108-4559-BB3A-C5ACC6BE2F63}" srcOrd="0" destOrd="0" parTransId="{1522D35B-6C76-4383-ABB0-EA6C2BD6912A}" sibTransId="{355F7EF3-8E45-413D-99CD-A7C91DAE4CFC}"/>
    <dgm:cxn modelId="{882E0085-2659-45C4-A781-C231480601E5}" type="presOf" srcId="{FA11681B-D800-4CB4-985B-8A9077639FB3}" destId="{144325B9-2660-43D1-8319-5CAABF4AB1A2}" srcOrd="0" destOrd="0" presId="urn:microsoft.com/office/officeart/2018/2/layout/IconVerticalSolidList"/>
    <dgm:cxn modelId="{D9BCB8C1-D320-41D7-B57D-AA6256D7CC49}" type="presOf" srcId="{97F278E5-7186-4A71-A983-39A8CB4CBED4}" destId="{CED13989-0266-410E-B64A-BFDD5E07EDEC}" srcOrd="0" destOrd="0" presId="urn:microsoft.com/office/officeart/2018/2/layout/IconVerticalSolidList"/>
    <dgm:cxn modelId="{5697AFD6-9B1B-41CE-ACAE-6C97DC85C766}" type="presOf" srcId="{2A8FEBB8-D108-4559-BB3A-C5ACC6BE2F63}" destId="{5F18413E-0A85-4BAF-A688-250505B27E81}" srcOrd="0" destOrd="0" presId="urn:microsoft.com/office/officeart/2018/2/layout/IconVerticalSolidList"/>
    <dgm:cxn modelId="{81C207DC-2F15-49E7-AE63-3C903A67ACC4}" srcId="{FA11681B-D800-4CB4-985B-8A9077639FB3}" destId="{97F278E5-7186-4A71-A983-39A8CB4CBED4}" srcOrd="1" destOrd="0" parTransId="{0172B378-917E-430D-9583-81C5EB7EA07E}" sibTransId="{E388164F-53E1-48E7-BF7D-9AA01D79EACB}"/>
    <dgm:cxn modelId="{B6C9A58C-31B8-4E36-A1F7-65F12FD15F02}" type="presParOf" srcId="{144325B9-2660-43D1-8319-5CAABF4AB1A2}" destId="{EF2B85E2-89CD-48B6-86AE-E912717D9E8E}" srcOrd="0" destOrd="0" presId="urn:microsoft.com/office/officeart/2018/2/layout/IconVerticalSolidList"/>
    <dgm:cxn modelId="{513BDA98-D063-48F4-9FFF-1D8F7E272980}" type="presParOf" srcId="{EF2B85E2-89CD-48B6-86AE-E912717D9E8E}" destId="{5C3295AF-80AC-4EAB-AB49-FC94D51F4B2C}" srcOrd="0" destOrd="0" presId="urn:microsoft.com/office/officeart/2018/2/layout/IconVerticalSolidList"/>
    <dgm:cxn modelId="{4BD0DAF9-E3D6-4C08-9718-C256FBD65373}" type="presParOf" srcId="{EF2B85E2-89CD-48B6-86AE-E912717D9E8E}" destId="{AA4E5E25-0041-4AF7-8B29-2DA7A4EA1C11}" srcOrd="1" destOrd="0" presId="urn:microsoft.com/office/officeart/2018/2/layout/IconVerticalSolidList"/>
    <dgm:cxn modelId="{4190CF88-AB9F-4539-B193-13FC481EC044}" type="presParOf" srcId="{EF2B85E2-89CD-48B6-86AE-E912717D9E8E}" destId="{B74C4744-5290-4EA3-B70A-9B64213420D6}" srcOrd="2" destOrd="0" presId="urn:microsoft.com/office/officeart/2018/2/layout/IconVerticalSolidList"/>
    <dgm:cxn modelId="{8943D016-3E51-4861-8FB9-786D7CF528D7}" type="presParOf" srcId="{EF2B85E2-89CD-48B6-86AE-E912717D9E8E}" destId="{5F18413E-0A85-4BAF-A688-250505B27E81}" srcOrd="3" destOrd="0" presId="urn:microsoft.com/office/officeart/2018/2/layout/IconVerticalSolidList"/>
    <dgm:cxn modelId="{39CAAE3D-18CC-4847-8FF4-D3A6015FFE52}" type="presParOf" srcId="{144325B9-2660-43D1-8319-5CAABF4AB1A2}" destId="{38E69926-8900-4E14-ABB9-50A3BC0B3445}" srcOrd="1" destOrd="0" presId="urn:microsoft.com/office/officeart/2018/2/layout/IconVerticalSolidList"/>
    <dgm:cxn modelId="{F75BA94E-6DCC-48B5-8BFB-004D7C8E01A8}" type="presParOf" srcId="{144325B9-2660-43D1-8319-5CAABF4AB1A2}" destId="{18A9255B-E35B-477B-BAD5-D02A5AC7F119}" srcOrd="2" destOrd="0" presId="urn:microsoft.com/office/officeart/2018/2/layout/IconVerticalSolidList"/>
    <dgm:cxn modelId="{F52A53B1-7B30-4BD8-ACFA-B61A5754E413}" type="presParOf" srcId="{18A9255B-E35B-477B-BAD5-D02A5AC7F119}" destId="{A6C8FA28-99EA-49A0-979D-90491416D192}" srcOrd="0" destOrd="0" presId="urn:microsoft.com/office/officeart/2018/2/layout/IconVerticalSolidList"/>
    <dgm:cxn modelId="{52C704B1-ABC5-4C33-BB53-7A7B01B16063}" type="presParOf" srcId="{18A9255B-E35B-477B-BAD5-D02A5AC7F119}" destId="{41009DCF-52AC-49C3-A6A9-DA5E04ADDFB2}" srcOrd="1" destOrd="0" presId="urn:microsoft.com/office/officeart/2018/2/layout/IconVerticalSolidList"/>
    <dgm:cxn modelId="{0D48DE09-E991-4D24-8981-09EC275A4CC0}" type="presParOf" srcId="{18A9255B-E35B-477B-BAD5-D02A5AC7F119}" destId="{9A4F8978-38F6-42C9-9E6E-6D3EF8377E92}" srcOrd="2" destOrd="0" presId="urn:microsoft.com/office/officeart/2018/2/layout/IconVerticalSolidList"/>
    <dgm:cxn modelId="{58C68CAC-DF79-46DC-9B8F-FDD5B33ED06A}" type="presParOf" srcId="{18A9255B-E35B-477B-BAD5-D02A5AC7F119}" destId="{CED13989-0266-410E-B64A-BFDD5E07EDEC}" srcOrd="3" destOrd="0" presId="urn:microsoft.com/office/officeart/2018/2/layout/IconVerticalSoli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4AE0ED-2752-4415-9C6C-BB73D2B1389C}"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47F3E13-DAE3-4E14-8D76-5AE1B5F8D8F8}">
      <dgm:prSet custT="1"/>
      <dgm:spPr/>
      <dgm:t>
        <a:bodyPr/>
        <a:lstStyle/>
        <a:p>
          <a:pPr algn="ctr"/>
          <a:r>
            <a:rPr lang="es-419" sz="3600" noProof="0" dirty="0"/>
            <a:t>Mejora el alineamiento entre TI y negocio</a:t>
          </a:r>
        </a:p>
      </dgm:t>
    </dgm:pt>
    <dgm:pt modelId="{29AA4338-A66A-4B4B-97D8-0E59A3BFF3F0}" type="parTrans" cxnId="{99E82118-16B7-47BC-A42B-32CF72CCFB7B}">
      <dgm:prSet/>
      <dgm:spPr/>
      <dgm:t>
        <a:bodyPr/>
        <a:lstStyle/>
        <a:p>
          <a:endParaRPr lang="en-US"/>
        </a:p>
      </dgm:t>
    </dgm:pt>
    <dgm:pt modelId="{DFE6E289-D9EB-477D-95A0-341A12FCB211}" type="sibTrans" cxnId="{99E82118-16B7-47BC-A42B-32CF72CCFB7B}">
      <dgm:prSet/>
      <dgm:spPr/>
      <dgm:t>
        <a:bodyPr/>
        <a:lstStyle/>
        <a:p>
          <a:endParaRPr lang="en-US"/>
        </a:p>
      </dgm:t>
    </dgm:pt>
    <dgm:pt modelId="{121DD385-2F17-4159-AD7C-C0E4F4FAEDD3}">
      <dgm:prSet custT="1"/>
      <dgm:spPr/>
      <dgm:t>
        <a:bodyPr/>
        <a:lstStyle/>
        <a:p>
          <a:r>
            <a:rPr lang="es-419" sz="3600" noProof="0" dirty="0"/>
            <a:t>Optimiza recursos</a:t>
          </a:r>
        </a:p>
      </dgm:t>
    </dgm:pt>
    <dgm:pt modelId="{D660BBF9-AFA4-4395-8B7A-5980B04E7E30}" type="parTrans" cxnId="{284D87AF-2E65-4059-B660-0263E92B270A}">
      <dgm:prSet/>
      <dgm:spPr/>
      <dgm:t>
        <a:bodyPr/>
        <a:lstStyle/>
        <a:p>
          <a:endParaRPr lang="en-US"/>
        </a:p>
      </dgm:t>
    </dgm:pt>
    <dgm:pt modelId="{C508579F-3D97-4C61-98DA-03AFD95F14C1}" type="sibTrans" cxnId="{284D87AF-2E65-4059-B660-0263E92B270A}">
      <dgm:prSet/>
      <dgm:spPr/>
      <dgm:t>
        <a:bodyPr/>
        <a:lstStyle/>
        <a:p>
          <a:endParaRPr lang="en-US"/>
        </a:p>
      </dgm:t>
    </dgm:pt>
    <dgm:pt modelId="{5306E192-B395-47BC-8EB2-F5C99B6DB516}">
      <dgm:prSet custT="1"/>
      <dgm:spPr/>
      <dgm:t>
        <a:bodyPr/>
        <a:lstStyle/>
        <a:p>
          <a:r>
            <a:rPr lang="es-419" sz="3600" noProof="0" dirty="0"/>
            <a:t>Facilita la toma de decisiones estratégicas</a:t>
          </a:r>
        </a:p>
      </dgm:t>
    </dgm:pt>
    <dgm:pt modelId="{4AC3DE18-6195-4395-ADDE-9B837EDB172C}" type="parTrans" cxnId="{B9F9F791-538E-40F4-8F29-5DB20A765674}">
      <dgm:prSet/>
      <dgm:spPr/>
      <dgm:t>
        <a:bodyPr/>
        <a:lstStyle/>
        <a:p>
          <a:endParaRPr lang="en-US"/>
        </a:p>
      </dgm:t>
    </dgm:pt>
    <dgm:pt modelId="{0D6FB385-6D0A-4A22-B519-06CF78773526}" type="sibTrans" cxnId="{B9F9F791-538E-40F4-8F29-5DB20A765674}">
      <dgm:prSet/>
      <dgm:spPr/>
      <dgm:t>
        <a:bodyPr/>
        <a:lstStyle/>
        <a:p>
          <a:endParaRPr lang="en-US"/>
        </a:p>
      </dgm:t>
    </dgm:pt>
    <dgm:pt modelId="{73168FC0-2EE8-46C5-94D6-FB2FCF731800}">
      <dgm:prSet custT="1"/>
      <dgm:spPr/>
      <dgm:t>
        <a:bodyPr/>
        <a:lstStyle/>
        <a:p>
          <a:r>
            <a:rPr lang="es-419" sz="3600" noProof="0" dirty="0"/>
            <a:t>Mejora la interoperabilidad y eficiencia</a:t>
          </a:r>
        </a:p>
      </dgm:t>
    </dgm:pt>
    <dgm:pt modelId="{27938B75-10AD-4198-A3A7-054B9D811ABA}" type="parTrans" cxnId="{C9894169-81C8-46DB-8B38-DAAEC88271B7}">
      <dgm:prSet/>
      <dgm:spPr/>
      <dgm:t>
        <a:bodyPr/>
        <a:lstStyle/>
        <a:p>
          <a:endParaRPr lang="en-US"/>
        </a:p>
      </dgm:t>
    </dgm:pt>
    <dgm:pt modelId="{3F67B623-FFEC-4C11-8146-8A0F2E6D603B}" type="sibTrans" cxnId="{C9894169-81C8-46DB-8B38-DAAEC88271B7}">
      <dgm:prSet/>
      <dgm:spPr/>
      <dgm:t>
        <a:bodyPr/>
        <a:lstStyle/>
        <a:p>
          <a:endParaRPr lang="en-US"/>
        </a:p>
      </dgm:t>
    </dgm:pt>
    <dgm:pt modelId="{DF3E4CCD-3CD6-4DE3-AFA1-DEC99C370776}" type="pres">
      <dgm:prSet presAssocID="{EF4AE0ED-2752-4415-9C6C-BB73D2B1389C}" presName="root" presStyleCnt="0">
        <dgm:presLayoutVars>
          <dgm:dir/>
          <dgm:resizeHandles val="exact"/>
        </dgm:presLayoutVars>
      </dgm:prSet>
      <dgm:spPr/>
    </dgm:pt>
    <dgm:pt modelId="{3669C3BC-E110-4776-97B1-7BD9172220FB}" type="pres">
      <dgm:prSet presAssocID="{747F3E13-DAE3-4E14-8D76-5AE1B5F8D8F8}" presName="compNode" presStyleCnt="0"/>
      <dgm:spPr/>
    </dgm:pt>
    <dgm:pt modelId="{57D1792E-878D-48FC-9C31-DDCE1E16236D}" type="pres">
      <dgm:prSet presAssocID="{747F3E13-DAE3-4E14-8D76-5AE1B5F8D8F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2D9B25BD-0E7C-4825-BD0C-E8DDB88AF46B}" type="pres">
      <dgm:prSet presAssocID="{747F3E13-DAE3-4E14-8D76-5AE1B5F8D8F8}" presName="spaceRect" presStyleCnt="0"/>
      <dgm:spPr/>
    </dgm:pt>
    <dgm:pt modelId="{C0C55258-29A5-4D66-8AA3-0C357295FBE9}" type="pres">
      <dgm:prSet presAssocID="{747F3E13-DAE3-4E14-8D76-5AE1B5F8D8F8}" presName="textRect" presStyleLbl="revTx" presStyleIdx="0" presStyleCnt="4">
        <dgm:presLayoutVars>
          <dgm:chMax val="1"/>
          <dgm:chPref val="1"/>
        </dgm:presLayoutVars>
      </dgm:prSet>
      <dgm:spPr/>
    </dgm:pt>
    <dgm:pt modelId="{0AD9363A-4720-4866-BF8B-538D8D79A8DF}" type="pres">
      <dgm:prSet presAssocID="{DFE6E289-D9EB-477D-95A0-341A12FCB211}" presName="sibTrans" presStyleCnt="0"/>
      <dgm:spPr/>
    </dgm:pt>
    <dgm:pt modelId="{7D101957-6953-4E5A-8279-461D89105DE1}" type="pres">
      <dgm:prSet presAssocID="{121DD385-2F17-4159-AD7C-C0E4F4FAEDD3}" presName="compNode" presStyleCnt="0"/>
      <dgm:spPr/>
    </dgm:pt>
    <dgm:pt modelId="{01411487-2E52-4DFB-B601-A4D3DFB6659C}" type="pres">
      <dgm:prSet presAssocID="{121DD385-2F17-4159-AD7C-C0E4F4FAEDD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ngranajes"/>
        </a:ext>
      </dgm:extLst>
    </dgm:pt>
    <dgm:pt modelId="{8046641C-37C2-4A09-A403-20BC0118E984}" type="pres">
      <dgm:prSet presAssocID="{121DD385-2F17-4159-AD7C-C0E4F4FAEDD3}" presName="spaceRect" presStyleCnt="0"/>
      <dgm:spPr/>
    </dgm:pt>
    <dgm:pt modelId="{4A8735D0-F180-4701-8A74-109C6F1DD34B}" type="pres">
      <dgm:prSet presAssocID="{121DD385-2F17-4159-AD7C-C0E4F4FAEDD3}" presName="textRect" presStyleLbl="revTx" presStyleIdx="1" presStyleCnt="4">
        <dgm:presLayoutVars>
          <dgm:chMax val="1"/>
          <dgm:chPref val="1"/>
        </dgm:presLayoutVars>
      </dgm:prSet>
      <dgm:spPr/>
    </dgm:pt>
    <dgm:pt modelId="{0B1575F9-CBF0-46F5-8164-96605E10C087}" type="pres">
      <dgm:prSet presAssocID="{C508579F-3D97-4C61-98DA-03AFD95F14C1}" presName="sibTrans" presStyleCnt="0"/>
      <dgm:spPr/>
    </dgm:pt>
    <dgm:pt modelId="{918E07B1-449A-4EF5-8B05-BA6DD9CE48FC}" type="pres">
      <dgm:prSet presAssocID="{5306E192-B395-47BC-8EB2-F5C99B6DB516}" presName="compNode" presStyleCnt="0"/>
      <dgm:spPr/>
    </dgm:pt>
    <dgm:pt modelId="{3DF926FE-F029-4586-AC7B-9620E956F2BE}" type="pres">
      <dgm:prSet presAssocID="{5306E192-B395-47BC-8EB2-F5C99B6DB51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FF3E5051-5980-41FF-BC9B-3007367A0E97}" type="pres">
      <dgm:prSet presAssocID="{5306E192-B395-47BC-8EB2-F5C99B6DB516}" presName="spaceRect" presStyleCnt="0"/>
      <dgm:spPr/>
    </dgm:pt>
    <dgm:pt modelId="{F5619732-5100-4043-947F-64485C96E0B9}" type="pres">
      <dgm:prSet presAssocID="{5306E192-B395-47BC-8EB2-F5C99B6DB516}" presName="textRect" presStyleLbl="revTx" presStyleIdx="2" presStyleCnt="4">
        <dgm:presLayoutVars>
          <dgm:chMax val="1"/>
          <dgm:chPref val="1"/>
        </dgm:presLayoutVars>
      </dgm:prSet>
      <dgm:spPr/>
    </dgm:pt>
    <dgm:pt modelId="{BB5DFE28-6573-44F2-8DE0-5E2B681C52C5}" type="pres">
      <dgm:prSet presAssocID="{0D6FB385-6D0A-4A22-B519-06CF78773526}" presName="sibTrans" presStyleCnt="0"/>
      <dgm:spPr/>
    </dgm:pt>
    <dgm:pt modelId="{68A55AB0-8ACB-4369-A5CF-115CC8268B03}" type="pres">
      <dgm:prSet presAssocID="{73168FC0-2EE8-46C5-94D6-FB2FCF731800}" presName="compNode" presStyleCnt="0"/>
      <dgm:spPr/>
    </dgm:pt>
    <dgm:pt modelId="{90C1DEFA-2B62-47FE-B06F-2F8A21A15AA2}" type="pres">
      <dgm:prSet presAssocID="{73168FC0-2EE8-46C5-94D6-FB2FCF73180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wnward trend"/>
        </a:ext>
      </dgm:extLst>
    </dgm:pt>
    <dgm:pt modelId="{719A95EF-BDAD-4FA1-8038-E981043A3989}" type="pres">
      <dgm:prSet presAssocID="{73168FC0-2EE8-46C5-94D6-FB2FCF731800}" presName="spaceRect" presStyleCnt="0"/>
      <dgm:spPr/>
    </dgm:pt>
    <dgm:pt modelId="{D9F2169D-6F7F-4DFE-BDE4-D489A67E956B}" type="pres">
      <dgm:prSet presAssocID="{73168FC0-2EE8-46C5-94D6-FB2FCF731800}" presName="textRect" presStyleLbl="revTx" presStyleIdx="3" presStyleCnt="4">
        <dgm:presLayoutVars>
          <dgm:chMax val="1"/>
          <dgm:chPref val="1"/>
        </dgm:presLayoutVars>
      </dgm:prSet>
      <dgm:spPr/>
    </dgm:pt>
  </dgm:ptLst>
  <dgm:cxnLst>
    <dgm:cxn modelId="{0A73C211-760F-49D9-A803-6F5C4A347FD3}" type="presOf" srcId="{5306E192-B395-47BC-8EB2-F5C99B6DB516}" destId="{F5619732-5100-4043-947F-64485C96E0B9}" srcOrd="0" destOrd="0" presId="urn:microsoft.com/office/officeart/2018/2/layout/IconLabelList"/>
    <dgm:cxn modelId="{99E82118-16B7-47BC-A42B-32CF72CCFB7B}" srcId="{EF4AE0ED-2752-4415-9C6C-BB73D2B1389C}" destId="{747F3E13-DAE3-4E14-8D76-5AE1B5F8D8F8}" srcOrd="0" destOrd="0" parTransId="{29AA4338-A66A-4B4B-97D8-0E59A3BFF3F0}" sibTransId="{DFE6E289-D9EB-477D-95A0-341A12FCB211}"/>
    <dgm:cxn modelId="{C9894169-81C8-46DB-8B38-DAAEC88271B7}" srcId="{EF4AE0ED-2752-4415-9C6C-BB73D2B1389C}" destId="{73168FC0-2EE8-46C5-94D6-FB2FCF731800}" srcOrd="3" destOrd="0" parTransId="{27938B75-10AD-4198-A3A7-054B9D811ABA}" sibTransId="{3F67B623-FFEC-4C11-8146-8A0F2E6D603B}"/>
    <dgm:cxn modelId="{830CD576-4357-4512-8294-1CBE5544F9CE}" type="presOf" srcId="{73168FC0-2EE8-46C5-94D6-FB2FCF731800}" destId="{D9F2169D-6F7F-4DFE-BDE4-D489A67E956B}" srcOrd="0" destOrd="0" presId="urn:microsoft.com/office/officeart/2018/2/layout/IconLabelList"/>
    <dgm:cxn modelId="{B9F9F791-538E-40F4-8F29-5DB20A765674}" srcId="{EF4AE0ED-2752-4415-9C6C-BB73D2B1389C}" destId="{5306E192-B395-47BC-8EB2-F5C99B6DB516}" srcOrd="2" destOrd="0" parTransId="{4AC3DE18-6195-4395-ADDE-9B837EDB172C}" sibTransId="{0D6FB385-6D0A-4A22-B519-06CF78773526}"/>
    <dgm:cxn modelId="{22306798-B907-480A-AC32-A727F6E68992}" type="presOf" srcId="{747F3E13-DAE3-4E14-8D76-5AE1B5F8D8F8}" destId="{C0C55258-29A5-4D66-8AA3-0C357295FBE9}" srcOrd="0" destOrd="0" presId="urn:microsoft.com/office/officeart/2018/2/layout/IconLabelList"/>
    <dgm:cxn modelId="{ECEEAD9B-67BD-4942-8A23-103F23A575A4}" type="presOf" srcId="{121DD385-2F17-4159-AD7C-C0E4F4FAEDD3}" destId="{4A8735D0-F180-4701-8A74-109C6F1DD34B}" srcOrd="0" destOrd="0" presId="urn:microsoft.com/office/officeart/2018/2/layout/IconLabelList"/>
    <dgm:cxn modelId="{284D87AF-2E65-4059-B660-0263E92B270A}" srcId="{EF4AE0ED-2752-4415-9C6C-BB73D2B1389C}" destId="{121DD385-2F17-4159-AD7C-C0E4F4FAEDD3}" srcOrd="1" destOrd="0" parTransId="{D660BBF9-AFA4-4395-8B7A-5980B04E7E30}" sibTransId="{C508579F-3D97-4C61-98DA-03AFD95F14C1}"/>
    <dgm:cxn modelId="{BD4069C8-1CD1-46C2-8593-166323AA3899}" type="presOf" srcId="{EF4AE0ED-2752-4415-9C6C-BB73D2B1389C}" destId="{DF3E4CCD-3CD6-4DE3-AFA1-DEC99C370776}" srcOrd="0" destOrd="0" presId="urn:microsoft.com/office/officeart/2018/2/layout/IconLabelList"/>
    <dgm:cxn modelId="{E3A3B72B-ADB1-4723-B274-E18D3E83E44D}" type="presParOf" srcId="{DF3E4CCD-3CD6-4DE3-AFA1-DEC99C370776}" destId="{3669C3BC-E110-4776-97B1-7BD9172220FB}" srcOrd="0" destOrd="0" presId="urn:microsoft.com/office/officeart/2018/2/layout/IconLabelList"/>
    <dgm:cxn modelId="{0BE819E6-CE11-40FA-97AB-A773F443ECB4}" type="presParOf" srcId="{3669C3BC-E110-4776-97B1-7BD9172220FB}" destId="{57D1792E-878D-48FC-9C31-DDCE1E16236D}" srcOrd="0" destOrd="0" presId="urn:microsoft.com/office/officeart/2018/2/layout/IconLabelList"/>
    <dgm:cxn modelId="{3C5AB113-7113-4400-96EF-98544F74F8F1}" type="presParOf" srcId="{3669C3BC-E110-4776-97B1-7BD9172220FB}" destId="{2D9B25BD-0E7C-4825-BD0C-E8DDB88AF46B}" srcOrd="1" destOrd="0" presId="urn:microsoft.com/office/officeart/2018/2/layout/IconLabelList"/>
    <dgm:cxn modelId="{64451C4D-4091-4148-8AC1-37BE58CB7ABD}" type="presParOf" srcId="{3669C3BC-E110-4776-97B1-7BD9172220FB}" destId="{C0C55258-29A5-4D66-8AA3-0C357295FBE9}" srcOrd="2" destOrd="0" presId="urn:microsoft.com/office/officeart/2018/2/layout/IconLabelList"/>
    <dgm:cxn modelId="{A2C57CC7-59E6-4CBE-820A-929B0FB2F682}" type="presParOf" srcId="{DF3E4CCD-3CD6-4DE3-AFA1-DEC99C370776}" destId="{0AD9363A-4720-4866-BF8B-538D8D79A8DF}" srcOrd="1" destOrd="0" presId="urn:microsoft.com/office/officeart/2018/2/layout/IconLabelList"/>
    <dgm:cxn modelId="{B2A5EE45-4F16-4AE8-AB3A-5803C2E42FAA}" type="presParOf" srcId="{DF3E4CCD-3CD6-4DE3-AFA1-DEC99C370776}" destId="{7D101957-6953-4E5A-8279-461D89105DE1}" srcOrd="2" destOrd="0" presId="urn:microsoft.com/office/officeart/2018/2/layout/IconLabelList"/>
    <dgm:cxn modelId="{26A64991-45BD-4507-AE1D-2B3A1AE4BEE9}" type="presParOf" srcId="{7D101957-6953-4E5A-8279-461D89105DE1}" destId="{01411487-2E52-4DFB-B601-A4D3DFB6659C}" srcOrd="0" destOrd="0" presId="urn:microsoft.com/office/officeart/2018/2/layout/IconLabelList"/>
    <dgm:cxn modelId="{548FD460-F992-432D-BB59-D962A5D1FF9A}" type="presParOf" srcId="{7D101957-6953-4E5A-8279-461D89105DE1}" destId="{8046641C-37C2-4A09-A403-20BC0118E984}" srcOrd="1" destOrd="0" presId="urn:microsoft.com/office/officeart/2018/2/layout/IconLabelList"/>
    <dgm:cxn modelId="{75A9CD51-48D9-47EB-98CA-DFC132DC66B4}" type="presParOf" srcId="{7D101957-6953-4E5A-8279-461D89105DE1}" destId="{4A8735D0-F180-4701-8A74-109C6F1DD34B}" srcOrd="2" destOrd="0" presId="urn:microsoft.com/office/officeart/2018/2/layout/IconLabelList"/>
    <dgm:cxn modelId="{8798E916-041E-4F8D-B1C4-33197D16C74B}" type="presParOf" srcId="{DF3E4CCD-3CD6-4DE3-AFA1-DEC99C370776}" destId="{0B1575F9-CBF0-46F5-8164-96605E10C087}" srcOrd="3" destOrd="0" presId="urn:microsoft.com/office/officeart/2018/2/layout/IconLabelList"/>
    <dgm:cxn modelId="{CEA0A28E-879B-47A5-9D71-E38425308329}" type="presParOf" srcId="{DF3E4CCD-3CD6-4DE3-AFA1-DEC99C370776}" destId="{918E07B1-449A-4EF5-8B05-BA6DD9CE48FC}" srcOrd="4" destOrd="0" presId="urn:microsoft.com/office/officeart/2018/2/layout/IconLabelList"/>
    <dgm:cxn modelId="{1CA44361-F7E9-4E58-B965-50C9EE629385}" type="presParOf" srcId="{918E07B1-449A-4EF5-8B05-BA6DD9CE48FC}" destId="{3DF926FE-F029-4586-AC7B-9620E956F2BE}" srcOrd="0" destOrd="0" presId="urn:microsoft.com/office/officeart/2018/2/layout/IconLabelList"/>
    <dgm:cxn modelId="{05121253-680F-4785-BFBE-BF039E599815}" type="presParOf" srcId="{918E07B1-449A-4EF5-8B05-BA6DD9CE48FC}" destId="{FF3E5051-5980-41FF-BC9B-3007367A0E97}" srcOrd="1" destOrd="0" presId="urn:microsoft.com/office/officeart/2018/2/layout/IconLabelList"/>
    <dgm:cxn modelId="{8CD967B1-1196-4CAD-B12C-BC12B63EAAC9}" type="presParOf" srcId="{918E07B1-449A-4EF5-8B05-BA6DD9CE48FC}" destId="{F5619732-5100-4043-947F-64485C96E0B9}" srcOrd="2" destOrd="0" presId="urn:microsoft.com/office/officeart/2018/2/layout/IconLabelList"/>
    <dgm:cxn modelId="{C871B8EC-209F-4DF8-811B-B270CA409C01}" type="presParOf" srcId="{DF3E4CCD-3CD6-4DE3-AFA1-DEC99C370776}" destId="{BB5DFE28-6573-44F2-8DE0-5E2B681C52C5}" srcOrd="5" destOrd="0" presId="urn:microsoft.com/office/officeart/2018/2/layout/IconLabelList"/>
    <dgm:cxn modelId="{75C0D2FC-F90F-4F8C-B24D-B644F1777A05}" type="presParOf" srcId="{DF3E4CCD-3CD6-4DE3-AFA1-DEC99C370776}" destId="{68A55AB0-8ACB-4369-A5CF-115CC8268B03}" srcOrd="6" destOrd="0" presId="urn:microsoft.com/office/officeart/2018/2/layout/IconLabelList"/>
    <dgm:cxn modelId="{A7DA8AD6-A706-47C1-AA6A-E5BB33C54740}" type="presParOf" srcId="{68A55AB0-8ACB-4369-A5CF-115CC8268B03}" destId="{90C1DEFA-2B62-47FE-B06F-2F8A21A15AA2}" srcOrd="0" destOrd="0" presId="urn:microsoft.com/office/officeart/2018/2/layout/IconLabelList"/>
    <dgm:cxn modelId="{0C8DE184-8A0A-43E5-B112-007A52C7F09A}" type="presParOf" srcId="{68A55AB0-8ACB-4369-A5CF-115CC8268B03}" destId="{719A95EF-BDAD-4FA1-8038-E981043A3989}" srcOrd="1" destOrd="0" presId="urn:microsoft.com/office/officeart/2018/2/layout/IconLabelList"/>
    <dgm:cxn modelId="{62520084-A5F5-4799-BC36-522A9EB66A38}" type="presParOf" srcId="{68A55AB0-8ACB-4369-A5CF-115CC8268B03}" destId="{D9F2169D-6F7F-4DFE-BDE4-D489A67E956B}" srcOrd="2" destOrd="0" presId="urn:microsoft.com/office/officeart/2018/2/layout/Icon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D7FD8C-EA91-4A21-AE76-EDC040FFBA05}"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75EE3221-1FA8-4FEB-ACE1-FC6FA7C7B96E}">
      <dgm:prSet/>
      <dgm:spPr/>
      <dgm:t>
        <a:bodyPr/>
        <a:lstStyle/>
        <a:p>
          <a:r>
            <a:rPr lang="es-419" b="1" noProof="0" dirty="0"/>
            <a:t>TOGAF</a:t>
          </a:r>
        </a:p>
        <a:p>
          <a:r>
            <a:rPr lang="es-419" noProof="0" dirty="0"/>
            <a:t>Marco abierto y adaptable</a:t>
          </a:r>
        </a:p>
      </dgm:t>
    </dgm:pt>
    <dgm:pt modelId="{F8B7B63B-3139-4B19-9B3F-EF552F6793A0}" type="parTrans" cxnId="{16ED9289-50E1-4C65-9A08-E0C0120E615D}">
      <dgm:prSet/>
      <dgm:spPr/>
      <dgm:t>
        <a:bodyPr/>
        <a:lstStyle/>
        <a:p>
          <a:endParaRPr lang="en-US"/>
        </a:p>
      </dgm:t>
    </dgm:pt>
    <dgm:pt modelId="{B4301683-72A0-432D-BC6D-7841F8708A2D}" type="sibTrans" cxnId="{16ED9289-50E1-4C65-9A08-E0C0120E615D}">
      <dgm:prSet/>
      <dgm:spPr/>
      <dgm:t>
        <a:bodyPr/>
        <a:lstStyle/>
        <a:p>
          <a:endParaRPr lang="en-US"/>
        </a:p>
      </dgm:t>
    </dgm:pt>
    <dgm:pt modelId="{DA6E592D-13F5-411B-929C-35704BAA04A6}">
      <dgm:prSet/>
      <dgm:spPr/>
      <dgm:t>
        <a:bodyPr/>
        <a:lstStyle/>
        <a:p>
          <a:r>
            <a:rPr lang="es-419" b="1" noProof="0" dirty="0"/>
            <a:t>Zachman</a:t>
          </a:r>
        </a:p>
        <a:p>
          <a:r>
            <a:rPr lang="es-419" noProof="0" dirty="0"/>
            <a:t>Marco estructural por roles y preguntas</a:t>
          </a:r>
        </a:p>
      </dgm:t>
    </dgm:pt>
    <dgm:pt modelId="{F5223877-EE72-4998-953D-D34ED608B2A4}" type="parTrans" cxnId="{C3E08B21-0C1D-4B44-A05E-AAEDE348ED8C}">
      <dgm:prSet/>
      <dgm:spPr/>
      <dgm:t>
        <a:bodyPr/>
        <a:lstStyle/>
        <a:p>
          <a:endParaRPr lang="en-US"/>
        </a:p>
      </dgm:t>
    </dgm:pt>
    <dgm:pt modelId="{AAE5757D-164B-4807-A5FA-EF33F9C38D76}" type="sibTrans" cxnId="{C3E08B21-0C1D-4B44-A05E-AAEDE348ED8C}">
      <dgm:prSet/>
      <dgm:spPr/>
      <dgm:t>
        <a:bodyPr/>
        <a:lstStyle/>
        <a:p>
          <a:endParaRPr lang="en-US"/>
        </a:p>
      </dgm:t>
    </dgm:pt>
    <dgm:pt modelId="{3DF2949C-6050-410D-AB8D-7303D5E963B4}">
      <dgm:prSet/>
      <dgm:spPr/>
      <dgm:t>
        <a:bodyPr/>
        <a:lstStyle/>
        <a:p>
          <a:r>
            <a:rPr lang="es-419" b="1" noProof="0" dirty="0" err="1"/>
            <a:t>ArchiMate</a:t>
          </a:r>
          <a:endParaRPr lang="es-419" b="1" noProof="0" dirty="0"/>
        </a:p>
        <a:p>
          <a:r>
            <a:rPr lang="es-419" noProof="0" dirty="0"/>
            <a:t>Lenguaje visual estandarizado para AE</a:t>
          </a:r>
        </a:p>
      </dgm:t>
    </dgm:pt>
    <dgm:pt modelId="{B2D856CB-7D71-4241-B322-1F2598EFE898}" type="parTrans" cxnId="{517EBE1A-856A-4980-A855-4F3B0D136503}">
      <dgm:prSet/>
      <dgm:spPr/>
      <dgm:t>
        <a:bodyPr/>
        <a:lstStyle/>
        <a:p>
          <a:endParaRPr lang="en-US"/>
        </a:p>
      </dgm:t>
    </dgm:pt>
    <dgm:pt modelId="{D307A0DC-BC8F-4CAE-96C4-6AC11F0565F7}" type="sibTrans" cxnId="{517EBE1A-856A-4980-A855-4F3B0D136503}">
      <dgm:prSet/>
      <dgm:spPr/>
      <dgm:t>
        <a:bodyPr/>
        <a:lstStyle/>
        <a:p>
          <a:endParaRPr lang="en-US"/>
        </a:p>
      </dgm:t>
    </dgm:pt>
    <dgm:pt modelId="{500F3472-BEA7-4E4D-BA8A-60946BECB7F1}" type="pres">
      <dgm:prSet presAssocID="{C1D7FD8C-EA91-4A21-AE76-EDC040FFBA05}" presName="hierChild1" presStyleCnt="0">
        <dgm:presLayoutVars>
          <dgm:chPref val="1"/>
          <dgm:dir/>
          <dgm:animOne val="branch"/>
          <dgm:animLvl val="lvl"/>
          <dgm:resizeHandles/>
        </dgm:presLayoutVars>
      </dgm:prSet>
      <dgm:spPr/>
    </dgm:pt>
    <dgm:pt modelId="{19D2E945-141D-49E0-BB16-98EB89D30B50}" type="pres">
      <dgm:prSet presAssocID="{75EE3221-1FA8-4FEB-ACE1-FC6FA7C7B96E}" presName="hierRoot1" presStyleCnt="0"/>
      <dgm:spPr/>
    </dgm:pt>
    <dgm:pt modelId="{719B3F19-DE09-409E-A3CF-27EF7385338E}" type="pres">
      <dgm:prSet presAssocID="{75EE3221-1FA8-4FEB-ACE1-FC6FA7C7B96E}" presName="composite" presStyleCnt="0"/>
      <dgm:spPr/>
    </dgm:pt>
    <dgm:pt modelId="{50AB201A-B629-4065-8258-F9B95B00D3EB}" type="pres">
      <dgm:prSet presAssocID="{75EE3221-1FA8-4FEB-ACE1-FC6FA7C7B96E}" presName="background" presStyleLbl="node0" presStyleIdx="0" presStyleCnt="3"/>
      <dgm:spPr/>
    </dgm:pt>
    <dgm:pt modelId="{3150E8E3-9D4E-413A-A444-9E84B929A8D7}" type="pres">
      <dgm:prSet presAssocID="{75EE3221-1FA8-4FEB-ACE1-FC6FA7C7B96E}" presName="text" presStyleLbl="fgAcc0" presStyleIdx="0" presStyleCnt="3">
        <dgm:presLayoutVars>
          <dgm:chPref val="3"/>
        </dgm:presLayoutVars>
      </dgm:prSet>
      <dgm:spPr/>
    </dgm:pt>
    <dgm:pt modelId="{D22D68CA-F835-413C-A41F-DC2A682C2E0A}" type="pres">
      <dgm:prSet presAssocID="{75EE3221-1FA8-4FEB-ACE1-FC6FA7C7B96E}" presName="hierChild2" presStyleCnt="0"/>
      <dgm:spPr/>
    </dgm:pt>
    <dgm:pt modelId="{A79C3698-D99F-4B72-98CB-7F2A745C6CDF}" type="pres">
      <dgm:prSet presAssocID="{DA6E592D-13F5-411B-929C-35704BAA04A6}" presName="hierRoot1" presStyleCnt="0"/>
      <dgm:spPr/>
    </dgm:pt>
    <dgm:pt modelId="{D1870D32-1AF4-4472-AB8D-6DC802153D27}" type="pres">
      <dgm:prSet presAssocID="{DA6E592D-13F5-411B-929C-35704BAA04A6}" presName="composite" presStyleCnt="0"/>
      <dgm:spPr/>
    </dgm:pt>
    <dgm:pt modelId="{01539E3D-3857-4081-BAAC-6B558838B52C}" type="pres">
      <dgm:prSet presAssocID="{DA6E592D-13F5-411B-929C-35704BAA04A6}" presName="background" presStyleLbl="node0" presStyleIdx="1" presStyleCnt="3"/>
      <dgm:spPr/>
    </dgm:pt>
    <dgm:pt modelId="{942A3ED9-DF1B-4A51-B392-7F79C135D387}" type="pres">
      <dgm:prSet presAssocID="{DA6E592D-13F5-411B-929C-35704BAA04A6}" presName="text" presStyleLbl="fgAcc0" presStyleIdx="1" presStyleCnt="3">
        <dgm:presLayoutVars>
          <dgm:chPref val="3"/>
        </dgm:presLayoutVars>
      </dgm:prSet>
      <dgm:spPr/>
    </dgm:pt>
    <dgm:pt modelId="{E66436E6-A363-4AE4-BA76-7F26A0EDF3AA}" type="pres">
      <dgm:prSet presAssocID="{DA6E592D-13F5-411B-929C-35704BAA04A6}" presName="hierChild2" presStyleCnt="0"/>
      <dgm:spPr/>
    </dgm:pt>
    <dgm:pt modelId="{6B4FF43D-3F97-471B-B812-BAFCA05CB344}" type="pres">
      <dgm:prSet presAssocID="{3DF2949C-6050-410D-AB8D-7303D5E963B4}" presName="hierRoot1" presStyleCnt="0"/>
      <dgm:spPr/>
    </dgm:pt>
    <dgm:pt modelId="{E080C01E-D346-40C0-B5E5-2A44315D731D}" type="pres">
      <dgm:prSet presAssocID="{3DF2949C-6050-410D-AB8D-7303D5E963B4}" presName="composite" presStyleCnt="0"/>
      <dgm:spPr/>
    </dgm:pt>
    <dgm:pt modelId="{297CECA1-B0C3-45E7-BFEF-6416B5A29F2D}" type="pres">
      <dgm:prSet presAssocID="{3DF2949C-6050-410D-AB8D-7303D5E963B4}" presName="background" presStyleLbl="node0" presStyleIdx="2" presStyleCnt="3"/>
      <dgm:spPr/>
    </dgm:pt>
    <dgm:pt modelId="{8BF43AC8-19FC-447D-8949-5036EF6F4C48}" type="pres">
      <dgm:prSet presAssocID="{3DF2949C-6050-410D-AB8D-7303D5E963B4}" presName="text" presStyleLbl="fgAcc0" presStyleIdx="2" presStyleCnt="3">
        <dgm:presLayoutVars>
          <dgm:chPref val="3"/>
        </dgm:presLayoutVars>
      </dgm:prSet>
      <dgm:spPr/>
    </dgm:pt>
    <dgm:pt modelId="{E11D2623-EDED-4D47-B749-13205B3CC40D}" type="pres">
      <dgm:prSet presAssocID="{3DF2949C-6050-410D-AB8D-7303D5E963B4}" presName="hierChild2" presStyleCnt="0"/>
      <dgm:spPr/>
    </dgm:pt>
  </dgm:ptLst>
  <dgm:cxnLst>
    <dgm:cxn modelId="{8B836003-3E8D-40F4-8F58-531DBD4353E5}" type="presOf" srcId="{C1D7FD8C-EA91-4A21-AE76-EDC040FFBA05}" destId="{500F3472-BEA7-4E4D-BA8A-60946BECB7F1}" srcOrd="0" destOrd="0" presId="urn:microsoft.com/office/officeart/2005/8/layout/hierarchy1"/>
    <dgm:cxn modelId="{59E39305-108D-4830-BCE8-B9953E274B9B}" type="presOf" srcId="{75EE3221-1FA8-4FEB-ACE1-FC6FA7C7B96E}" destId="{3150E8E3-9D4E-413A-A444-9E84B929A8D7}" srcOrd="0" destOrd="0" presId="urn:microsoft.com/office/officeart/2005/8/layout/hierarchy1"/>
    <dgm:cxn modelId="{517EBE1A-856A-4980-A855-4F3B0D136503}" srcId="{C1D7FD8C-EA91-4A21-AE76-EDC040FFBA05}" destId="{3DF2949C-6050-410D-AB8D-7303D5E963B4}" srcOrd="2" destOrd="0" parTransId="{B2D856CB-7D71-4241-B322-1F2598EFE898}" sibTransId="{D307A0DC-BC8F-4CAE-96C4-6AC11F0565F7}"/>
    <dgm:cxn modelId="{C3E08B21-0C1D-4B44-A05E-AAEDE348ED8C}" srcId="{C1D7FD8C-EA91-4A21-AE76-EDC040FFBA05}" destId="{DA6E592D-13F5-411B-929C-35704BAA04A6}" srcOrd="1" destOrd="0" parTransId="{F5223877-EE72-4998-953D-D34ED608B2A4}" sibTransId="{AAE5757D-164B-4807-A5FA-EF33F9C38D76}"/>
    <dgm:cxn modelId="{16ED9289-50E1-4C65-9A08-E0C0120E615D}" srcId="{C1D7FD8C-EA91-4A21-AE76-EDC040FFBA05}" destId="{75EE3221-1FA8-4FEB-ACE1-FC6FA7C7B96E}" srcOrd="0" destOrd="0" parTransId="{F8B7B63B-3139-4B19-9B3F-EF552F6793A0}" sibTransId="{B4301683-72A0-432D-BC6D-7841F8708A2D}"/>
    <dgm:cxn modelId="{32C2C7CF-4502-4683-AD37-C64C1AAEC7DC}" type="presOf" srcId="{DA6E592D-13F5-411B-929C-35704BAA04A6}" destId="{942A3ED9-DF1B-4A51-B392-7F79C135D387}" srcOrd="0" destOrd="0" presId="urn:microsoft.com/office/officeart/2005/8/layout/hierarchy1"/>
    <dgm:cxn modelId="{B5D7C3F6-0B52-47EE-88B4-6B514B6DE161}" type="presOf" srcId="{3DF2949C-6050-410D-AB8D-7303D5E963B4}" destId="{8BF43AC8-19FC-447D-8949-5036EF6F4C48}" srcOrd="0" destOrd="0" presId="urn:microsoft.com/office/officeart/2005/8/layout/hierarchy1"/>
    <dgm:cxn modelId="{DFC91586-16DF-49ED-AB07-F8B27F69DF93}" type="presParOf" srcId="{500F3472-BEA7-4E4D-BA8A-60946BECB7F1}" destId="{19D2E945-141D-49E0-BB16-98EB89D30B50}" srcOrd="0" destOrd="0" presId="urn:microsoft.com/office/officeart/2005/8/layout/hierarchy1"/>
    <dgm:cxn modelId="{C62D3814-6E2B-4309-9957-B88A80B81E84}" type="presParOf" srcId="{19D2E945-141D-49E0-BB16-98EB89D30B50}" destId="{719B3F19-DE09-409E-A3CF-27EF7385338E}" srcOrd="0" destOrd="0" presId="urn:microsoft.com/office/officeart/2005/8/layout/hierarchy1"/>
    <dgm:cxn modelId="{B26503BB-8B3B-4B84-8011-DBE17428E679}" type="presParOf" srcId="{719B3F19-DE09-409E-A3CF-27EF7385338E}" destId="{50AB201A-B629-4065-8258-F9B95B00D3EB}" srcOrd="0" destOrd="0" presId="urn:microsoft.com/office/officeart/2005/8/layout/hierarchy1"/>
    <dgm:cxn modelId="{4F26D9E3-84AA-495C-A132-E2644A12A640}" type="presParOf" srcId="{719B3F19-DE09-409E-A3CF-27EF7385338E}" destId="{3150E8E3-9D4E-413A-A444-9E84B929A8D7}" srcOrd="1" destOrd="0" presId="urn:microsoft.com/office/officeart/2005/8/layout/hierarchy1"/>
    <dgm:cxn modelId="{FEE96AB2-443F-4EF4-A9FE-7AD532D652A3}" type="presParOf" srcId="{19D2E945-141D-49E0-BB16-98EB89D30B50}" destId="{D22D68CA-F835-413C-A41F-DC2A682C2E0A}" srcOrd="1" destOrd="0" presId="urn:microsoft.com/office/officeart/2005/8/layout/hierarchy1"/>
    <dgm:cxn modelId="{58F00608-63B3-47DC-8083-02F642D979D4}" type="presParOf" srcId="{500F3472-BEA7-4E4D-BA8A-60946BECB7F1}" destId="{A79C3698-D99F-4B72-98CB-7F2A745C6CDF}" srcOrd="1" destOrd="0" presId="urn:microsoft.com/office/officeart/2005/8/layout/hierarchy1"/>
    <dgm:cxn modelId="{0270442A-A7ED-4DFD-8AA7-B80DBF691F2D}" type="presParOf" srcId="{A79C3698-D99F-4B72-98CB-7F2A745C6CDF}" destId="{D1870D32-1AF4-4472-AB8D-6DC802153D27}" srcOrd="0" destOrd="0" presId="urn:microsoft.com/office/officeart/2005/8/layout/hierarchy1"/>
    <dgm:cxn modelId="{5013749E-3700-437A-A2B6-A40065911A44}" type="presParOf" srcId="{D1870D32-1AF4-4472-AB8D-6DC802153D27}" destId="{01539E3D-3857-4081-BAAC-6B558838B52C}" srcOrd="0" destOrd="0" presId="urn:microsoft.com/office/officeart/2005/8/layout/hierarchy1"/>
    <dgm:cxn modelId="{48A0DD4B-D40A-4B0F-BE64-578CB7FC4F96}" type="presParOf" srcId="{D1870D32-1AF4-4472-AB8D-6DC802153D27}" destId="{942A3ED9-DF1B-4A51-B392-7F79C135D387}" srcOrd="1" destOrd="0" presId="urn:microsoft.com/office/officeart/2005/8/layout/hierarchy1"/>
    <dgm:cxn modelId="{5C702313-2E0C-4981-B860-D7AE78818F16}" type="presParOf" srcId="{A79C3698-D99F-4B72-98CB-7F2A745C6CDF}" destId="{E66436E6-A363-4AE4-BA76-7F26A0EDF3AA}" srcOrd="1" destOrd="0" presId="urn:microsoft.com/office/officeart/2005/8/layout/hierarchy1"/>
    <dgm:cxn modelId="{33F503C9-97F1-4AD8-9208-1D5DD833B508}" type="presParOf" srcId="{500F3472-BEA7-4E4D-BA8A-60946BECB7F1}" destId="{6B4FF43D-3F97-471B-B812-BAFCA05CB344}" srcOrd="2" destOrd="0" presId="urn:microsoft.com/office/officeart/2005/8/layout/hierarchy1"/>
    <dgm:cxn modelId="{DED05B3B-ED35-4007-8BFD-445685C5B5EC}" type="presParOf" srcId="{6B4FF43D-3F97-471B-B812-BAFCA05CB344}" destId="{E080C01E-D346-40C0-B5E5-2A44315D731D}" srcOrd="0" destOrd="0" presId="urn:microsoft.com/office/officeart/2005/8/layout/hierarchy1"/>
    <dgm:cxn modelId="{A0E19375-FDA2-4457-A2D4-8A45F66BD111}" type="presParOf" srcId="{E080C01E-D346-40C0-B5E5-2A44315D731D}" destId="{297CECA1-B0C3-45E7-BFEF-6416B5A29F2D}" srcOrd="0" destOrd="0" presId="urn:microsoft.com/office/officeart/2005/8/layout/hierarchy1"/>
    <dgm:cxn modelId="{B4C3E5E8-F0C9-4B9F-8747-562333C27CE2}" type="presParOf" srcId="{E080C01E-D346-40C0-B5E5-2A44315D731D}" destId="{8BF43AC8-19FC-447D-8949-5036EF6F4C48}" srcOrd="1" destOrd="0" presId="urn:microsoft.com/office/officeart/2005/8/layout/hierarchy1"/>
    <dgm:cxn modelId="{2685604A-A015-4335-BABF-FCEF53F713FF}" type="presParOf" srcId="{6B4FF43D-3F97-471B-B812-BAFCA05CB344}" destId="{E11D2623-EDED-4D47-B749-13205B3CC40D}" srcOrd="1" destOrd="0" presId="urn:microsoft.com/office/officeart/2005/8/layout/hierarchy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18045D-ED67-4050-AA55-14E06428AB62}"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3AE70A7-2E3C-4168-BF79-1B2147811C41}">
      <dgm:prSet custT="1"/>
      <dgm:spPr/>
      <dgm:t>
        <a:bodyPr/>
        <a:lstStyle/>
        <a:p>
          <a:r>
            <a:rPr lang="es-419" sz="3200" noProof="0" dirty="0"/>
            <a:t>ADM: </a:t>
          </a:r>
          <a:r>
            <a:rPr lang="es-419" sz="3200" noProof="0" dirty="0" err="1"/>
            <a:t>Architecture</a:t>
          </a:r>
          <a:r>
            <a:rPr lang="es-419" sz="3200" noProof="0" dirty="0"/>
            <a:t> </a:t>
          </a:r>
          <a:r>
            <a:rPr lang="es-419" sz="3200" noProof="0" dirty="0" err="1"/>
            <a:t>Development</a:t>
          </a:r>
          <a:r>
            <a:rPr lang="es-419" sz="3200" noProof="0" dirty="0"/>
            <a:t> </a:t>
          </a:r>
          <a:r>
            <a:rPr lang="es-419" sz="3200" noProof="0" dirty="0" err="1"/>
            <a:t>Method</a:t>
          </a:r>
          <a:endParaRPr lang="es-419" sz="3200" noProof="0" dirty="0"/>
        </a:p>
      </dgm:t>
    </dgm:pt>
    <dgm:pt modelId="{814A6BE6-FC7A-46BF-A01E-AC58B6BD7289}" type="parTrans" cxnId="{9714493A-6A5C-4D57-9152-7D6ED336874D}">
      <dgm:prSet/>
      <dgm:spPr/>
      <dgm:t>
        <a:bodyPr/>
        <a:lstStyle/>
        <a:p>
          <a:endParaRPr lang="en-US"/>
        </a:p>
      </dgm:t>
    </dgm:pt>
    <dgm:pt modelId="{7DA2D9EF-AE47-4BC6-AEDB-85806814FDBC}" type="sibTrans" cxnId="{9714493A-6A5C-4D57-9152-7D6ED336874D}">
      <dgm:prSet/>
      <dgm:spPr/>
      <dgm:t>
        <a:bodyPr/>
        <a:lstStyle/>
        <a:p>
          <a:endParaRPr lang="en-US"/>
        </a:p>
      </dgm:t>
    </dgm:pt>
    <dgm:pt modelId="{4E05D53C-F98D-4942-A0FC-70FF72F9CE79}">
      <dgm:prSet custT="1"/>
      <dgm:spPr/>
      <dgm:t>
        <a:bodyPr/>
        <a:lstStyle/>
        <a:p>
          <a:r>
            <a:rPr lang="es-419" sz="3600" noProof="0" dirty="0"/>
            <a:t>Fases: desde visión hasta implementación</a:t>
          </a:r>
        </a:p>
      </dgm:t>
    </dgm:pt>
    <dgm:pt modelId="{848EFE3C-422A-419C-862B-C2803E723D5F}" type="parTrans" cxnId="{6B67F8B0-067A-41EA-A984-56E9DF3E8F29}">
      <dgm:prSet/>
      <dgm:spPr/>
      <dgm:t>
        <a:bodyPr/>
        <a:lstStyle/>
        <a:p>
          <a:endParaRPr lang="en-US"/>
        </a:p>
      </dgm:t>
    </dgm:pt>
    <dgm:pt modelId="{FC9927D1-6427-402E-A82C-A205D278A386}" type="sibTrans" cxnId="{6B67F8B0-067A-41EA-A984-56E9DF3E8F29}">
      <dgm:prSet/>
      <dgm:spPr/>
      <dgm:t>
        <a:bodyPr/>
        <a:lstStyle/>
        <a:p>
          <a:endParaRPr lang="en-US"/>
        </a:p>
      </dgm:t>
    </dgm:pt>
    <dgm:pt modelId="{6AE2E475-3365-4041-9BDB-6942CBF2B97B}">
      <dgm:prSet/>
      <dgm:spPr/>
      <dgm:t>
        <a:bodyPr/>
        <a:lstStyle/>
        <a:p>
          <a:r>
            <a:rPr lang="es-419" noProof="0" dirty="0"/>
            <a:t>Vistas: negocio, aplicaciones, datos, tecnología</a:t>
          </a:r>
        </a:p>
      </dgm:t>
    </dgm:pt>
    <dgm:pt modelId="{007346E5-6D46-420F-ADA3-7AB49892A27C}" type="parTrans" cxnId="{3720DF3B-93CC-47FD-8294-4C3696E40811}">
      <dgm:prSet/>
      <dgm:spPr/>
      <dgm:t>
        <a:bodyPr/>
        <a:lstStyle/>
        <a:p>
          <a:endParaRPr lang="en-US"/>
        </a:p>
      </dgm:t>
    </dgm:pt>
    <dgm:pt modelId="{1F01E7FB-564C-4227-9611-838B8C98CE6D}" type="sibTrans" cxnId="{3720DF3B-93CC-47FD-8294-4C3696E40811}">
      <dgm:prSet/>
      <dgm:spPr/>
      <dgm:t>
        <a:bodyPr/>
        <a:lstStyle/>
        <a:p>
          <a:endParaRPr lang="en-US"/>
        </a:p>
      </dgm:t>
    </dgm:pt>
    <dgm:pt modelId="{707E6D23-1502-48EA-9D2D-62E7F53A561B}" type="pres">
      <dgm:prSet presAssocID="{C218045D-ED67-4050-AA55-14E06428AB62}" presName="root" presStyleCnt="0">
        <dgm:presLayoutVars>
          <dgm:dir/>
          <dgm:resizeHandles val="exact"/>
        </dgm:presLayoutVars>
      </dgm:prSet>
      <dgm:spPr/>
    </dgm:pt>
    <dgm:pt modelId="{BD5628CD-2195-4338-95DC-3C799FB4E1C7}" type="pres">
      <dgm:prSet presAssocID="{D3AE70A7-2E3C-4168-BF79-1B2147811C41}" presName="compNode" presStyleCnt="0"/>
      <dgm:spPr/>
    </dgm:pt>
    <dgm:pt modelId="{443F18DC-2AF1-4400-955E-32F59B6AC632}" type="pres">
      <dgm:prSet presAssocID="{D3AE70A7-2E3C-4168-BF79-1B2147811C4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art Phone"/>
        </a:ext>
      </dgm:extLst>
    </dgm:pt>
    <dgm:pt modelId="{4512C715-474F-4071-A993-A5F90A868997}" type="pres">
      <dgm:prSet presAssocID="{D3AE70A7-2E3C-4168-BF79-1B2147811C41}" presName="spaceRect" presStyleCnt="0"/>
      <dgm:spPr/>
    </dgm:pt>
    <dgm:pt modelId="{41E1B503-F9FB-4DDD-A24D-1518864F189E}" type="pres">
      <dgm:prSet presAssocID="{D3AE70A7-2E3C-4168-BF79-1B2147811C41}" presName="textRect" presStyleLbl="revTx" presStyleIdx="0" presStyleCnt="3">
        <dgm:presLayoutVars>
          <dgm:chMax val="1"/>
          <dgm:chPref val="1"/>
        </dgm:presLayoutVars>
      </dgm:prSet>
      <dgm:spPr/>
    </dgm:pt>
    <dgm:pt modelId="{ACE322E4-7AF9-40A2-B29D-69AE37FE1C9D}" type="pres">
      <dgm:prSet presAssocID="{7DA2D9EF-AE47-4BC6-AEDB-85806814FDBC}" presName="sibTrans" presStyleCnt="0"/>
      <dgm:spPr/>
    </dgm:pt>
    <dgm:pt modelId="{1E164FD6-8ACD-4872-A6F0-8BDE64BA2AF8}" type="pres">
      <dgm:prSet presAssocID="{4E05D53C-F98D-4942-A0FC-70FF72F9CE79}" presName="compNode" presStyleCnt="0"/>
      <dgm:spPr/>
    </dgm:pt>
    <dgm:pt modelId="{82CDA162-0850-426B-A69C-78C1A2A880D8}" type="pres">
      <dgm:prSet presAssocID="{4E05D53C-F98D-4942-A0FC-70FF72F9CE7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rrow Circle"/>
        </a:ext>
      </dgm:extLst>
    </dgm:pt>
    <dgm:pt modelId="{24B5BD57-4D95-40BE-811E-2C76D1C304DB}" type="pres">
      <dgm:prSet presAssocID="{4E05D53C-F98D-4942-A0FC-70FF72F9CE79}" presName="spaceRect" presStyleCnt="0"/>
      <dgm:spPr/>
    </dgm:pt>
    <dgm:pt modelId="{DAA20271-0406-4901-A25E-230FB7A53E4F}" type="pres">
      <dgm:prSet presAssocID="{4E05D53C-F98D-4942-A0FC-70FF72F9CE79}" presName="textRect" presStyleLbl="revTx" presStyleIdx="1" presStyleCnt="3">
        <dgm:presLayoutVars>
          <dgm:chMax val="1"/>
          <dgm:chPref val="1"/>
        </dgm:presLayoutVars>
      </dgm:prSet>
      <dgm:spPr/>
    </dgm:pt>
    <dgm:pt modelId="{7BFC0C26-B630-467D-A5D3-EE95E9E7D27E}" type="pres">
      <dgm:prSet presAssocID="{FC9927D1-6427-402E-A82C-A205D278A386}" presName="sibTrans" presStyleCnt="0"/>
      <dgm:spPr/>
    </dgm:pt>
    <dgm:pt modelId="{C2D34A54-5F4D-4A44-8B0E-345AB2B6BEDC}" type="pres">
      <dgm:prSet presAssocID="{6AE2E475-3365-4041-9BDB-6942CBF2B97B}" presName="compNode" presStyleCnt="0"/>
      <dgm:spPr/>
    </dgm:pt>
    <dgm:pt modelId="{9A7D83E3-7758-4579-B896-927DEE3557CB}" type="pres">
      <dgm:prSet presAssocID="{6AE2E475-3365-4041-9BDB-6942CBF2B97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levisión"/>
        </a:ext>
      </dgm:extLst>
    </dgm:pt>
    <dgm:pt modelId="{112766CD-907D-476B-AF10-D472C546EAB4}" type="pres">
      <dgm:prSet presAssocID="{6AE2E475-3365-4041-9BDB-6942CBF2B97B}" presName="spaceRect" presStyleCnt="0"/>
      <dgm:spPr/>
    </dgm:pt>
    <dgm:pt modelId="{1A7936CB-DA99-46F6-93D6-619F9F43B036}" type="pres">
      <dgm:prSet presAssocID="{6AE2E475-3365-4041-9BDB-6942CBF2B97B}" presName="textRect" presStyleLbl="revTx" presStyleIdx="2" presStyleCnt="3">
        <dgm:presLayoutVars>
          <dgm:chMax val="1"/>
          <dgm:chPref val="1"/>
        </dgm:presLayoutVars>
      </dgm:prSet>
      <dgm:spPr/>
    </dgm:pt>
  </dgm:ptLst>
  <dgm:cxnLst>
    <dgm:cxn modelId="{09E06C03-CA35-4BD8-8E20-1F79ED04A2C7}" type="presOf" srcId="{4E05D53C-F98D-4942-A0FC-70FF72F9CE79}" destId="{DAA20271-0406-4901-A25E-230FB7A53E4F}" srcOrd="0" destOrd="0" presId="urn:microsoft.com/office/officeart/2018/2/layout/IconLabelList"/>
    <dgm:cxn modelId="{C9D0E82F-AE92-45D0-B1D9-C5E1404FCE83}" type="presOf" srcId="{D3AE70A7-2E3C-4168-BF79-1B2147811C41}" destId="{41E1B503-F9FB-4DDD-A24D-1518864F189E}" srcOrd="0" destOrd="0" presId="urn:microsoft.com/office/officeart/2018/2/layout/IconLabelList"/>
    <dgm:cxn modelId="{9714493A-6A5C-4D57-9152-7D6ED336874D}" srcId="{C218045D-ED67-4050-AA55-14E06428AB62}" destId="{D3AE70A7-2E3C-4168-BF79-1B2147811C41}" srcOrd="0" destOrd="0" parTransId="{814A6BE6-FC7A-46BF-A01E-AC58B6BD7289}" sibTransId="{7DA2D9EF-AE47-4BC6-AEDB-85806814FDBC}"/>
    <dgm:cxn modelId="{3720DF3B-93CC-47FD-8294-4C3696E40811}" srcId="{C218045D-ED67-4050-AA55-14E06428AB62}" destId="{6AE2E475-3365-4041-9BDB-6942CBF2B97B}" srcOrd="2" destOrd="0" parTransId="{007346E5-6D46-420F-ADA3-7AB49892A27C}" sibTransId="{1F01E7FB-564C-4227-9611-838B8C98CE6D}"/>
    <dgm:cxn modelId="{511B8A56-7825-44F8-A2D4-C261F53E0D94}" type="presOf" srcId="{6AE2E475-3365-4041-9BDB-6942CBF2B97B}" destId="{1A7936CB-DA99-46F6-93D6-619F9F43B036}" srcOrd="0" destOrd="0" presId="urn:microsoft.com/office/officeart/2018/2/layout/IconLabelList"/>
    <dgm:cxn modelId="{6B67F8B0-067A-41EA-A984-56E9DF3E8F29}" srcId="{C218045D-ED67-4050-AA55-14E06428AB62}" destId="{4E05D53C-F98D-4942-A0FC-70FF72F9CE79}" srcOrd="1" destOrd="0" parTransId="{848EFE3C-422A-419C-862B-C2803E723D5F}" sibTransId="{FC9927D1-6427-402E-A82C-A205D278A386}"/>
    <dgm:cxn modelId="{7DA1DAD3-73BC-487F-BAF5-592AA0D42E89}" type="presOf" srcId="{C218045D-ED67-4050-AA55-14E06428AB62}" destId="{707E6D23-1502-48EA-9D2D-62E7F53A561B}" srcOrd="0" destOrd="0" presId="urn:microsoft.com/office/officeart/2018/2/layout/IconLabelList"/>
    <dgm:cxn modelId="{3A0B84C2-017B-4E0E-9A13-C276C7070695}" type="presParOf" srcId="{707E6D23-1502-48EA-9D2D-62E7F53A561B}" destId="{BD5628CD-2195-4338-95DC-3C799FB4E1C7}" srcOrd="0" destOrd="0" presId="urn:microsoft.com/office/officeart/2018/2/layout/IconLabelList"/>
    <dgm:cxn modelId="{56C15A3B-5CCF-4988-9D62-8B3379DC89F2}" type="presParOf" srcId="{BD5628CD-2195-4338-95DC-3C799FB4E1C7}" destId="{443F18DC-2AF1-4400-955E-32F59B6AC632}" srcOrd="0" destOrd="0" presId="urn:microsoft.com/office/officeart/2018/2/layout/IconLabelList"/>
    <dgm:cxn modelId="{9492B6E3-DDA5-426E-8032-E40D7FEB80D1}" type="presParOf" srcId="{BD5628CD-2195-4338-95DC-3C799FB4E1C7}" destId="{4512C715-474F-4071-A993-A5F90A868997}" srcOrd="1" destOrd="0" presId="urn:microsoft.com/office/officeart/2018/2/layout/IconLabelList"/>
    <dgm:cxn modelId="{F061F14C-9387-4317-BD9E-7716C3E94870}" type="presParOf" srcId="{BD5628CD-2195-4338-95DC-3C799FB4E1C7}" destId="{41E1B503-F9FB-4DDD-A24D-1518864F189E}" srcOrd="2" destOrd="0" presId="urn:microsoft.com/office/officeart/2018/2/layout/IconLabelList"/>
    <dgm:cxn modelId="{9739A354-EB4C-4A6F-96AE-FE015DCE02B0}" type="presParOf" srcId="{707E6D23-1502-48EA-9D2D-62E7F53A561B}" destId="{ACE322E4-7AF9-40A2-B29D-69AE37FE1C9D}" srcOrd="1" destOrd="0" presId="urn:microsoft.com/office/officeart/2018/2/layout/IconLabelList"/>
    <dgm:cxn modelId="{6EA52726-0AF8-43D4-A317-27D3E0E6A380}" type="presParOf" srcId="{707E6D23-1502-48EA-9D2D-62E7F53A561B}" destId="{1E164FD6-8ACD-4872-A6F0-8BDE64BA2AF8}" srcOrd="2" destOrd="0" presId="urn:microsoft.com/office/officeart/2018/2/layout/IconLabelList"/>
    <dgm:cxn modelId="{FEED0DF9-F1D8-480C-81D4-BD42518CB04C}" type="presParOf" srcId="{1E164FD6-8ACD-4872-A6F0-8BDE64BA2AF8}" destId="{82CDA162-0850-426B-A69C-78C1A2A880D8}" srcOrd="0" destOrd="0" presId="urn:microsoft.com/office/officeart/2018/2/layout/IconLabelList"/>
    <dgm:cxn modelId="{C447F12D-2660-4A93-B023-0423C6C17049}" type="presParOf" srcId="{1E164FD6-8ACD-4872-A6F0-8BDE64BA2AF8}" destId="{24B5BD57-4D95-40BE-811E-2C76D1C304DB}" srcOrd="1" destOrd="0" presId="urn:microsoft.com/office/officeart/2018/2/layout/IconLabelList"/>
    <dgm:cxn modelId="{BF873794-3824-4EC5-B954-B957D83424D1}" type="presParOf" srcId="{1E164FD6-8ACD-4872-A6F0-8BDE64BA2AF8}" destId="{DAA20271-0406-4901-A25E-230FB7A53E4F}" srcOrd="2" destOrd="0" presId="urn:microsoft.com/office/officeart/2018/2/layout/IconLabelList"/>
    <dgm:cxn modelId="{59283CC8-6DAD-42FC-B63F-F8CEA2E4FEAE}" type="presParOf" srcId="{707E6D23-1502-48EA-9D2D-62E7F53A561B}" destId="{7BFC0C26-B630-467D-A5D3-EE95E9E7D27E}" srcOrd="3" destOrd="0" presId="urn:microsoft.com/office/officeart/2018/2/layout/IconLabelList"/>
    <dgm:cxn modelId="{EFF19C75-544D-4B1E-8BB1-00721869D003}" type="presParOf" srcId="{707E6D23-1502-48EA-9D2D-62E7F53A561B}" destId="{C2D34A54-5F4D-4A44-8B0E-345AB2B6BEDC}" srcOrd="4" destOrd="0" presId="urn:microsoft.com/office/officeart/2018/2/layout/IconLabelList"/>
    <dgm:cxn modelId="{6784BA61-9ECB-4DEB-8AEA-2D3C559EA177}" type="presParOf" srcId="{C2D34A54-5F4D-4A44-8B0E-345AB2B6BEDC}" destId="{9A7D83E3-7758-4579-B896-927DEE3557CB}" srcOrd="0" destOrd="0" presId="urn:microsoft.com/office/officeart/2018/2/layout/IconLabelList"/>
    <dgm:cxn modelId="{03E9094A-F0ED-45CF-8C75-6C3301B55007}" type="presParOf" srcId="{C2D34A54-5F4D-4A44-8B0E-345AB2B6BEDC}" destId="{112766CD-907D-476B-AF10-D472C546EAB4}" srcOrd="1" destOrd="0" presId="urn:microsoft.com/office/officeart/2018/2/layout/IconLabelList"/>
    <dgm:cxn modelId="{27CD78E7-B560-495B-9238-00DE0F5184E2}" type="presParOf" srcId="{C2D34A54-5F4D-4A44-8B0E-345AB2B6BEDC}" destId="{1A7936CB-DA99-46F6-93D6-619F9F43B036}" srcOrd="2" destOrd="0" presId="urn:microsoft.com/office/officeart/2018/2/layout/IconLabel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A72DF2D-5AB6-4FC9-9D34-17F6DED3BC9B}"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802143A3-1F14-4F8D-A40F-8348C5966E28}">
      <dgm:prSet custT="1"/>
      <dgm:spPr/>
      <dgm:t>
        <a:bodyPr/>
        <a:lstStyle/>
        <a:p>
          <a:r>
            <a:rPr lang="es-419" sz="3600" noProof="0" dirty="0"/>
            <a:t>Vistas arquitectónicas</a:t>
          </a:r>
        </a:p>
      </dgm:t>
    </dgm:pt>
    <dgm:pt modelId="{0EBE5F64-E25A-41D9-9B1E-27EA017966E1}" type="parTrans" cxnId="{F8FCDA4E-ABD6-4820-A304-E3B778580B47}">
      <dgm:prSet/>
      <dgm:spPr/>
      <dgm:t>
        <a:bodyPr/>
        <a:lstStyle/>
        <a:p>
          <a:endParaRPr lang="en-US"/>
        </a:p>
      </dgm:t>
    </dgm:pt>
    <dgm:pt modelId="{70FB7FA0-621F-42C0-837B-8EB68D82D0A6}" type="sibTrans" cxnId="{F8FCDA4E-ABD6-4820-A304-E3B778580B47}">
      <dgm:prSet/>
      <dgm:spPr/>
      <dgm:t>
        <a:bodyPr/>
        <a:lstStyle/>
        <a:p>
          <a:endParaRPr lang="en-US"/>
        </a:p>
      </dgm:t>
    </dgm:pt>
    <dgm:pt modelId="{1D39434C-9D40-487E-9D73-CBA3DF243108}">
      <dgm:prSet custT="1"/>
      <dgm:spPr/>
      <dgm:t>
        <a:bodyPr/>
        <a:lstStyle/>
        <a:p>
          <a:r>
            <a:rPr lang="es-419" sz="3600" noProof="0" dirty="0"/>
            <a:t>Catálogos de aplicaciones y procesos</a:t>
          </a:r>
        </a:p>
      </dgm:t>
    </dgm:pt>
    <dgm:pt modelId="{89E454D0-5B9C-4B52-9DD1-E7EA5667418A}" type="parTrans" cxnId="{26A125B2-C6B6-4378-B514-8E32971B9615}">
      <dgm:prSet/>
      <dgm:spPr/>
      <dgm:t>
        <a:bodyPr/>
        <a:lstStyle/>
        <a:p>
          <a:endParaRPr lang="en-US"/>
        </a:p>
      </dgm:t>
    </dgm:pt>
    <dgm:pt modelId="{DF4B3FC7-2C4F-461E-9448-87A3C69F7FC5}" type="sibTrans" cxnId="{26A125B2-C6B6-4378-B514-8E32971B9615}">
      <dgm:prSet/>
      <dgm:spPr/>
      <dgm:t>
        <a:bodyPr/>
        <a:lstStyle/>
        <a:p>
          <a:endParaRPr lang="en-US"/>
        </a:p>
      </dgm:t>
    </dgm:pt>
    <dgm:pt modelId="{31284271-3664-42E1-A302-178A5653EE50}">
      <dgm:prSet/>
      <dgm:spPr/>
      <dgm:t>
        <a:bodyPr/>
        <a:lstStyle/>
        <a:p>
          <a:r>
            <a:rPr lang="es-419" noProof="0" dirty="0"/>
            <a:t>Matrices de relación</a:t>
          </a:r>
        </a:p>
      </dgm:t>
    </dgm:pt>
    <dgm:pt modelId="{4256738A-C21D-4510-8CC2-320D4A9D7FEE}" type="parTrans" cxnId="{760B8D09-6C11-41C6-AC09-20FC690A50AF}">
      <dgm:prSet/>
      <dgm:spPr/>
      <dgm:t>
        <a:bodyPr/>
        <a:lstStyle/>
        <a:p>
          <a:endParaRPr lang="en-US"/>
        </a:p>
      </dgm:t>
    </dgm:pt>
    <dgm:pt modelId="{A884485B-D59A-4A10-BD60-E73FF3AEBC0A}" type="sibTrans" cxnId="{760B8D09-6C11-41C6-AC09-20FC690A50AF}">
      <dgm:prSet/>
      <dgm:spPr/>
      <dgm:t>
        <a:bodyPr/>
        <a:lstStyle/>
        <a:p>
          <a:endParaRPr lang="en-US"/>
        </a:p>
      </dgm:t>
    </dgm:pt>
    <dgm:pt modelId="{69D060D5-E9D8-4F64-AC41-8BF284EAF63C}">
      <dgm:prSet custT="1"/>
      <dgm:spPr/>
      <dgm:t>
        <a:bodyPr/>
        <a:lstStyle/>
        <a:p>
          <a:r>
            <a:rPr lang="es-419" sz="3600" noProof="0" dirty="0"/>
            <a:t>Diagramas de flujo y modelo de sistemas</a:t>
          </a:r>
        </a:p>
      </dgm:t>
    </dgm:pt>
    <dgm:pt modelId="{671E0ACD-45AB-4D28-9A72-24FB271D7DFB}" type="parTrans" cxnId="{D1BAAC17-7F06-4177-813B-63D895D175AE}">
      <dgm:prSet/>
      <dgm:spPr/>
      <dgm:t>
        <a:bodyPr/>
        <a:lstStyle/>
        <a:p>
          <a:endParaRPr lang="en-US"/>
        </a:p>
      </dgm:t>
    </dgm:pt>
    <dgm:pt modelId="{2153D99A-A86C-4854-9785-3CDFFC9E6C23}" type="sibTrans" cxnId="{D1BAAC17-7F06-4177-813B-63D895D175AE}">
      <dgm:prSet/>
      <dgm:spPr/>
      <dgm:t>
        <a:bodyPr/>
        <a:lstStyle/>
        <a:p>
          <a:endParaRPr lang="en-US"/>
        </a:p>
      </dgm:t>
    </dgm:pt>
    <dgm:pt modelId="{0D8A7814-A4D4-45F3-BBE6-D6A0E30733AF}" type="pres">
      <dgm:prSet presAssocID="{9A72DF2D-5AB6-4FC9-9D34-17F6DED3BC9B}" presName="root" presStyleCnt="0">
        <dgm:presLayoutVars>
          <dgm:dir/>
          <dgm:resizeHandles val="exact"/>
        </dgm:presLayoutVars>
      </dgm:prSet>
      <dgm:spPr/>
    </dgm:pt>
    <dgm:pt modelId="{71EA3488-9DED-4152-BE29-DACBF8F61C63}" type="pres">
      <dgm:prSet presAssocID="{802143A3-1F14-4F8D-A40F-8348C5966E28}" presName="compNode" presStyleCnt="0"/>
      <dgm:spPr/>
    </dgm:pt>
    <dgm:pt modelId="{E9D3CF12-BF7B-428D-9BD1-EB7DB720EB59}" type="pres">
      <dgm:prSet presAssocID="{802143A3-1F14-4F8D-A40F-8348C5966E2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jo"/>
        </a:ext>
      </dgm:extLst>
    </dgm:pt>
    <dgm:pt modelId="{4B30FB18-6BE9-410A-890F-748993ED832E}" type="pres">
      <dgm:prSet presAssocID="{802143A3-1F14-4F8D-A40F-8348C5966E28}" presName="spaceRect" presStyleCnt="0"/>
      <dgm:spPr/>
    </dgm:pt>
    <dgm:pt modelId="{C307DDD9-842C-4D47-8A12-9F830192970E}" type="pres">
      <dgm:prSet presAssocID="{802143A3-1F14-4F8D-A40F-8348C5966E28}" presName="textRect" presStyleLbl="revTx" presStyleIdx="0" presStyleCnt="4">
        <dgm:presLayoutVars>
          <dgm:chMax val="1"/>
          <dgm:chPref val="1"/>
        </dgm:presLayoutVars>
      </dgm:prSet>
      <dgm:spPr/>
    </dgm:pt>
    <dgm:pt modelId="{D806C09E-1F02-42AE-92E7-8C2D2BA6B363}" type="pres">
      <dgm:prSet presAssocID="{70FB7FA0-621F-42C0-837B-8EB68D82D0A6}" presName="sibTrans" presStyleCnt="0"/>
      <dgm:spPr/>
    </dgm:pt>
    <dgm:pt modelId="{0E26660B-DCEB-4D90-9E53-BF56DE95B649}" type="pres">
      <dgm:prSet presAssocID="{1D39434C-9D40-487E-9D73-CBA3DF243108}" presName="compNode" presStyleCnt="0"/>
      <dgm:spPr/>
    </dgm:pt>
    <dgm:pt modelId="{DD96F55D-75A3-41F6-A426-E938C31AAE9B}" type="pres">
      <dgm:prSet presAssocID="{1D39434C-9D40-487E-9D73-CBA3DF24310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o"/>
        </a:ext>
      </dgm:extLst>
    </dgm:pt>
    <dgm:pt modelId="{B6467523-2823-4AA0-81AE-ECAFA493C761}" type="pres">
      <dgm:prSet presAssocID="{1D39434C-9D40-487E-9D73-CBA3DF243108}" presName="spaceRect" presStyleCnt="0"/>
      <dgm:spPr/>
    </dgm:pt>
    <dgm:pt modelId="{1B777351-FF08-4091-9558-4300EBA2AB06}" type="pres">
      <dgm:prSet presAssocID="{1D39434C-9D40-487E-9D73-CBA3DF243108}" presName="textRect" presStyleLbl="revTx" presStyleIdx="1" presStyleCnt="4">
        <dgm:presLayoutVars>
          <dgm:chMax val="1"/>
          <dgm:chPref val="1"/>
        </dgm:presLayoutVars>
      </dgm:prSet>
      <dgm:spPr/>
    </dgm:pt>
    <dgm:pt modelId="{2186B5F8-997C-42BA-869D-F9AD8F7AE401}" type="pres">
      <dgm:prSet presAssocID="{DF4B3FC7-2C4F-461E-9448-87A3C69F7FC5}" presName="sibTrans" presStyleCnt="0"/>
      <dgm:spPr/>
    </dgm:pt>
    <dgm:pt modelId="{EFC44FFB-BA83-4138-8293-AE4C55058C90}" type="pres">
      <dgm:prSet presAssocID="{31284271-3664-42E1-A302-178A5653EE50}" presName="compNode" presStyleCnt="0"/>
      <dgm:spPr/>
    </dgm:pt>
    <dgm:pt modelId="{16397684-7A72-4122-8459-02A84B42A1F0}" type="pres">
      <dgm:prSet presAssocID="{31284271-3664-42E1-A302-178A5653EE5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ca de verificación"/>
        </a:ext>
      </dgm:extLst>
    </dgm:pt>
    <dgm:pt modelId="{A8C71825-AF11-46B8-A79A-4336434E746A}" type="pres">
      <dgm:prSet presAssocID="{31284271-3664-42E1-A302-178A5653EE50}" presName="spaceRect" presStyleCnt="0"/>
      <dgm:spPr/>
    </dgm:pt>
    <dgm:pt modelId="{9B2DE9B4-49E8-4A89-A92E-196161C7659B}" type="pres">
      <dgm:prSet presAssocID="{31284271-3664-42E1-A302-178A5653EE50}" presName="textRect" presStyleLbl="revTx" presStyleIdx="2" presStyleCnt="4">
        <dgm:presLayoutVars>
          <dgm:chMax val="1"/>
          <dgm:chPref val="1"/>
        </dgm:presLayoutVars>
      </dgm:prSet>
      <dgm:spPr/>
    </dgm:pt>
    <dgm:pt modelId="{61B5831E-06FE-41DD-A02A-8428801907DC}" type="pres">
      <dgm:prSet presAssocID="{A884485B-D59A-4A10-BD60-E73FF3AEBC0A}" presName="sibTrans" presStyleCnt="0"/>
      <dgm:spPr/>
    </dgm:pt>
    <dgm:pt modelId="{69892A7B-5203-4A18-8F48-068C073EE2D2}" type="pres">
      <dgm:prSet presAssocID="{69D060D5-E9D8-4F64-AC41-8BF284EAF63C}" presName="compNode" presStyleCnt="0"/>
      <dgm:spPr/>
    </dgm:pt>
    <dgm:pt modelId="{6DF04125-9EC8-4B9C-8B65-80443AF1C604}" type="pres">
      <dgm:prSet presAssocID="{69D060D5-E9D8-4F64-AC41-8BF284EAF63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etwork Diagram"/>
        </a:ext>
      </dgm:extLst>
    </dgm:pt>
    <dgm:pt modelId="{BEF9CFC7-7210-4B5B-8323-09938925DDED}" type="pres">
      <dgm:prSet presAssocID="{69D060D5-E9D8-4F64-AC41-8BF284EAF63C}" presName="spaceRect" presStyleCnt="0"/>
      <dgm:spPr/>
    </dgm:pt>
    <dgm:pt modelId="{EE79033B-B9F3-4824-8CC6-2D48935B9133}" type="pres">
      <dgm:prSet presAssocID="{69D060D5-E9D8-4F64-AC41-8BF284EAF63C}" presName="textRect" presStyleLbl="revTx" presStyleIdx="3" presStyleCnt="4">
        <dgm:presLayoutVars>
          <dgm:chMax val="1"/>
          <dgm:chPref val="1"/>
        </dgm:presLayoutVars>
      </dgm:prSet>
      <dgm:spPr/>
    </dgm:pt>
  </dgm:ptLst>
  <dgm:cxnLst>
    <dgm:cxn modelId="{9C937D09-2C01-46DC-8100-0E1184E190CD}" type="presOf" srcId="{31284271-3664-42E1-A302-178A5653EE50}" destId="{9B2DE9B4-49E8-4A89-A92E-196161C7659B}" srcOrd="0" destOrd="0" presId="urn:microsoft.com/office/officeart/2018/2/layout/IconLabelList"/>
    <dgm:cxn modelId="{760B8D09-6C11-41C6-AC09-20FC690A50AF}" srcId="{9A72DF2D-5AB6-4FC9-9D34-17F6DED3BC9B}" destId="{31284271-3664-42E1-A302-178A5653EE50}" srcOrd="2" destOrd="0" parTransId="{4256738A-C21D-4510-8CC2-320D4A9D7FEE}" sibTransId="{A884485B-D59A-4A10-BD60-E73FF3AEBC0A}"/>
    <dgm:cxn modelId="{D1BAAC17-7F06-4177-813B-63D895D175AE}" srcId="{9A72DF2D-5AB6-4FC9-9D34-17F6DED3BC9B}" destId="{69D060D5-E9D8-4F64-AC41-8BF284EAF63C}" srcOrd="3" destOrd="0" parTransId="{671E0ACD-45AB-4D28-9A72-24FB271D7DFB}" sibTransId="{2153D99A-A86C-4854-9785-3CDFFC9E6C23}"/>
    <dgm:cxn modelId="{5ED7D967-4639-4F34-82F4-9B53E7583D28}" type="presOf" srcId="{69D060D5-E9D8-4F64-AC41-8BF284EAF63C}" destId="{EE79033B-B9F3-4824-8CC6-2D48935B9133}" srcOrd="0" destOrd="0" presId="urn:microsoft.com/office/officeart/2018/2/layout/IconLabelList"/>
    <dgm:cxn modelId="{676BEF48-977C-4CD5-98FA-0C62F52361A5}" type="presOf" srcId="{802143A3-1F14-4F8D-A40F-8348C5966E28}" destId="{C307DDD9-842C-4D47-8A12-9F830192970E}" srcOrd="0" destOrd="0" presId="urn:microsoft.com/office/officeart/2018/2/layout/IconLabelList"/>
    <dgm:cxn modelId="{F8FCDA4E-ABD6-4820-A304-E3B778580B47}" srcId="{9A72DF2D-5AB6-4FC9-9D34-17F6DED3BC9B}" destId="{802143A3-1F14-4F8D-A40F-8348C5966E28}" srcOrd="0" destOrd="0" parTransId="{0EBE5F64-E25A-41D9-9B1E-27EA017966E1}" sibTransId="{70FB7FA0-621F-42C0-837B-8EB68D82D0A6}"/>
    <dgm:cxn modelId="{20923289-22E0-47AC-92B8-CABE8AC2E09A}" type="presOf" srcId="{9A72DF2D-5AB6-4FC9-9D34-17F6DED3BC9B}" destId="{0D8A7814-A4D4-45F3-BBE6-D6A0E30733AF}" srcOrd="0" destOrd="0" presId="urn:microsoft.com/office/officeart/2018/2/layout/IconLabelList"/>
    <dgm:cxn modelId="{E1095FA0-2166-47EB-9DC9-1B51D54A14EB}" type="presOf" srcId="{1D39434C-9D40-487E-9D73-CBA3DF243108}" destId="{1B777351-FF08-4091-9558-4300EBA2AB06}" srcOrd="0" destOrd="0" presId="urn:microsoft.com/office/officeart/2018/2/layout/IconLabelList"/>
    <dgm:cxn modelId="{26A125B2-C6B6-4378-B514-8E32971B9615}" srcId="{9A72DF2D-5AB6-4FC9-9D34-17F6DED3BC9B}" destId="{1D39434C-9D40-487E-9D73-CBA3DF243108}" srcOrd="1" destOrd="0" parTransId="{89E454D0-5B9C-4B52-9DD1-E7EA5667418A}" sibTransId="{DF4B3FC7-2C4F-461E-9448-87A3C69F7FC5}"/>
    <dgm:cxn modelId="{9E5739F7-1844-4D18-B1F1-D4AB42C4F5D0}" type="presParOf" srcId="{0D8A7814-A4D4-45F3-BBE6-D6A0E30733AF}" destId="{71EA3488-9DED-4152-BE29-DACBF8F61C63}" srcOrd="0" destOrd="0" presId="urn:microsoft.com/office/officeart/2018/2/layout/IconLabelList"/>
    <dgm:cxn modelId="{42BD0902-B1DB-4A2E-A5B9-894C5DD5A769}" type="presParOf" srcId="{71EA3488-9DED-4152-BE29-DACBF8F61C63}" destId="{E9D3CF12-BF7B-428D-9BD1-EB7DB720EB59}" srcOrd="0" destOrd="0" presId="urn:microsoft.com/office/officeart/2018/2/layout/IconLabelList"/>
    <dgm:cxn modelId="{96838BC2-E4DE-4550-AFF4-2A184E9AA4D8}" type="presParOf" srcId="{71EA3488-9DED-4152-BE29-DACBF8F61C63}" destId="{4B30FB18-6BE9-410A-890F-748993ED832E}" srcOrd="1" destOrd="0" presId="urn:microsoft.com/office/officeart/2018/2/layout/IconLabelList"/>
    <dgm:cxn modelId="{1284A4C9-EA58-4E2B-9C43-534C673A52DD}" type="presParOf" srcId="{71EA3488-9DED-4152-BE29-DACBF8F61C63}" destId="{C307DDD9-842C-4D47-8A12-9F830192970E}" srcOrd="2" destOrd="0" presId="urn:microsoft.com/office/officeart/2018/2/layout/IconLabelList"/>
    <dgm:cxn modelId="{F0B702D5-EF1B-49BB-A08B-C8CC1995A6E9}" type="presParOf" srcId="{0D8A7814-A4D4-45F3-BBE6-D6A0E30733AF}" destId="{D806C09E-1F02-42AE-92E7-8C2D2BA6B363}" srcOrd="1" destOrd="0" presId="urn:microsoft.com/office/officeart/2018/2/layout/IconLabelList"/>
    <dgm:cxn modelId="{FBD6241E-4C2B-460F-A1FC-86EDEA4AC80F}" type="presParOf" srcId="{0D8A7814-A4D4-45F3-BBE6-D6A0E30733AF}" destId="{0E26660B-DCEB-4D90-9E53-BF56DE95B649}" srcOrd="2" destOrd="0" presId="urn:microsoft.com/office/officeart/2018/2/layout/IconLabelList"/>
    <dgm:cxn modelId="{77984EF4-FC59-4F69-99F3-AAAFCDFCF902}" type="presParOf" srcId="{0E26660B-DCEB-4D90-9E53-BF56DE95B649}" destId="{DD96F55D-75A3-41F6-A426-E938C31AAE9B}" srcOrd="0" destOrd="0" presId="urn:microsoft.com/office/officeart/2018/2/layout/IconLabelList"/>
    <dgm:cxn modelId="{4C9850B9-6CB8-4B62-82CF-B3DB9AD062AA}" type="presParOf" srcId="{0E26660B-DCEB-4D90-9E53-BF56DE95B649}" destId="{B6467523-2823-4AA0-81AE-ECAFA493C761}" srcOrd="1" destOrd="0" presId="urn:microsoft.com/office/officeart/2018/2/layout/IconLabelList"/>
    <dgm:cxn modelId="{6795CBA1-1A9A-4EC1-A1C8-9DC8C3D69B77}" type="presParOf" srcId="{0E26660B-DCEB-4D90-9E53-BF56DE95B649}" destId="{1B777351-FF08-4091-9558-4300EBA2AB06}" srcOrd="2" destOrd="0" presId="urn:microsoft.com/office/officeart/2018/2/layout/IconLabelList"/>
    <dgm:cxn modelId="{013E5244-0525-4F77-889C-3350CA8EC656}" type="presParOf" srcId="{0D8A7814-A4D4-45F3-BBE6-D6A0E30733AF}" destId="{2186B5F8-997C-42BA-869D-F9AD8F7AE401}" srcOrd="3" destOrd="0" presId="urn:microsoft.com/office/officeart/2018/2/layout/IconLabelList"/>
    <dgm:cxn modelId="{9F8D10E8-7757-4CB8-A967-DCF777E27507}" type="presParOf" srcId="{0D8A7814-A4D4-45F3-BBE6-D6A0E30733AF}" destId="{EFC44FFB-BA83-4138-8293-AE4C55058C90}" srcOrd="4" destOrd="0" presId="urn:microsoft.com/office/officeart/2018/2/layout/IconLabelList"/>
    <dgm:cxn modelId="{A366E607-CA45-489D-A939-533038B36735}" type="presParOf" srcId="{EFC44FFB-BA83-4138-8293-AE4C55058C90}" destId="{16397684-7A72-4122-8459-02A84B42A1F0}" srcOrd="0" destOrd="0" presId="urn:microsoft.com/office/officeart/2018/2/layout/IconLabelList"/>
    <dgm:cxn modelId="{E413EEB3-03CE-400F-8D55-E6C2D4C88F12}" type="presParOf" srcId="{EFC44FFB-BA83-4138-8293-AE4C55058C90}" destId="{A8C71825-AF11-46B8-A79A-4336434E746A}" srcOrd="1" destOrd="0" presId="urn:microsoft.com/office/officeart/2018/2/layout/IconLabelList"/>
    <dgm:cxn modelId="{94B21978-FCBD-4CE1-8EFC-FA24DB43F535}" type="presParOf" srcId="{EFC44FFB-BA83-4138-8293-AE4C55058C90}" destId="{9B2DE9B4-49E8-4A89-A92E-196161C7659B}" srcOrd="2" destOrd="0" presId="urn:microsoft.com/office/officeart/2018/2/layout/IconLabelList"/>
    <dgm:cxn modelId="{5EC156BB-0FBE-4D83-993F-69C1937D4D17}" type="presParOf" srcId="{0D8A7814-A4D4-45F3-BBE6-D6A0E30733AF}" destId="{61B5831E-06FE-41DD-A02A-8428801907DC}" srcOrd="5" destOrd="0" presId="urn:microsoft.com/office/officeart/2018/2/layout/IconLabelList"/>
    <dgm:cxn modelId="{CD500F32-B4C1-4C6D-89A0-8E3C37B5D0DC}" type="presParOf" srcId="{0D8A7814-A4D4-45F3-BBE6-D6A0E30733AF}" destId="{69892A7B-5203-4A18-8F48-068C073EE2D2}" srcOrd="6" destOrd="0" presId="urn:microsoft.com/office/officeart/2018/2/layout/IconLabelList"/>
    <dgm:cxn modelId="{592A27F1-045F-405A-8830-D8B5263BE457}" type="presParOf" srcId="{69892A7B-5203-4A18-8F48-068C073EE2D2}" destId="{6DF04125-9EC8-4B9C-8B65-80443AF1C604}" srcOrd="0" destOrd="0" presId="urn:microsoft.com/office/officeart/2018/2/layout/IconLabelList"/>
    <dgm:cxn modelId="{7C1F04DF-C3A8-4AD8-93D6-7677C8FBFFFC}" type="presParOf" srcId="{69892A7B-5203-4A18-8F48-068C073EE2D2}" destId="{BEF9CFC7-7210-4B5B-8323-09938925DDED}" srcOrd="1" destOrd="0" presId="urn:microsoft.com/office/officeart/2018/2/layout/IconLabelList"/>
    <dgm:cxn modelId="{E354C2F3-1E92-4971-AE56-B9CA7DCF2005}" type="presParOf" srcId="{69892A7B-5203-4A18-8F48-068C073EE2D2}" destId="{EE79033B-B9F3-4824-8CC6-2D48935B9133}" srcOrd="2" destOrd="0" presId="urn:microsoft.com/office/officeart/2018/2/layout/IconLabel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94F3D8B-4862-4DDF-A7A9-61D0C3D39B3B}" type="doc">
      <dgm:prSet loTypeId="urn:microsoft.com/office/officeart/2005/8/layout/matrix3" loCatId="matrix" qsTypeId="urn:microsoft.com/office/officeart/2005/8/quickstyle/simple3" qsCatId="simple" csTypeId="urn:microsoft.com/office/officeart/2005/8/colors/colorful5" csCatId="colorful" phldr="1"/>
      <dgm:spPr/>
      <dgm:t>
        <a:bodyPr/>
        <a:lstStyle/>
        <a:p>
          <a:endParaRPr lang="en-US"/>
        </a:p>
      </dgm:t>
    </dgm:pt>
    <dgm:pt modelId="{A1570B19-7B9F-4EE0-B6C4-6622968B60BA}">
      <dgm:prSet custT="1"/>
      <dgm:spPr/>
      <dgm:t>
        <a:bodyPr/>
        <a:lstStyle/>
        <a:p>
          <a:r>
            <a:rPr lang="es-419" sz="3600" noProof="0" dirty="0"/>
            <a:t>Perfil híbrido (negocio + tecnología)</a:t>
          </a:r>
        </a:p>
      </dgm:t>
    </dgm:pt>
    <dgm:pt modelId="{A39224B1-4D72-4AA7-96BF-1FB08D468C4F}" type="parTrans" cxnId="{5F86BB40-468E-4400-9741-B8E6B7C263BF}">
      <dgm:prSet/>
      <dgm:spPr/>
      <dgm:t>
        <a:bodyPr/>
        <a:lstStyle/>
        <a:p>
          <a:endParaRPr lang="en-US" sz="2800"/>
        </a:p>
      </dgm:t>
    </dgm:pt>
    <dgm:pt modelId="{249DB944-450C-4F71-BE55-395108D3FF2E}" type="sibTrans" cxnId="{5F86BB40-468E-4400-9741-B8E6B7C263BF}">
      <dgm:prSet/>
      <dgm:spPr/>
      <dgm:t>
        <a:bodyPr/>
        <a:lstStyle/>
        <a:p>
          <a:endParaRPr lang="en-US" sz="2800"/>
        </a:p>
      </dgm:t>
    </dgm:pt>
    <dgm:pt modelId="{4968AF65-1A9B-4E5F-9A88-D9C53A4D7679}">
      <dgm:prSet custT="1"/>
      <dgm:spPr/>
      <dgm:t>
        <a:bodyPr/>
        <a:lstStyle/>
        <a:p>
          <a:r>
            <a:rPr lang="es-419" sz="3600" noProof="0" dirty="0"/>
            <a:t>Diseña soluciones alineadas con la estrategia</a:t>
          </a:r>
        </a:p>
      </dgm:t>
    </dgm:pt>
    <dgm:pt modelId="{A719645D-1CE9-4FDD-B6D4-63C9BC4C1850}" type="parTrans" cxnId="{2477557D-C236-4F26-A56A-9B26C0B80053}">
      <dgm:prSet/>
      <dgm:spPr/>
      <dgm:t>
        <a:bodyPr/>
        <a:lstStyle/>
        <a:p>
          <a:endParaRPr lang="en-US" sz="2800"/>
        </a:p>
      </dgm:t>
    </dgm:pt>
    <dgm:pt modelId="{17E966F0-F865-4026-B4D1-CC483659DF89}" type="sibTrans" cxnId="{2477557D-C236-4F26-A56A-9B26C0B80053}">
      <dgm:prSet/>
      <dgm:spPr/>
      <dgm:t>
        <a:bodyPr/>
        <a:lstStyle/>
        <a:p>
          <a:endParaRPr lang="en-US" sz="2800"/>
        </a:p>
      </dgm:t>
    </dgm:pt>
    <dgm:pt modelId="{AB849844-87F1-47FD-8918-FF5C78A677E5}">
      <dgm:prSet custT="1"/>
      <dgm:spPr/>
      <dgm:t>
        <a:bodyPr/>
        <a:lstStyle/>
        <a:p>
          <a:r>
            <a:rPr lang="es-419" sz="3600" noProof="0" dirty="0"/>
            <a:t>Facilita el cambio organizacional</a:t>
          </a:r>
        </a:p>
      </dgm:t>
    </dgm:pt>
    <dgm:pt modelId="{786A878A-B623-419B-95A1-28DBB0ECC98D}" type="parTrans" cxnId="{158016E4-97B9-4820-BF93-4C014576C70C}">
      <dgm:prSet/>
      <dgm:spPr/>
      <dgm:t>
        <a:bodyPr/>
        <a:lstStyle/>
        <a:p>
          <a:endParaRPr lang="en-US" sz="2800"/>
        </a:p>
      </dgm:t>
    </dgm:pt>
    <dgm:pt modelId="{B04B0DCB-ADA3-41A9-9DE9-3AE997039862}" type="sibTrans" cxnId="{158016E4-97B9-4820-BF93-4C014576C70C}">
      <dgm:prSet/>
      <dgm:spPr/>
      <dgm:t>
        <a:bodyPr/>
        <a:lstStyle/>
        <a:p>
          <a:endParaRPr lang="en-US" sz="2800"/>
        </a:p>
      </dgm:t>
    </dgm:pt>
    <dgm:pt modelId="{77C60FC9-AD3C-4D87-A09D-F74BE2E3E785}">
      <dgm:prSet custT="1"/>
      <dgm:spPr/>
      <dgm:t>
        <a:bodyPr/>
        <a:lstStyle/>
        <a:p>
          <a:r>
            <a:rPr lang="es-419" sz="3600" noProof="0" dirty="0"/>
            <a:t>Promueve el uso eficiente de TI</a:t>
          </a:r>
        </a:p>
      </dgm:t>
    </dgm:pt>
    <dgm:pt modelId="{89A29B49-61A1-40EC-8B27-30661A7877A7}" type="parTrans" cxnId="{45E10F3C-694E-4585-A7C7-A047E0C4D378}">
      <dgm:prSet/>
      <dgm:spPr/>
      <dgm:t>
        <a:bodyPr/>
        <a:lstStyle/>
        <a:p>
          <a:endParaRPr lang="en-US" sz="2800"/>
        </a:p>
      </dgm:t>
    </dgm:pt>
    <dgm:pt modelId="{5CBA5CD9-BA2C-498A-BD75-E0DC6D5C3B56}" type="sibTrans" cxnId="{45E10F3C-694E-4585-A7C7-A047E0C4D378}">
      <dgm:prSet/>
      <dgm:spPr/>
      <dgm:t>
        <a:bodyPr/>
        <a:lstStyle/>
        <a:p>
          <a:endParaRPr lang="en-US" sz="2800"/>
        </a:p>
      </dgm:t>
    </dgm:pt>
    <dgm:pt modelId="{6855020D-BF89-415B-B3E3-32E47F8B0AD1}" type="pres">
      <dgm:prSet presAssocID="{F94F3D8B-4862-4DDF-A7A9-61D0C3D39B3B}" presName="matrix" presStyleCnt="0">
        <dgm:presLayoutVars>
          <dgm:chMax val="1"/>
          <dgm:dir/>
          <dgm:resizeHandles val="exact"/>
        </dgm:presLayoutVars>
      </dgm:prSet>
      <dgm:spPr/>
    </dgm:pt>
    <dgm:pt modelId="{B8DB7F2C-D65E-42E3-B0B8-24F543CB43AD}" type="pres">
      <dgm:prSet presAssocID="{F94F3D8B-4862-4DDF-A7A9-61D0C3D39B3B}" presName="diamond" presStyleLbl="bgShp" presStyleIdx="0" presStyleCnt="1"/>
      <dgm:spPr/>
    </dgm:pt>
    <dgm:pt modelId="{CDF3845A-C115-461A-989B-5C859237C5E5}" type="pres">
      <dgm:prSet presAssocID="{F94F3D8B-4862-4DDF-A7A9-61D0C3D39B3B}" presName="quad1" presStyleLbl="node1" presStyleIdx="0" presStyleCnt="4">
        <dgm:presLayoutVars>
          <dgm:chMax val="0"/>
          <dgm:chPref val="0"/>
          <dgm:bulletEnabled val="1"/>
        </dgm:presLayoutVars>
      </dgm:prSet>
      <dgm:spPr/>
    </dgm:pt>
    <dgm:pt modelId="{3385030D-2388-4841-B8E3-C49B594D56EE}" type="pres">
      <dgm:prSet presAssocID="{F94F3D8B-4862-4DDF-A7A9-61D0C3D39B3B}" presName="quad2" presStyleLbl="node1" presStyleIdx="1" presStyleCnt="4">
        <dgm:presLayoutVars>
          <dgm:chMax val="0"/>
          <dgm:chPref val="0"/>
          <dgm:bulletEnabled val="1"/>
        </dgm:presLayoutVars>
      </dgm:prSet>
      <dgm:spPr/>
    </dgm:pt>
    <dgm:pt modelId="{D593E4BE-9091-4C99-A0F4-7176014AB6DC}" type="pres">
      <dgm:prSet presAssocID="{F94F3D8B-4862-4DDF-A7A9-61D0C3D39B3B}" presName="quad3" presStyleLbl="node1" presStyleIdx="2" presStyleCnt="4" custScaleX="100000">
        <dgm:presLayoutVars>
          <dgm:chMax val="0"/>
          <dgm:chPref val="0"/>
          <dgm:bulletEnabled val="1"/>
        </dgm:presLayoutVars>
      </dgm:prSet>
      <dgm:spPr/>
    </dgm:pt>
    <dgm:pt modelId="{377F85A5-FA3B-4A3D-AE86-642A56DAA786}" type="pres">
      <dgm:prSet presAssocID="{F94F3D8B-4862-4DDF-A7A9-61D0C3D39B3B}" presName="quad4" presStyleLbl="node1" presStyleIdx="3" presStyleCnt="4">
        <dgm:presLayoutVars>
          <dgm:chMax val="0"/>
          <dgm:chPref val="0"/>
          <dgm:bulletEnabled val="1"/>
        </dgm:presLayoutVars>
      </dgm:prSet>
      <dgm:spPr/>
    </dgm:pt>
  </dgm:ptLst>
  <dgm:cxnLst>
    <dgm:cxn modelId="{705E5E30-CD06-460A-9999-3736825DE5F6}" type="presOf" srcId="{F94F3D8B-4862-4DDF-A7A9-61D0C3D39B3B}" destId="{6855020D-BF89-415B-B3E3-32E47F8B0AD1}" srcOrd="0" destOrd="0" presId="urn:microsoft.com/office/officeart/2005/8/layout/matrix3"/>
    <dgm:cxn modelId="{45E10F3C-694E-4585-A7C7-A047E0C4D378}" srcId="{F94F3D8B-4862-4DDF-A7A9-61D0C3D39B3B}" destId="{77C60FC9-AD3C-4D87-A09D-F74BE2E3E785}" srcOrd="3" destOrd="0" parTransId="{89A29B49-61A1-40EC-8B27-30661A7877A7}" sibTransId="{5CBA5CD9-BA2C-498A-BD75-E0DC6D5C3B56}"/>
    <dgm:cxn modelId="{5F86BB40-468E-4400-9741-B8E6B7C263BF}" srcId="{F94F3D8B-4862-4DDF-A7A9-61D0C3D39B3B}" destId="{A1570B19-7B9F-4EE0-B6C4-6622968B60BA}" srcOrd="0" destOrd="0" parTransId="{A39224B1-4D72-4AA7-96BF-1FB08D468C4F}" sibTransId="{249DB944-450C-4F71-BE55-395108D3FF2E}"/>
    <dgm:cxn modelId="{D03B955E-3C40-4E76-856E-E3C50A351FBA}" type="presOf" srcId="{4968AF65-1A9B-4E5F-9A88-D9C53A4D7679}" destId="{3385030D-2388-4841-B8E3-C49B594D56EE}" srcOrd="0" destOrd="0" presId="urn:microsoft.com/office/officeart/2005/8/layout/matrix3"/>
    <dgm:cxn modelId="{0A949952-FC4B-4C7C-AE8C-0C0DCC2A9945}" type="presOf" srcId="{A1570B19-7B9F-4EE0-B6C4-6622968B60BA}" destId="{CDF3845A-C115-461A-989B-5C859237C5E5}" srcOrd="0" destOrd="0" presId="urn:microsoft.com/office/officeart/2005/8/layout/matrix3"/>
    <dgm:cxn modelId="{2477557D-C236-4F26-A56A-9B26C0B80053}" srcId="{F94F3D8B-4862-4DDF-A7A9-61D0C3D39B3B}" destId="{4968AF65-1A9B-4E5F-9A88-D9C53A4D7679}" srcOrd="1" destOrd="0" parTransId="{A719645D-1CE9-4FDD-B6D4-63C9BC4C1850}" sibTransId="{17E966F0-F865-4026-B4D1-CC483659DF89}"/>
    <dgm:cxn modelId="{8E74D296-B532-4A7F-8138-26FEE7572B34}" type="presOf" srcId="{77C60FC9-AD3C-4D87-A09D-F74BE2E3E785}" destId="{377F85A5-FA3B-4A3D-AE86-642A56DAA786}" srcOrd="0" destOrd="0" presId="urn:microsoft.com/office/officeart/2005/8/layout/matrix3"/>
    <dgm:cxn modelId="{333B19C1-62C7-4A9D-963C-68EAA1A54C42}" type="presOf" srcId="{AB849844-87F1-47FD-8918-FF5C78A677E5}" destId="{D593E4BE-9091-4C99-A0F4-7176014AB6DC}" srcOrd="0" destOrd="0" presId="urn:microsoft.com/office/officeart/2005/8/layout/matrix3"/>
    <dgm:cxn modelId="{158016E4-97B9-4820-BF93-4C014576C70C}" srcId="{F94F3D8B-4862-4DDF-A7A9-61D0C3D39B3B}" destId="{AB849844-87F1-47FD-8918-FF5C78A677E5}" srcOrd="2" destOrd="0" parTransId="{786A878A-B623-419B-95A1-28DBB0ECC98D}" sibTransId="{B04B0DCB-ADA3-41A9-9DE9-3AE997039862}"/>
    <dgm:cxn modelId="{8DC77944-7940-4E17-8A86-8068262EFF9B}" type="presParOf" srcId="{6855020D-BF89-415B-B3E3-32E47F8B0AD1}" destId="{B8DB7F2C-D65E-42E3-B0B8-24F543CB43AD}" srcOrd="0" destOrd="0" presId="urn:microsoft.com/office/officeart/2005/8/layout/matrix3"/>
    <dgm:cxn modelId="{AEABB449-002A-494B-AF8F-471B87298C31}" type="presParOf" srcId="{6855020D-BF89-415B-B3E3-32E47F8B0AD1}" destId="{CDF3845A-C115-461A-989B-5C859237C5E5}" srcOrd="1" destOrd="0" presId="urn:microsoft.com/office/officeart/2005/8/layout/matrix3"/>
    <dgm:cxn modelId="{B9A4E271-1967-4451-8EF6-3749CFEE314C}" type="presParOf" srcId="{6855020D-BF89-415B-B3E3-32E47F8B0AD1}" destId="{3385030D-2388-4841-B8E3-C49B594D56EE}" srcOrd="2" destOrd="0" presId="urn:microsoft.com/office/officeart/2005/8/layout/matrix3"/>
    <dgm:cxn modelId="{124B7B75-6A35-4439-8FB3-C2EA198B5F7E}" type="presParOf" srcId="{6855020D-BF89-415B-B3E3-32E47F8B0AD1}" destId="{D593E4BE-9091-4C99-A0F4-7176014AB6DC}" srcOrd="3" destOrd="0" presId="urn:microsoft.com/office/officeart/2005/8/layout/matrix3"/>
    <dgm:cxn modelId="{6F45405B-8B70-4F77-8EAD-A14DD5FAA5CC}" type="presParOf" srcId="{6855020D-BF89-415B-B3E3-32E47F8B0AD1}" destId="{377F85A5-FA3B-4A3D-AE86-642A56DAA786}" srcOrd="4" destOrd="0" presId="urn:microsoft.com/office/officeart/2005/8/layout/matrix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A6F9BA9-109D-4225-8DA6-EFD208BDDC09}"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19A2D6FD-B284-4364-85F9-F11D0EE4981F}">
      <dgm:prSet/>
      <dgm:spPr/>
      <dgm:t>
        <a:bodyPr/>
        <a:lstStyle/>
        <a:p>
          <a:r>
            <a:rPr lang="es-419" noProof="0" dirty="0"/>
            <a:t>¿Cómo aplicar AE en una universidad?</a:t>
          </a:r>
        </a:p>
      </dgm:t>
    </dgm:pt>
    <dgm:pt modelId="{2BA80ECA-DD8B-4092-AC15-4EDBBAC0A4AE}" type="parTrans" cxnId="{811F345A-BE9B-4CA7-89F5-4B7E1959C02A}">
      <dgm:prSet/>
      <dgm:spPr/>
      <dgm:t>
        <a:bodyPr/>
        <a:lstStyle/>
        <a:p>
          <a:endParaRPr lang="en-US"/>
        </a:p>
      </dgm:t>
    </dgm:pt>
    <dgm:pt modelId="{909D898F-F7CB-4981-83F2-55B8CEA315E7}" type="sibTrans" cxnId="{811F345A-BE9B-4CA7-89F5-4B7E1959C02A}">
      <dgm:prSet/>
      <dgm:spPr/>
      <dgm:t>
        <a:bodyPr/>
        <a:lstStyle/>
        <a:p>
          <a:endParaRPr lang="es-419" noProof="0" dirty="0"/>
        </a:p>
      </dgm:t>
    </dgm:pt>
    <dgm:pt modelId="{41E91CC2-A67E-4190-A5C4-1CDC70EBFE1D}">
      <dgm:prSet/>
      <dgm:spPr/>
      <dgm:t>
        <a:bodyPr/>
        <a:lstStyle/>
        <a:p>
          <a:r>
            <a:rPr lang="es-419" noProof="0" dirty="0"/>
            <a:t>¿Qué elementos serían más difíciles de modelar?</a:t>
          </a:r>
        </a:p>
      </dgm:t>
    </dgm:pt>
    <dgm:pt modelId="{07498E02-0E89-4B5E-B450-9460095FEA54}" type="parTrans" cxnId="{43A14F40-70DE-4E77-BD6D-86A2134CE51B}">
      <dgm:prSet/>
      <dgm:spPr/>
      <dgm:t>
        <a:bodyPr/>
        <a:lstStyle/>
        <a:p>
          <a:endParaRPr lang="en-US"/>
        </a:p>
      </dgm:t>
    </dgm:pt>
    <dgm:pt modelId="{995CB52B-6A42-4E9A-80B8-1815525A55C7}" type="sibTrans" cxnId="{43A14F40-70DE-4E77-BD6D-86A2134CE51B}">
      <dgm:prSet/>
      <dgm:spPr/>
      <dgm:t>
        <a:bodyPr/>
        <a:lstStyle/>
        <a:p>
          <a:endParaRPr lang="en-US"/>
        </a:p>
      </dgm:t>
    </dgm:pt>
    <dgm:pt modelId="{27E09005-0945-4D69-8A4B-83A01D51EDF5}" type="pres">
      <dgm:prSet presAssocID="{0A6F9BA9-109D-4225-8DA6-EFD208BDDC09}" presName="outerComposite" presStyleCnt="0">
        <dgm:presLayoutVars>
          <dgm:chMax val="5"/>
          <dgm:dir/>
          <dgm:resizeHandles val="exact"/>
        </dgm:presLayoutVars>
      </dgm:prSet>
      <dgm:spPr/>
    </dgm:pt>
    <dgm:pt modelId="{4EE88C19-7A6F-45C8-8BEB-E8F544CADEF2}" type="pres">
      <dgm:prSet presAssocID="{0A6F9BA9-109D-4225-8DA6-EFD208BDDC09}" presName="dummyMaxCanvas" presStyleCnt="0">
        <dgm:presLayoutVars/>
      </dgm:prSet>
      <dgm:spPr/>
    </dgm:pt>
    <dgm:pt modelId="{B7DA8DA5-6006-4968-B155-7B0B5FEC225C}" type="pres">
      <dgm:prSet presAssocID="{0A6F9BA9-109D-4225-8DA6-EFD208BDDC09}" presName="TwoNodes_1" presStyleLbl="node1" presStyleIdx="0" presStyleCnt="2">
        <dgm:presLayoutVars>
          <dgm:bulletEnabled val="1"/>
        </dgm:presLayoutVars>
      </dgm:prSet>
      <dgm:spPr/>
    </dgm:pt>
    <dgm:pt modelId="{2D4A6AFB-1410-48D1-99A9-A80D387D9A7D}" type="pres">
      <dgm:prSet presAssocID="{0A6F9BA9-109D-4225-8DA6-EFD208BDDC09}" presName="TwoNodes_2" presStyleLbl="node1" presStyleIdx="1" presStyleCnt="2">
        <dgm:presLayoutVars>
          <dgm:bulletEnabled val="1"/>
        </dgm:presLayoutVars>
      </dgm:prSet>
      <dgm:spPr/>
    </dgm:pt>
    <dgm:pt modelId="{A93A8738-B03A-4DE3-9239-2C7B65567D08}" type="pres">
      <dgm:prSet presAssocID="{0A6F9BA9-109D-4225-8DA6-EFD208BDDC09}" presName="TwoConn_1-2" presStyleLbl="fgAccFollowNode1" presStyleIdx="0" presStyleCnt="1">
        <dgm:presLayoutVars>
          <dgm:bulletEnabled val="1"/>
        </dgm:presLayoutVars>
      </dgm:prSet>
      <dgm:spPr/>
    </dgm:pt>
    <dgm:pt modelId="{6435C90E-EE93-4B97-A430-9CBCE435D913}" type="pres">
      <dgm:prSet presAssocID="{0A6F9BA9-109D-4225-8DA6-EFD208BDDC09}" presName="TwoNodes_1_text" presStyleLbl="node1" presStyleIdx="1" presStyleCnt="2">
        <dgm:presLayoutVars>
          <dgm:bulletEnabled val="1"/>
        </dgm:presLayoutVars>
      </dgm:prSet>
      <dgm:spPr/>
    </dgm:pt>
    <dgm:pt modelId="{A833A937-7C4F-4809-9160-4F023D72DC47}" type="pres">
      <dgm:prSet presAssocID="{0A6F9BA9-109D-4225-8DA6-EFD208BDDC09}" presName="TwoNodes_2_text" presStyleLbl="node1" presStyleIdx="1" presStyleCnt="2">
        <dgm:presLayoutVars>
          <dgm:bulletEnabled val="1"/>
        </dgm:presLayoutVars>
      </dgm:prSet>
      <dgm:spPr/>
    </dgm:pt>
  </dgm:ptLst>
  <dgm:cxnLst>
    <dgm:cxn modelId="{A2D39631-49E7-47D4-A2CB-AE6604684E75}" type="presOf" srcId="{19A2D6FD-B284-4364-85F9-F11D0EE4981F}" destId="{6435C90E-EE93-4B97-A430-9CBCE435D913}" srcOrd="1" destOrd="0" presId="urn:microsoft.com/office/officeart/2005/8/layout/vProcess5"/>
    <dgm:cxn modelId="{43A14F40-70DE-4E77-BD6D-86A2134CE51B}" srcId="{0A6F9BA9-109D-4225-8DA6-EFD208BDDC09}" destId="{41E91CC2-A67E-4190-A5C4-1CDC70EBFE1D}" srcOrd="1" destOrd="0" parTransId="{07498E02-0E89-4B5E-B450-9460095FEA54}" sibTransId="{995CB52B-6A42-4E9A-80B8-1815525A55C7}"/>
    <dgm:cxn modelId="{068FC459-D401-43D1-BDBA-7D5E1DECC0DE}" type="presOf" srcId="{19A2D6FD-B284-4364-85F9-F11D0EE4981F}" destId="{B7DA8DA5-6006-4968-B155-7B0B5FEC225C}" srcOrd="0" destOrd="0" presId="urn:microsoft.com/office/officeart/2005/8/layout/vProcess5"/>
    <dgm:cxn modelId="{811F345A-BE9B-4CA7-89F5-4B7E1959C02A}" srcId="{0A6F9BA9-109D-4225-8DA6-EFD208BDDC09}" destId="{19A2D6FD-B284-4364-85F9-F11D0EE4981F}" srcOrd="0" destOrd="0" parTransId="{2BA80ECA-DD8B-4092-AC15-4EDBBAC0A4AE}" sibTransId="{909D898F-F7CB-4981-83F2-55B8CEA315E7}"/>
    <dgm:cxn modelId="{F6482884-4994-41A8-A1AA-46C0AAFE10A1}" type="presOf" srcId="{41E91CC2-A67E-4190-A5C4-1CDC70EBFE1D}" destId="{2D4A6AFB-1410-48D1-99A9-A80D387D9A7D}" srcOrd="0" destOrd="0" presId="urn:microsoft.com/office/officeart/2005/8/layout/vProcess5"/>
    <dgm:cxn modelId="{1B4E82A5-9CD9-41B0-A4B3-15ADC2921051}" type="presOf" srcId="{909D898F-F7CB-4981-83F2-55B8CEA315E7}" destId="{A93A8738-B03A-4DE3-9239-2C7B65567D08}" srcOrd="0" destOrd="0" presId="urn:microsoft.com/office/officeart/2005/8/layout/vProcess5"/>
    <dgm:cxn modelId="{004BF7E0-6047-40C7-AAA9-F035282482CC}" type="presOf" srcId="{0A6F9BA9-109D-4225-8DA6-EFD208BDDC09}" destId="{27E09005-0945-4D69-8A4B-83A01D51EDF5}" srcOrd="0" destOrd="0" presId="urn:microsoft.com/office/officeart/2005/8/layout/vProcess5"/>
    <dgm:cxn modelId="{675341E7-5CD0-46B2-AE67-553DAED32BB7}" type="presOf" srcId="{41E91CC2-A67E-4190-A5C4-1CDC70EBFE1D}" destId="{A833A937-7C4F-4809-9160-4F023D72DC47}" srcOrd="1" destOrd="0" presId="urn:microsoft.com/office/officeart/2005/8/layout/vProcess5"/>
    <dgm:cxn modelId="{CD8D2178-CE1D-4E7A-970E-A441E54DF490}" type="presParOf" srcId="{27E09005-0945-4D69-8A4B-83A01D51EDF5}" destId="{4EE88C19-7A6F-45C8-8BEB-E8F544CADEF2}" srcOrd="0" destOrd="0" presId="urn:microsoft.com/office/officeart/2005/8/layout/vProcess5"/>
    <dgm:cxn modelId="{55352852-0897-43B5-8737-8B301306B685}" type="presParOf" srcId="{27E09005-0945-4D69-8A4B-83A01D51EDF5}" destId="{B7DA8DA5-6006-4968-B155-7B0B5FEC225C}" srcOrd="1" destOrd="0" presId="urn:microsoft.com/office/officeart/2005/8/layout/vProcess5"/>
    <dgm:cxn modelId="{F9D0F7B4-51C4-4E3C-9D41-10905D2CED8F}" type="presParOf" srcId="{27E09005-0945-4D69-8A4B-83A01D51EDF5}" destId="{2D4A6AFB-1410-48D1-99A9-A80D387D9A7D}" srcOrd="2" destOrd="0" presId="urn:microsoft.com/office/officeart/2005/8/layout/vProcess5"/>
    <dgm:cxn modelId="{F635210F-B37D-45E1-837C-1B7494EF6964}" type="presParOf" srcId="{27E09005-0945-4D69-8A4B-83A01D51EDF5}" destId="{A93A8738-B03A-4DE3-9239-2C7B65567D08}" srcOrd="3" destOrd="0" presId="urn:microsoft.com/office/officeart/2005/8/layout/vProcess5"/>
    <dgm:cxn modelId="{D269C390-5189-4D33-A1DA-20C30731D4AF}" type="presParOf" srcId="{27E09005-0945-4D69-8A4B-83A01D51EDF5}" destId="{6435C90E-EE93-4B97-A430-9CBCE435D913}" srcOrd="4" destOrd="0" presId="urn:microsoft.com/office/officeart/2005/8/layout/vProcess5"/>
    <dgm:cxn modelId="{F20375C9-80BD-4903-A372-EF001FAD4A4C}" type="presParOf" srcId="{27E09005-0945-4D69-8A4B-83A01D51EDF5}" destId="{A833A937-7C4F-4809-9160-4F023D72DC47}" srcOrd="5" destOrd="0" presId="urn:microsoft.com/office/officeart/2005/8/layout/vProcess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3295AF-80AC-4EAB-AB49-FC94D51F4B2C}">
      <dsp:nvSpPr>
        <dsp:cNvPr id="0" name=""/>
        <dsp:cNvSpPr/>
      </dsp:nvSpPr>
      <dsp:spPr>
        <a:xfrm>
          <a:off x="0" y="903922"/>
          <a:ext cx="13622936" cy="16687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4E5E25-0041-4AF7-8B29-2DA7A4EA1C11}">
      <dsp:nvSpPr>
        <dsp:cNvPr id="0" name=""/>
        <dsp:cNvSpPr/>
      </dsp:nvSpPr>
      <dsp:spPr>
        <a:xfrm>
          <a:off x="504805" y="1279397"/>
          <a:ext cx="917829" cy="9178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18413E-0A85-4BAF-A688-250505B27E81}">
      <dsp:nvSpPr>
        <dsp:cNvPr id="0" name=""/>
        <dsp:cNvSpPr/>
      </dsp:nvSpPr>
      <dsp:spPr>
        <a:xfrm>
          <a:off x="1927440" y="903922"/>
          <a:ext cx="11695495" cy="1668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13" tIns="176613" rIns="176613" bIns="176613" numCol="1" spcCol="1270" anchor="ctr" anchorCtr="0">
          <a:noAutofit/>
        </a:bodyPr>
        <a:lstStyle/>
        <a:p>
          <a:pPr marL="0" lvl="0" indent="0" algn="l" defTabSz="1600200">
            <a:lnSpc>
              <a:spcPct val="90000"/>
            </a:lnSpc>
            <a:spcBef>
              <a:spcPct val="0"/>
            </a:spcBef>
            <a:spcAft>
              <a:spcPct val="35000"/>
            </a:spcAft>
            <a:buNone/>
          </a:pPr>
          <a:r>
            <a:rPr lang="es-419" sz="3600" kern="1200" noProof="0" dirty="0"/>
            <a:t>AE es una práctica para alinear tecnología con los objetivos del negocio.</a:t>
          </a:r>
        </a:p>
      </dsp:txBody>
      <dsp:txXfrm>
        <a:off x="1927440" y="903922"/>
        <a:ext cx="11695495" cy="1668780"/>
      </dsp:txXfrm>
    </dsp:sp>
    <dsp:sp modelId="{A6C8FA28-99EA-49A0-979D-90491416D192}">
      <dsp:nvSpPr>
        <dsp:cNvPr id="0" name=""/>
        <dsp:cNvSpPr/>
      </dsp:nvSpPr>
      <dsp:spPr>
        <a:xfrm>
          <a:off x="0" y="2989897"/>
          <a:ext cx="13622936" cy="16687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009DCF-52AC-49C3-A6A9-DA5E04ADDFB2}">
      <dsp:nvSpPr>
        <dsp:cNvPr id="0" name=""/>
        <dsp:cNvSpPr/>
      </dsp:nvSpPr>
      <dsp:spPr>
        <a:xfrm>
          <a:off x="504805" y="3365373"/>
          <a:ext cx="917829" cy="9178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D13989-0266-410E-B64A-BFDD5E07EDEC}">
      <dsp:nvSpPr>
        <dsp:cNvPr id="0" name=""/>
        <dsp:cNvSpPr/>
      </dsp:nvSpPr>
      <dsp:spPr>
        <a:xfrm>
          <a:off x="1927440" y="2989897"/>
          <a:ext cx="11695495" cy="1668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13" tIns="176613" rIns="176613" bIns="176613" numCol="1" spcCol="1270" anchor="ctr" anchorCtr="0">
          <a:noAutofit/>
        </a:bodyPr>
        <a:lstStyle/>
        <a:p>
          <a:pPr marL="0" lvl="0" indent="0" algn="l" defTabSz="1600200">
            <a:lnSpc>
              <a:spcPct val="90000"/>
            </a:lnSpc>
            <a:spcBef>
              <a:spcPct val="0"/>
            </a:spcBef>
            <a:spcAft>
              <a:spcPct val="35000"/>
            </a:spcAft>
            <a:buNone/>
          </a:pPr>
          <a:r>
            <a:rPr lang="es-419" sz="3600" kern="1200" noProof="0" dirty="0"/>
            <a:t>Provee una visión integral de procesos, sistemas, datos e infraestructura.</a:t>
          </a:r>
        </a:p>
      </dsp:txBody>
      <dsp:txXfrm>
        <a:off x="1927440" y="2989897"/>
        <a:ext cx="11695495" cy="16687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D1792E-878D-48FC-9C31-DDCE1E16236D}">
      <dsp:nvSpPr>
        <dsp:cNvPr id="0" name=""/>
        <dsp:cNvSpPr/>
      </dsp:nvSpPr>
      <dsp:spPr>
        <a:xfrm>
          <a:off x="1303883" y="1720236"/>
          <a:ext cx="1700247" cy="17002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C55258-29A5-4D66-8AA3-0C357295FBE9}">
      <dsp:nvSpPr>
        <dsp:cNvPr id="0" name=""/>
        <dsp:cNvSpPr/>
      </dsp:nvSpPr>
      <dsp:spPr>
        <a:xfrm>
          <a:off x="264843" y="3990707"/>
          <a:ext cx="3778327"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noProof="0" dirty="0"/>
            <a:t>Mejora el alineamiento entre TI y negocio</a:t>
          </a:r>
        </a:p>
      </dsp:txBody>
      <dsp:txXfrm>
        <a:off x="264843" y="3990707"/>
        <a:ext cx="3778327" cy="1530000"/>
      </dsp:txXfrm>
    </dsp:sp>
    <dsp:sp modelId="{01411487-2E52-4DFB-B601-A4D3DFB6659C}">
      <dsp:nvSpPr>
        <dsp:cNvPr id="0" name=""/>
        <dsp:cNvSpPr/>
      </dsp:nvSpPr>
      <dsp:spPr>
        <a:xfrm>
          <a:off x="5743417" y="1720236"/>
          <a:ext cx="1700247" cy="17002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8735D0-F180-4701-8A74-109C6F1DD34B}">
      <dsp:nvSpPr>
        <dsp:cNvPr id="0" name=""/>
        <dsp:cNvSpPr/>
      </dsp:nvSpPr>
      <dsp:spPr>
        <a:xfrm>
          <a:off x="4704377" y="3990707"/>
          <a:ext cx="3778327"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noProof="0" dirty="0"/>
            <a:t>Optimiza recursos</a:t>
          </a:r>
        </a:p>
      </dsp:txBody>
      <dsp:txXfrm>
        <a:off x="4704377" y="3990707"/>
        <a:ext cx="3778327" cy="1530000"/>
      </dsp:txXfrm>
    </dsp:sp>
    <dsp:sp modelId="{3DF926FE-F029-4586-AC7B-9620E956F2BE}">
      <dsp:nvSpPr>
        <dsp:cNvPr id="0" name=""/>
        <dsp:cNvSpPr/>
      </dsp:nvSpPr>
      <dsp:spPr>
        <a:xfrm>
          <a:off x="10182952" y="1720236"/>
          <a:ext cx="1700247" cy="17002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619732-5100-4043-947F-64485C96E0B9}">
      <dsp:nvSpPr>
        <dsp:cNvPr id="0" name=""/>
        <dsp:cNvSpPr/>
      </dsp:nvSpPr>
      <dsp:spPr>
        <a:xfrm>
          <a:off x="9143912" y="3990707"/>
          <a:ext cx="3778327"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noProof="0" dirty="0"/>
            <a:t>Facilita la toma de decisiones estratégicas</a:t>
          </a:r>
        </a:p>
      </dsp:txBody>
      <dsp:txXfrm>
        <a:off x="9143912" y="3990707"/>
        <a:ext cx="3778327" cy="1530000"/>
      </dsp:txXfrm>
    </dsp:sp>
    <dsp:sp modelId="{90C1DEFA-2B62-47FE-B06F-2F8A21A15AA2}">
      <dsp:nvSpPr>
        <dsp:cNvPr id="0" name=""/>
        <dsp:cNvSpPr/>
      </dsp:nvSpPr>
      <dsp:spPr>
        <a:xfrm>
          <a:off x="14622486" y="1720236"/>
          <a:ext cx="1700247" cy="170024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9F2169D-6F7F-4DFE-BDE4-D489A67E956B}">
      <dsp:nvSpPr>
        <dsp:cNvPr id="0" name=""/>
        <dsp:cNvSpPr/>
      </dsp:nvSpPr>
      <dsp:spPr>
        <a:xfrm>
          <a:off x="13583446" y="3990707"/>
          <a:ext cx="3778327"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noProof="0" dirty="0"/>
            <a:t>Mejora la interoperabilidad y eficiencia</a:t>
          </a:r>
        </a:p>
      </dsp:txBody>
      <dsp:txXfrm>
        <a:off x="13583446" y="3990707"/>
        <a:ext cx="3778327" cy="153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AB201A-B629-4065-8258-F9B95B00D3EB}">
      <dsp:nvSpPr>
        <dsp:cNvPr id="0" name=""/>
        <dsp:cNvSpPr/>
      </dsp:nvSpPr>
      <dsp:spPr>
        <a:xfrm>
          <a:off x="0" y="922764"/>
          <a:ext cx="4607718" cy="292590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50E8E3-9D4E-413A-A444-9E84B929A8D7}">
      <dsp:nvSpPr>
        <dsp:cNvPr id="0" name=""/>
        <dsp:cNvSpPr/>
      </dsp:nvSpPr>
      <dsp:spPr>
        <a:xfrm>
          <a:off x="511968" y="1409134"/>
          <a:ext cx="4607718" cy="292590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noProof="0" dirty="0"/>
            <a:t>TOGAF</a:t>
          </a:r>
        </a:p>
        <a:p>
          <a:pPr marL="0" lvl="0" indent="0" algn="ctr" defTabSz="1778000">
            <a:lnSpc>
              <a:spcPct val="90000"/>
            </a:lnSpc>
            <a:spcBef>
              <a:spcPct val="0"/>
            </a:spcBef>
            <a:spcAft>
              <a:spcPct val="35000"/>
            </a:spcAft>
            <a:buNone/>
          </a:pPr>
          <a:r>
            <a:rPr lang="en-US" sz="4000" kern="1200" noProof="0" dirty="0"/>
            <a:t>Marco abierto y adaptable</a:t>
          </a:r>
        </a:p>
      </dsp:txBody>
      <dsp:txXfrm>
        <a:off x="597665" y="1494831"/>
        <a:ext cx="4436324" cy="2754507"/>
      </dsp:txXfrm>
    </dsp:sp>
    <dsp:sp modelId="{01539E3D-3857-4081-BAAC-6B558838B52C}">
      <dsp:nvSpPr>
        <dsp:cNvPr id="0" name=""/>
        <dsp:cNvSpPr/>
      </dsp:nvSpPr>
      <dsp:spPr>
        <a:xfrm>
          <a:off x="5631656" y="922764"/>
          <a:ext cx="4607718" cy="292590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2A3ED9-DF1B-4A51-B392-7F79C135D387}">
      <dsp:nvSpPr>
        <dsp:cNvPr id="0" name=""/>
        <dsp:cNvSpPr/>
      </dsp:nvSpPr>
      <dsp:spPr>
        <a:xfrm>
          <a:off x="6143624" y="1409134"/>
          <a:ext cx="4607718" cy="292590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noProof="0" dirty="0"/>
            <a:t>Zachman</a:t>
          </a:r>
        </a:p>
        <a:p>
          <a:pPr marL="0" lvl="0" indent="0" algn="ctr" defTabSz="1778000">
            <a:lnSpc>
              <a:spcPct val="90000"/>
            </a:lnSpc>
            <a:spcBef>
              <a:spcPct val="0"/>
            </a:spcBef>
            <a:spcAft>
              <a:spcPct val="35000"/>
            </a:spcAft>
            <a:buNone/>
          </a:pPr>
          <a:r>
            <a:rPr lang="en-US" sz="4000" kern="1200" noProof="0" dirty="0"/>
            <a:t>Marco estructural por roles y preguntas</a:t>
          </a:r>
        </a:p>
      </dsp:txBody>
      <dsp:txXfrm>
        <a:off x="6229321" y="1494831"/>
        <a:ext cx="4436324" cy="2754507"/>
      </dsp:txXfrm>
    </dsp:sp>
    <dsp:sp modelId="{297CECA1-B0C3-45E7-BFEF-6416B5A29F2D}">
      <dsp:nvSpPr>
        <dsp:cNvPr id="0" name=""/>
        <dsp:cNvSpPr/>
      </dsp:nvSpPr>
      <dsp:spPr>
        <a:xfrm>
          <a:off x="11263312" y="922764"/>
          <a:ext cx="4607718" cy="292590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F43AC8-19FC-447D-8949-5036EF6F4C48}">
      <dsp:nvSpPr>
        <dsp:cNvPr id="0" name=""/>
        <dsp:cNvSpPr/>
      </dsp:nvSpPr>
      <dsp:spPr>
        <a:xfrm>
          <a:off x="11775281" y="1409134"/>
          <a:ext cx="4607718" cy="292590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noProof="0" dirty="0" err="1"/>
            <a:t>ArchiMate</a:t>
          </a:r>
          <a:endParaRPr lang="en-US" sz="4000" b="1" kern="1200" noProof="0" dirty="0"/>
        </a:p>
        <a:p>
          <a:pPr marL="0" lvl="0" indent="0" algn="ctr" defTabSz="1778000">
            <a:lnSpc>
              <a:spcPct val="90000"/>
            </a:lnSpc>
            <a:spcBef>
              <a:spcPct val="0"/>
            </a:spcBef>
            <a:spcAft>
              <a:spcPct val="35000"/>
            </a:spcAft>
            <a:buNone/>
          </a:pPr>
          <a:r>
            <a:rPr lang="en-US" sz="4000" kern="1200" noProof="0" dirty="0"/>
            <a:t>Lenguaje visual estandarizado para AE</a:t>
          </a:r>
        </a:p>
      </dsp:txBody>
      <dsp:txXfrm>
        <a:off x="11860978" y="1494831"/>
        <a:ext cx="4436324" cy="27545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3F18DC-2AF1-4400-955E-32F59B6AC632}">
      <dsp:nvSpPr>
        <dsp:cNvPr id="0" name=""/>
        <dsp:cNvSpPr/>
      </dsp:nvSpPr>
      <dsp:spPr>
        <a:xfrm>
          <a:off x="1561955" y="724302"/>
          <a:ext cx="1605488" cy="16054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1E1B503-F9FB-4DDD-A24D-1518864F189E}">
      <dsp:nvSpPr>
        <dsp:cNvPr id="0" name=""/>
        <dsp:cNvSpPr/>
      </dsp:nvSpPr>
      <dsp:spPr>
        <a:xfrm>
          <a:off x="580823" y="2879361"/>
          <a:ext cx="3567753" cy="1508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pPr>
          <a:r>
            <a:rPr lang="en-US" sz="3200" kern="1200" noProof="0" dirty="0"/>
            <a:t>ADM: Architecture Development Method</a:t>
          </a:r>
        </a:p>
      </dsp:txBody>
      <dsp:txXfrm>
        <a:off x="580823" y="2879361"/>
        <a:ext cx="3567753" cy="1508203"/>
      </dsp:txXfrm>
    </dsp:sp>
    <dsp:sp modelId="{82CDA162-0850-426B-A69C-78C1A2A880D8}">
      <dsp:nvSpPr>
        <dsp:cNvPr id="0" name=""/>
        <dsp:cNvSpPr/>
      </dsp:nvSpPr>
      <dsp:spPr>
        <a:xfrm>
          <a:off x="5754066" y="724302"/>
          <a:ext cx="1605488" cy="16054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A20271-0406-4901-A25E-230FB7A53E4F}">
      <dsp:nvSpPr>
        <dsp:cNvPr id="0" name=""/>
        <dsp:cNvSpPr/>
      </dsp:nvSpPr>
      <dsp:spPr>
        <a:xfrm>
          <a:off x="4772933" y="2879361"/>
          <a:ext cx="3567753" cy="1508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noProof="0" dirty="0"/>
            <a:t>Fases: desde visión hasta implementación</a:t>
          </a:r>
        </a:p>
      </dsp:txBody>
      <dsp:txXfrm>
        <a:off x="4772933" y="2879361"/>
        <a:ext cx="3567753" cy="1508203"/>
      </dsp:txXfrm>
    </dsp:sp>
    <dsp:sp modelId="{9A7D83E3-7758-4579-B896-927DEE3557CB}">
      <dsp:nvSpPr>
        <dsp:cNvPr id="0" name=""/>
        <dsp:cNvSpPr/>
      </dsp:nvSpPr>
      <dsp:spPr>
        <a:xfrm>
          <a:off x="9946176" y="724302"/>
          <a:ext cx="1605488" cy="16054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7936CB-DA99-46F6-93D6-619F9F43B036}">
      <dsp:nvSpPr>
        <dsp:cNvPr id="0" name=""/>
        <dsp:cNvSpPr/>
      </dsp:nvSpPr>
      <dsp:spPr>
        <a:xfrm>
          <a:off x="8965043" y="2879361"/>
          <a:ext cx="3567753" cy="1508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noProof="0" dirty="0"/>
            <a:t>Vistas: negocio, aplicaciones, datos, tecnología</a:t>
          </a:r>
        </a:p>
      </dsp:txBody>
      <dsp:txXfrm>
        <a:off x="8965043" y="2879361"/>
        <a:ext cx="3567753" cy="15082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3CF12-BF7B-428D-9BD1-EB7DB720EB59}">
      <dsp:nvSpPr>
        <dsp:cNvPr id="0" name=""/>
        <dsp:cNvSpPr/>
      </dsp:nvSpPr>
      <dsp:spPr>
        <a:xfrm>
          <a:off x="1367584" y="1049998"/>
          <a:ext cx="1714490" cy="17144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07DDD9-842C-4D47-8A12-9F830192970E}">
      <dsp:nvSpPr>
        <dsp:cNvPr id="0" name=""/>
        <dsp:cNvSpPr/>
      </dsp:nvSpPr>
      <dsp:spPr>
        <a:xfrm>
          <a:off x="319839" y="3335547"/>
          <a:ext cx="3809979" cy="1518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noProof="0" dirty="0"/>
            <a:t>Vistas arquitectónicas</a:t>
          </a:r>
        </a:p>
      </dsp:txBody>
      <dsp:txXfrm>
        <a:off x="319839" y="3335547"/>
        <a:ext cx="3809979" cy="1518750"/>
      </dsp:txXfrm>
    </dsp:sp>
    <dsp:sp modelId="{DD96F55D-75A3-41F6-A426-E938C31AAE9B}">
      <dsp:nvSpPr>
        <dsp:cNvPr id="0" name=""/>
        <dsp:cNvSpPr/>
      </dsp:nvSpPr>
      <dsp:spPr>
        <a:xfrm>
          <a:off x="5844310" y="1049998"/>
          <a:ext cx="1714490" cy="17144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777351-FF08-4091-9558-4300EBA2AB06}">
      <dsp:nvSpPr>
        <dsp:cNvPr id="0" name=""/>
        <dsp:cNvSpPr/>
      </dsp:nvSpPr>
      <dsp:spPr>
        <a:xfrm>
          <a:off x="4796566" y="3335547"/>
          <a:ext cx="3809979" cy="1518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noProof="0" dirty="0"/>
            <a:t>Catálogos de aplicaciones y procesos</a:t>
          </a:r>
        </a:p>
      </dsp:txBody>
      <dsp:txXfrm>
        <a:off x="4796566" y="3335547"/>
        <a:ext cx="3809979" cy="1518750"/>
      </dsp:txXfrm>
    </dsp:sp>
    <dsp:sp modelId="{16397684-7A72-4122-8459-02A84B42A1F0}">
      <dsp:nvSpPr>
        <dsp:cNvPr id="0" name=""/>
        <dsp:cNvSpPr/>
      </dsp:nvSpPr>
      <dsp:spPr>
        <a:xfrm>
          <a:off x="10321036" y="1049998"/>
          <a:ext cx="1714490" cy="17144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2DE9B4-49E8-4A89-A92E-196161C7659B}">
      <dsp:nvSpPr>
        <dsp:cNvPr id="0" name=""/>
        <dsp:cNvSpPr/>
      </dsp:nvSpPr>
      <dsp:spPr>
        <a:xfrm>
          <a:off x="9273292" y="3335547"/>
          <a:ext cx="3809979" cy="1518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noProof="0" dirty="0"/>
            <a:t>Matrices de relación</a:t>
          </a:r>
        </a:p>
      </dsp:txBody>
      <dsp:txXfrm>
        <a:off x="9273292" y="3335547"/>
        <a:ext cx="3809979" cy="1518750"/>
      </dsp:txXfrm>
    </dsp:sp>
    <dsp:sp modelId="{6DF04125-9EC8-4B9C-8B65-80443AF1C604}">
      <dsp:nvSpPr>
        <dsp:cNvPr id="0" name=""/>
        <dsp:cNvSpPr/>
      </dsp:nvSpPr>
      <dsp:spPr>
        <a:xfrm>
          <a:off x="14797762" y="1049998"/>
          <a:ext cx="1714490" cy="17144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79033B-B9F3-4824-8CC6-2D48935B9133}">
      <dsp:nvSpPr>
        <dsp:cNvPr id="0" name=""/>
        <dsp:cNvSpPr/>
      </dsp:nvSpPr>
      <dsp:spPr>
        <a:xfrm>
          <a:off x="13750018" y="3335547"/>
          <a:ext cx="3809979" cy="1518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en-US" sz="3600" kern="1200" noProof="0" dirty="0"/>
            <a:t>Diagramas de flujo y modelo de sistemas</a:t>
          </a:r>
        </a:p>
      </dsp:txBody>
      <dsp:txXfrm>
        <a:off x="13750018" y="3335547"/>
        <a:ext cx="3809979" cy="15187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DB7F2C-D65E-42E3-B0B8-24F543CB43AD}">
      <dsp:nvSpPr>
        <dsp:cNvPr id="0" name=""/>
        <dsp:cNvSpPr/>
      </dsp:nvSpPr>
      <dsp:spPr>
        <a:xfrm>
          <a:off x="583963" y="0"/>
          <a:ext cx="8777684" cy="8777684"/>
        </a:xfrm>
        <a:prstGeom prst="diamond">
          <a:avLst/>
        </a:prstGeom>
        <a:solidFill>
          <a:schemeClr val="accent5">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CDF3845A-C115-461A-989B-5C859237C5E5}">
      <dsp:nvSpPr>
        <dsp:cNvPr id="0" name=""/>
        <dsp:cNvSpPr/>
      </dsp:nvSpPr>
      <dsp:spPr>
        <a:xfrm>
          <a:off x="1417843" y="833879"/>
          <a:ext cx="3423296" cy="3423296"/>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noProof="0" dirty="0"/>
            <a:t>Perfil híbrido (negocio + tecnología)</a:t>
          </a:r>
        </a:p>
      </dsp:txBody>
      <dsp:txXfrm>
        <a:off x="1584955" y="1000991"/>
        <a:ext cx="3089072" cy="3089072"/>
      </dsp:txXfrm>
    </dsp:sp>
    <dsp:sp modelId="{3385030D-2388-4841-B8E3-C49B594D56EE}">
      <dsp:nvSpPr>
        <dsp:cNvPr id="0" name=""/>
        <dsp:cNvSpPr/>
      </dsp:nvSpPr>
      <dsp:spPr>
        <a:xfrm>
          <a:off x="5104470" y="833879"/>
          <a:ext cx="3423296" cy="3423296"/>
        </a:xfrm>
        <a:prstGeom prst="roundRect">
          <a:avLst/>
        </a:prstGeom>
        <a:gradFill rotWithShape="0">
          <a:gsLst>
            <a:gs pos="0">
              <a:schemeClr val="accent5">
                <a:hueOff val="-3311292"/>
                <a:satOff val="13270"/>
                <a:lumOff val="2876"/>
                <a:alphaOff val="0"/>
                <a:tint val="50000"/>
                <a:satMod val="300000"/>
              </a:schemeClr>
            </a:gs>
            <a:gs pos="35000">
              <a:schemeClr val="accent5">
                <a:hueOff val="-3311292"/>
                <a:satOff val="13270"/>
                <a:lumOff val="2876"/>
                <a:alphaOff val="0"/>
                <a:tint val="37000"/>
                <a:satMod val="300000"/>
              </a:schemeClr>
            </a:gs>
            <a:gs pos="100000">
              <a:schemeClr val="accent5">
                <a:hueOff val="-3311292"/>
                <a:satOff val="13270"/>
                <a:lumOff val="287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noProof="0" dirty="0"/>
            <a:t>Diseña soluciones alineadas con la estrategia</a:t>
          </a:r>
        </a:p>
      </dsp:txBody>
      <dsp:txXfrm>
        <a:off x="5271582" y="1000991"/>
        <a:ext cx="3089072" cy="3089072"/>
      </dsp:txXfrm>
    </dsp:sp>
    <dsp:sp modelId="{D593E4BE-9091-4C99-A0F4-7176014AB6DC}">
      <dsp:nvSpPr>
        <dsp:cNvPr id="0" name=""/>
        <dsp:cNvSpPr/>
      </dsp:nvSpPr>
      <dsp:spPr>
        <a:xfrm>
          <a:off x="1417843" y="4520507"/>
          <a:ext cx="3423296" cy="3423296"/>
        </a:xfrm>
        <a:prstGeom prst="roundRect">
          <a:avLst/>
        </a:prstGeom>
        <a:gradFill rotWithShape="0">
          <a:gsLst>
            <a:gs pos="0">
              <a:schemeClr val="accent5">
                <a:hueOff val="-6622584"/>
                <a:satOff val="26541"/>
                <a:lumOff val="5752"/>
                <a:alphaOff val="0"/>
                <a:tint val="50000"/>
                <a:satMod val="300000"/>
              </a:schemeClr>
            </a:gs>
            <a:gs pos="35000">
              <a:schemeClr val="accent5">
                <a:hueOff val="-6622584"/>
                <a:satOff val="26541"/>
                <a:lumOff val="5752"/>
                <a:alphaOff val="0"/>
                <a:tint val="37000"/>
                <a:satMod val="300000"/>
              </a:schemeClr>
            </a:gs>
            <a:gs pos="100000">
              <a:schemeClr val="accent5">
                <a:hueOff val="-6622584"/>
                <a:satOff val="26541"/>
                <a:lumOff val="575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noProof="0" dirty="0"/>
            <a:t>Facilita el cambio organizacional</a:t>
          </a:r>
        </a:p>
      </dsp:txBody>
      <dsp:txXfrm>
        <a:off x="1584955" y="4687619"/>
        <a:ext cx="3089072" cy="3089072"/>
      </dsp:txXfrm>
    </dsp:sp>
    <dsp:sp modelId="{377F85A5-FA3B-4A3D-AE86-642A56DAA786}">
      <dsp:nvSpPr>
        <dsp:cNvPr id="0" name=""/>
        <dsp:cNvSpPr/>
      </dsp:nvSpPr>
      <dsp:spPr>
        <a:xfrm>
          <a:off x="5104470" y="4520507"/>
          <a:ext cx="3423296" cy="3423296"/>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noProof="0" dirty="0"/>
            <a:t>Promueve el uso eficiente de TI</a:t>
          </a:r>
        </a:p>
      </dsp:txBody>
      <dsp:txXfrm>
        <a:off x="5271582" y="4687619"/>
        <a:ext cx="3089072" cy="308907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DA8DA5-6006-4968-B155-7B0B5FEC225C}">
      <dsp:nvSpPr>
        <dsp:cNvPr id="0" name=""/>
        <dsp:cNvSpPr/>
      </dsp:nvSpPr>
      <dsp:spPr>
        <a:xfrm>
          <a:off x="0" y="0"/>
          <a:ext cx="12148091" cy="270891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s-419" sz="5800" kern="1200" noProof="0" dirty="0"/>
            <a:t>¿Cómo aplicar AE en una universidad?</a:t>
          </a:r>
        </a:p>
      </dsp:txBody>
      <dsp:txXfrm>
        <a:off x="79341" y="79341"/>
        <a:ext cx="9348221" cy="2550228"/>
      </dsp:txXfrm>
    </dsp:sp>
    <dsp:sp modelId="{2D4A6AFB-1410-48D1-99A9-A80D387D9A7D}">
      <dsp:nvSpPr>
        <dsp:cNvPr id="0" name=""/>
        <dsp:cNvSpPr/>
      </dsp:nvSpPr>
      <dsp:spPr>
        <a:xfrm>
          <a:off x="2143780" y="3310890"/>
          <a:ext cx="12148091" cy="2708910"/>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s-419" sz="5800" kern="1200" noProof="0" dirty="0"/>
            <a:t>¿Qué elementos serían más difíciles de modelar?</a:t>
          </a:r>
        </a:p>
      </dsp:txBody>
      <dsp:txXfrm>
        <a:off x="2223121" y="3390231"/>
        <a:ext cx="8084836" cy="2550228"/>
      </dsp:txXfrm>
    </dsp:sp>
    <dsp:sp modelId="{A93A8738-B03A-4DE3-9239-2C7B65567D08}">
      <dsp:nvSpPr>
        <dsp:cNvPr id="0" name=""/>
        <dsp:cNvSpPr/>
      </dsp:nvSpPr>
      <dsp:spPr>
        <a:xfrm>
          <a:off x="10387299" y="2129504"/>
          <a:ext cx="1760791" cy="1760791"/>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s-419" sz="3600" kern="1200" noProof="0" dirty="0"/>
        </a:p>
      </dsp:txBody>
      <dsp:txXfrm>
        <a:off x="10783477" y="2129504"/>
        <a:ext cx="968435" cy="132499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B314465-A6D8-46E1-A156-3366AE4687AA}" type="datetimeFigureOut">
              <a:rPr lang="es-419" smtClean="0"/>
              <a:t>23/1/2026</a:t>
            </a:fld>
            <a:endParaRPr lang="es-419"/>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603D264-431E-4A1C-BD47-693DAA8E5080}" type="slidenum">
              <a:rPr lang="es-419" smtClean="0"/>
              <a:t>‹Nº›</a:t>
            </a:fld>
            <a:endParaRPr lang="es-419"/>
          </a:p>
        </p:txBody>
      </p:sp>
    </p:spTree>
    <p:extLst>
      <p:ext uri="{BB962C8B-B14F-4D97-AF65-F5344CB8AC3E}">
        <p14:creationId xmlns:p14="http://schemas.microsoft.com/office/powerpoint/2010/main" val="3733990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1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100" b="0" i="0">
                <a:solidFill>
                  <a:schemeClr val="bg1"/>
                </a:solidFill>
                <a:latin typeface="Arial"/>
                <a:cs typeface="Arial"/>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1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17995" y="6642519"/>
            <a:ext cx="19468109" cy="1282065"/>
          </a:xfrm>
          <a:prstGeom prst="rect">
            <a:avLst/>
          </a:prstGeom>
        </p:spPr>
        <p:txBody>
          <a:bodyPr wrap="square" lIns="0" tIns="0" rIns="0" bIns="0">
            <a:spAutoFit/>
          </a:bodyPr>
          <a:lstStyle>
            <a:lvl1pPr>
              <a:defRPr sz="4100" b="0" i="0">
                <a:solidFill>
                  <a:schemeClr val="bg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1/23/2026</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15.jpg"/><Relationship Id="rId7" Type="http://schemas.openxmlformats.org/officeDocument/2006/relationships/diagramData" Target="../diagrams/data1.xml"/><Relationship Id="rId1" Type="http://schemas.openxmlformats.org/officeDocument/2006/relationships/slideLayout" Target="../slideLayouts/slideLayout2.xml"/><Relationship Id="rId6" Type="http://schemas.openxmlformats.org/officeDocument/2006/relationships/image" Target="../media/image6.png"/><Relationship Id="rId11" Type="http://schemas.microsoft.com/office/2007/relationships/diagramDrawing" Target="../diagrams/drawing1.xml"/><Relationship Id="rId5" Type="http://schemas.openxmlformats.org/officeDocument/2006/relationships/image" Target="../media/image17.png"/><Relationship Id="rId10" Type="http://schemas.openxmlformats.org/officeDocument/2006/relationships/diagramColors" Target="../diagrams/colors1.xml"/><Relationship Id="rId4" Type="http://schemas.openxmlformats.org/officeDocument/2006/relationships/image" Target="../media/image16.png"/><Relationship Id="rId9"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image" Target="../media/image22.png"/><Relationship Id="rId7" Type="http://schemas.openxmlformats.org/officeDocument/2006/relationships/diagramData" Target="../diagrams/data2.xml"/><Relationship Id="rId1" Type="http://schemas.openxmlformats.org/officeDocument/2006/relationships/slideLayout" Target="../slideLayouts/slideLayout4.xml"/><Relationship Id="rId6" Type="http://schemas.openxmlformats.org/officeDocument/2006/relationships/image" Target="../media/image6.png"/><Relationship Id="rId11" Type="http://schemas.microsoft.com/office/2007/relationships/diagramDrawing" Target="../diagrams/drawing2.xml"/><Relationship Id="rId5" Type="http://schemas.openxmlformats.org/officeDocument/2006/relationships/image" Target="../media/image24.png"/><Relationship Id="rId10" Type="http://schemas.openxmlformats.org/officeDocument/2006/relationships/diagramColors" Target="../diagrams/colors2.xml"/><Relationship Id="rId4" Type="http://schemas.openxmlformats.org/officeDocument/2006/relationships/image" Target="../media/image23.png"/><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jpg"/><Relationship Id="rId9" Type="http://schemas.openxmlformats.org/officeDocument/2006/relationships/image" Target="../media/image39.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4.jpeg"/><Relationship Id="rId2" Type="http://schemas.openxmlformats.org/officeDocument/2006/relationships/image" Target="../media/image40.jpg"/><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6.png"/><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48.png"/><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image" Target="../media/image49.png"/><Relationship Id="rId7" Type="http://schemas.openxmlformats.org/officeDocument/2006/relationships/diagramData" Target="../diagrams/data3.xml"/><Relationship Id="rId1" Type="http://schemas.openxmlformats.org/officeDocument/2006/relationships/slideLayout" Target="../slideLayouts/slideLayout4.xml"/><Relationship Id="rId6" Type="http://schemas.openxmlformats.org/officeDocument/2006/relationships/image" Target="../media/image6.png"/><Relationship Id="rId11" Type="http://schemas.microsoft.com/office/2007/relationships/diagramDrawing" Target="../diagrams/drawing3.xml"/><Relationship Id="rId5" Type="http://schemas.openxmlformats.org/officeDocument/2006/relationships/image" Target="../media/image51.png"/><Relationship Id="rId10" Type="http://schemas.openxmlformats.org/officeDocument/2006/relationships/diagramColors" Target="../diagrams/colors3.xml"/><Relationship Id="rId4" Type="http://schemas.openxmlformats.org/officeDocument/2006/relationships/image" Target="../media/image50.png"/><Relationship Id="rId9"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image" Target="../media/image33.png"/><Relationship Id="rId7" Type="http://schemas.openxmlformats.org/officeDocument/2006/relationships/image" Target="../media/image38.png"/><Relationship Id="rId12" Type="http://schemas.microsoft.com/office/2007/relationships/diagramDrawing" Target="../diagrams/drawing4.xml"/><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diagramColors" Target="../diagrams/colors4.xml"/><Relationship Id="rId5" Type="http://schemas.openxmlformats.org/officeDocument/2006/relationships/image" Target="../media/image35.png"/><Relationship Id="rId10" Type="http://schemas.openxmlformats.org/officeDocument/2006/relationships/diagramQuickStyle" Target="../diagrams/quickStyle4.xml"/><Relationship Id="rId4" Type="http://schemas.openxmlformats.org/officeDocument/2006/relationships/image" Target="../media/image34.jpg"/><Relationship Id="rId9"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jpg"/><Relationship Id="rId1" Type="http://schemas.openxmlformats.org/officeDocument/2006/relationships/slideLayout" Target="../slideLayouts/slideLayout4.xml"/><Relationship Id="rId6" Type="http://schemas.openxmlformats.org/officeDocument/2006/relationships/image" Target="../media/image61.jpeg"/><Relationship Id="rId5" Type="http://schemas.openxmlformats.org/officeDocument/2006/relationships/image" Target="../media/image6.png"/><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image" Target="../media/image62.pn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60.png"/><Relationship Id="rId4" Type="http://schemas.openxmlformats.org/officeDocument/2006/relationships/image" Target="../media/image59.png"/></Relationships>
</file>

<file path=ppt/slides/_rels/slide15.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openxmlformats.org/officeDocument/2006/relationships/image" Target="../media/image64.png"/><Relationship Id="rId7" Type="http://schemas.openxmlformats.org/officeDocument/2006/relationships/diagramLayout" Target="../diagrams/layout5.xml"/><Relationship Id="rId2" Type="http://schemas.openxmlformats.org/officeDocument/2006/relationships/image" Target="../media/image63.png"/><Relationship Id="rId1" Type="http://schemas.openxmlformats.org/officeDocument/2006/relationships/slideLayout" Target="../slideLayouts/slideLayout4.xml"/><Relationship Id="rId6" Type="http://schemas.openxmlformats.org/officeDocument/2006/relationships/diagramData" Target="../diagrams/data5.xml"/><Relationship Id="rId5" Type="http://schemas.openxmlformats.org/officeDocument/2006/relationships/image" Target="../media/image6.png"/><Relationship Id="rId10" Type="http://schemas.microsoft.com/office/2007/relationships/diagramDrawing" Target="../diagrams/drawing5.xml"/><Relationship Id="rId4" Type="http://schemas.openxmlformats.org/officeDocument/2006/relationships/image" Target="../media/image65.png"/><Relationship Id="rId9" Type="http://schemas.openxmlformats.org/officeDocument/2006/relationships/diagramColors" Target="../diagrams/colors5.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image" Target="../media/image75.png"/><Relationship Id="rId7" Type="http://schemas.openxmlformats.org/officeDocument/2006/relationships/diagramData" Target="../diagrams/data6.xml"/><Relationship Id="rId2" Type="http://schemas.openxmlformats.org/officeDocument/2006/relationships/image" Target="../media/image74.jpg"/><Relationship Id="rId1" Type="http://schemas.openxmlformats.org/officeDocument/2006/relationships/slideLayout" Target="../slideLayouts/slideLayout4.xml"/><Relationship Id="rId6" Type="http://schemas.openxmlformats.org/officeDocument/2006/relationships/image" Target="../media/image33.png"/><Relationship Id="rId11" Type="http://schemas.microsoft.com/office/2007/relationships/diagramDrawing" Target="../diagrams/drawing6.xml"/><Relationship Id="rId5" Type="http://schemas.openxmlformats.org/officeDocument/2006/relationships/image" Target="../media/image38.png"/><Relationship Id="rId10" Type="http://schemas.openxmlformats.org/officeDocument/2006/relationships/diagramColors" Target="../diagrams/colors6.xml"/><Relationship Id="rId4" Type="http://schemas.openxmlformats.org/officeDocument/2006/relationships/image" Target="../media/image76.png"/><Relationship Id="rId9"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4.xml"/><Relationship Id="rId6" Type="http://schemas.openxmlformats.org/officeDocument/2006/relationships/image" Target="../media/image80.png"/><Relationship Id="rId5" Type="http://schemas.openxmlformats.org/officeDocument/2006/relationships/image" Target="../media/image6.png"/><Relationship Id="rId4" Type="http://schemas.openxmlformats.org/officeDocument/2006/relationships/image" Target="../media/image79.png"/></Relationships>
</file>

<file path=ppt/slides/_rels/slide1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3.png"/></Relationships>
</file>

<file path=ppt/slides/_rels/slide19.xml.rels><?xml version="1.0" encoding="UTF-8" standalone="yes"?>
<Relationships xmlns="http://schemas.openxmlformats.org/package/2006/relationships"><Relationship Id="rId8" Type="http://schemas.openxmlformats.org/officeDocument/2006/relationships/diagramQuickStyle" Target="../diagrams/quickStyle7.xml"/><Relationship Id="rId3" Type="http://schemas.openxmlformats.org/officeDocument/2006/relationships/image" Target="../media/image85.png"/><Relationship Id="rId7" Type="http://schemas.openxmlformats.org/officeDocument/2006/relationships/diagramLayout" Target="../diagrams/layout7.xml"/><Relationship Id="rId2" Type="http://schemas.openxmlformats.org/officeDocument/2006/relationships/image" Target="../media/image84.png"/><Relationship Id="rId1" Type="http://schemas.openxmlformats.org/officeDocument/2006/relationships/slideLayout" Target="../slideLayouts/slideLayout4.xml"/><Relationship Id="rId6" Type="http://schemas.openxmlformats.org/officeDocument/2006/relationships/diagramData" Target="../diagrams/data7.xml"/><Relationship Id="rId5" Type="http://schemas.openxmlformats.org/officeDocument/2006/relationships/image" Target="../media/image6.png"/><Relationship Id="rId10" Type="http://schemas.microsoft.com/office/2007/relationships/diagramDrawing" Target="../diagrams/drawing7.xml"/><Relationship Id="rId4" Type="http://schemas.openxmlformats.org/officeDocument/2006/relationships/image" Target="../media/image86.png"/><Relationship Id="rId9" Type="http://schemas.openxmlformats.org/officeDocument/2006/relationships/diagramColors" Target="../diagrams/colors7.xml"/></Relationships>
</file>

<file path=ppt/slides/_rels/slide2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9.png"/></Relationships>
</file>

<file path=ppt/slides/_rels/slide2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099" cy="11308556"/>
          </a:xfrm>
          <a:prstGeom prst="rect">
            <a:avLst/>
          </a:prstGeom>
          <a:blipFill>
            <a:blip r:embed="rId3" cstate="print"/>
            <a:stretch>
              <a:fillRect/>
            </a:stretch>
          </a:blipFill>
        </p:spPr>
        <p:txBody>
          <a:bodyPr wrap="square" lIns="0" tIns="0" rIns="0" bIns="0" rtlCol="0"/>
          <a:lstStyle/>
          <a:p>
            <a:endParaRPr lang="es-419" noProof="0" dirty="0"/>
          </a:p>
        </p:txBody>
      </p:sp>
      <p:sp>
        <p:nvSpPr>
          <p:cNvPr id="3" name="object 3"/>
          <p:cNvSpPr/>
          <p:nvPr/>
        </p:nvSpPr>
        <p:spPr>
          <a:xfrm>
            <a:off x="14322897" y="8422452"/>
            <a:ext cx="5781675" cy="2183130"/>
          </a:xfrm>
          <a:custGeom>
            <a:avLst/>
            <a:gdLst/>
            <a:ahLst/>
            <a:cxnLst/>
            <a:rect l="l" t="t" r="r" b="b"/>
            <a:pathLst>
              <a:path w="5781675" h="2183129">
                <a:moveTo>
                  <a:pt x="5781195" y="0"/>
                </a:moveTo>
                <a:lnTo>
                  <a:pt x="0" y="0"/>
                </a:lnTo>
                <a:lnTo>
                  <a:pt x="188475" y="2182875"/>
                </a:lnTo>
                <a:lnTo>
                  <a:pt x="5781195" y="2182875"/>
                </a:lnTo>
                <a:lnTo>
                  <a:pt x="5781195" y="0"/>
                </a:lnTo>
                <a:close/>
              </a:path>
            </a:pathLst>
          </a:custGeom>
          <a:solidFill>
            <a:srgbClr val="1F3D6F"/>
          </a:solidFill>
        </p:spPr>
        <p:txBody>
          <a:bodyPr wrap="square" lIns="0" tIns="0" rIns="0" bIns="0" rtlCol="0"/>
          <a:lstStyle/>
          <a:p>
            <a:endParaRPr lang="es-419" noProof="0" dirty="0"/>
          </a:p>
        </p:txBody>
      </p:sp>
      <p:sp>
        <p:nvSpPr>
          <p:cNvPr id="18" name="object 18"/>
          <p:cNvSpPr/>
          <p:nvPr/>
        </p:nvSpPr>
        <p:spPr>
          <a:xfrm>
            <a:off x="427651" y="10541473"/>
            <a:ext cx="117550" cy="252756"/>
          </a:xfrm>
          <a:prstGeom prst="rect">
            <a:avLst/>
          </a:prstGeom>
          <a:blipFill>
            <a:blip r:embed="rId4" cstate="print"/>
            <a:stretch>
              <a:fillRect/>
            </a:stretch>
          </a:blipFill>
        </p:spPr>
        <p:txBody>
          <a:bodyPr wrap="square" lIns="0" tIns="0" rIns="0" bIns="0" rtlCol="0"/>
          <a:lstStyle/>
          <a:p>
            <a:endParaRPr lang="es-419" noProof="0" dirty="0"/>
          </a:p>
        </p:txBody>
      </p:sp>
      <p:sp>
        <p:nvSpPr>
          <p:cNvPr id="19" name="object 19"/>
          <p:cNvSpPr/>
          <p:nvPr/>
        </p:nvSpPr>
        <p:spPr>
          <a:xfrm>
            <a:off x="429400" y="10511800"/>
            <a:ext cx="114300" cy="0"/>
          </a:xfrm>
          <a:custGeom>
            <a:avLst/>
            <a:gdLst/>
            <a:ahLst/>
            <a:cxnLst/>
            <a:rect l="l" t="t" r="r" b="b"/>
            <a:pathLst>
              <a:path w="114300">
                <a:moveTo>
                  <a:pt x="0" y="0"/>
                </a:moveTo>
                <a:lnTo>
                  <a:pt x="113766" y="0"/>
                </a:lnTo>
              </a:path>
            </a:pathLst>
          </a:custGeom>
          <a:ln w="16261">
            <a:solidFill>
              <a:srgbClr val="FFFFFF"/>
            </a:solidFill>
          </a:ln>
        </p:spPr>
        <p:txBody>
          <a:bodyPr wrap="square" lIns="0" tIns="0" rIns="0" bIns="0" rtlCol="0"/>
          <a:lstStyle/>
          <a:p>
            <a:endParaRPr lang="es-419" noProof="0" dirty="0"/>
          </a:p>
        </p:txBody>
      </p:sp>
      <p:sp>
        <p:nvSpPr>
          <p:cNvPr id="20" name="object 20"/>
          <p:cNvSpPr/>
          <p:nvPr/>
        </p:nvSpPr>
        <p:spPr>
          <a:xfrm>
            <a:off x="429394" y="10075174"/>
            <a:ext cx="113778" cy="403115"/>
          </a:xfrm>
          <a:prstGeom prst="rect">
            <a:avLst/>
          </a:prstGeom>
          <a:blipFill>
            <a:blip r:embed="rId5" cstate="print"/>
            <a:stretch>
              <a:fillRect/>
            </a:stretch>
          </a:blipFill>
        </p:spPr>
        <p:txBody>
          <a:bodyPr wrap="square" lIns="0" tIns="0" rIns="0" bIns="0" rtlCol="0"/>
          <a:lstStyle/>
          <a:p>
            <a:endParaRPr lang="es-419" noProof="0" dirty="0"/>
          </a:p>
        </p:txBody>
      </p:sp>
      <p:sp>
        <p:nvSpPr>
          <p:cNvPr id="21" name="object 21"/>
          <p:cNvSpPr/>
          <p:nvPr/>
        </p:nvSpPr>
        <p:spPr>
          <a:xfrm>
            <a:off x="429403" y="9902284"/>
            <a:ext cx="113766" cy="123451"/>
          </a:xfrm>
          <a:prstGeom prst="rect">
            <a:avLst/>
          </a:prstGeom>
          <a:blipFill>
            <a:blip r:embed="rId6" cstate="print"/>
            <a:stretch>
              <a:fillRect/>
            </a:stretch>
          </a:blipFill>
        </p:spPr>
        <p:txBody>
          <a:bodyPr wrap="square" lIns="0" tIns="0" rIns="0" bIns="0" rtlCol="0"/>
          <a:lstStyle/>
          <a:p>
            <a:endParaRPr lang="es-419" noProof="0" dirty="0"/>
          </a:p>
        </p:txBody>
      </p:sp>
      <p:sp>
        <p:nvSpPr>
          <p:cNvPr id="22" name="object 22"/>
          <p:cNvSpPr/>
          <p:nvPr/>
        </p:nvSpPr>
        <p:spPr>
          <a:xfrm>
            <a:off x="429400" y="9864511"/>
            <a:ext cx="114300" cy="0"/>
          </a:xfrm>
          <a:custGeom>
            <a:avLst/>
            <a:gdLst/>
            <a:ahLst/>
            <a:cxnLst/>
            <a:rect l="l" t="t" r="r" b="b"/>
            <a:pathLst>
              <a:path w="114300">
                <a:moveTo>
                  <a:pt x="0" y="0"/>
                </a:moveTo>
                <a:lnTo>
                  <a:pt x="113766" y="0"/>
                </a:lnTo>
              </a:path>
            </a:pathLst>
          </a:custGeom>
          <a:ln w="29349">
            <a:solidFill>
              <a:srgbClr val="FFFFFF"/>
            </a:solidFill>
          </a:ln>
        </p:spPr>
        <p:txBody>
          <a:bodyPr wrap="square" lIns="0" tIns="0" rIns="0" bIns="0" rtlCol="0"/>
          <a:lstStyle/>
          <a:p>
            <a:endParaRPr lang="es-419" noProof="0" dirty="0"/>
          </a:p>
        </p:txBody>
      </p:sp>
      <p:sp>
        <p:nvSpPr>
          <p:cNvPr id="23" name="object 23"/>
          <p:cNvSpPr/>
          <p:nvPr/>
        </p:nvSpPr>
        <p:spPr>
          <a:xfrm>
            <a:off x="429396" y="9712807"/>
            <a:ext cx="113776" cy="114090"/>
          </a:xfrm>
          <a:prstGeom prst="rect">
            <a:avLst/>
          </a:prstGeom>
          <a:blipFill>
            <a:blip r:embed="rId7" cstate="print"/>
            <a:stretch>
              <a:fillRect/>
            </a:stretch>
          </a:blipFill>
        </p:spPr>
        <p:txBody>
          <a:bodyPr wrap="square" lIns="0" tIns="0" rIns="0" bIns="0" rtlCol="0"/>
          <a:lstStyle/>
          <a:p>
            <a:endParaRPr lang="es-419" noProof="0" dirty="0"/>
          </a:p>
        </p:txBody>
      </p:sp>
      <p:sp>
        <p:nvSpPr>
          <p:cNvPr id="24" name="object 24"/>
          <p:cNvSpPr/>
          <p:nvPr/>
        </p:nvSpPr>
        <p:spPr>
          <a:xfrm>
            <a:off x="429403" y="9676555"/>
            <a:ext cx="114300" cy="0"/>
          </a:xfrm>
          <a:custGeom>
            <a:avLst/>
            <a:gdLst/>
            <a:ahLst/>
            <a:cxnLst/>
            <a:rect l="l" t="t" r="r" b="b"/>
            <a:pathLst>
              <a:path w="114300">
                <a:moveTo>
                  <a:pt x="0" y="0"/>
                </a:moveTo>
                <a:lnTo>
                  <a:pt x="113766" y="0"/>
                </a:lnTo>
              </a:path>
            </a:pathLst>
          </a:custGeom>
          <a:ln w="27939">
            <a:solidFill>
              <a:srgbClr val="FFFFFF"/>
            </a:solidFill>
          </a:ln>
        </p:spPr>
        <p:txBody>
          <a:bodyPr wrap="square" lIns="0" tIns="0" rIns="0" bIns="0" rtlCol="0"/>
          <a:lstStyle/>
          <a:p>
            <a:endParaRPr lang="es-419" noProof="0" dirty="0"/>
          </a:p>
        </p:txBody>
      </p:sp>
      <p:sp>
        <p:nvSpPr>
          <p:cNvPr id="25" name="object 25"/>
          <p:cNvSpPr/>
          <p:nvPr/>
        </p:nvSpPr>
        <p:spPr>
          <a:xfrm>
            <a:off x="429403" y="9614324"/>
            <a:ext cx="21590" cy="48260"/>
          </a:xfrm>
          <a:custGeom>
            <a:avLst/>
            <a:gdLst/>
            <a:ahLst/>
            <a:cxnLst/>
            <a:rect l="l" t="t" r="r" b="b"/>
            <a:pathLst>
              <a:path w="21590" h="48259">
                <a:moveTo>
                  <a:pt x="0" y="48259"/>
                </a:moveTo>
                <a:lnTo>
                  <a:pt x="20973" y="48259"/>
                </a:lnTo>
                <a:lnTo>
                  <a:pt x="20973" y="0"/>
                </a:lnTo>
                <a:lnTo>
                  <a:pt x="0" y="0"/>
                </a:lnTo>
                <a:lnTo>
                  <a:pt x="0" y="48259"/>
                </a:lnTo>
                <a:close/>
              </a:path>
            </a:pathLst>
          </a:custGeom>
          <a:solidFill>
            <a:srgbClr val="FFFFFF"/>
          </a:solidFill>
        </p:spPr>
        <p:txBody>
          <a:bodyPr wrap="square" lIns="0" tIns="0" rIns="0" bIns="0" rtlCol="0"/>
          <a:lstStyle/>
          <a:p>
            <a:endParaRPr lang="es-419" noProof="0" dirty="0"/>
          </a:p>
        </p:txBody>
      </p:sp>
      <p:sp>
        <p:nvSpPr>
          <p:cNvPr id="26" name="object 26"/>
          <p:cNvSpPr/>
          <p:nvPr/>
        </p:nvSpPr>
        <p:spPr>
          <a:xfrm>
            <a:off x="473559" y="9616600"/>
            <a:ext cx="21590" cy="45720"/>
          </a:xfrm>
          <a:custGeom>
            <a:avLst/>
            <a:gdLst/>
            <a:ahLst/>
            <a:cxnLst/>
            <a:rect l="l" t="t" r="r" b="b"/>
            <a:pathLst>
              <a:path w="21590" h="45720">
                <a:moveTo>
                  <a:pt x="21140" y="0"/>
                </a:moveTo>
                <a:lnTo>
                  <a:pt x="0" y="0"/>
                </a:lnTo>
                <a:lnTo>
                  <a:pt x="0" y="45464"/>
                </a:lnTo>
                <a:lnTo>
                  <a:pt x="21140" y="45464"/>
                </a:lnTo>
                <a:lnTo>
                  <a:pt x="21140" y="0"/>
                </a:lnTo>
                <a:close/>
              </a:path>
            </a:pathLst>
          </a:custGeom>
          <a:solidFill>
            <a:srgbClr val="FFFFFF"/>
          </a:solidFill>
        </p:spPr>
        <p:txBody>
          <a:bodyPr wrap="square" lIns="0" tIns="0" rIns="0" bIns="0" rtlCol="0"/>
          <a:lstStyle/>
          <a:p>
            <a:endParaRPr lang="es-419" noProof="0" dirty="0"/>
          </a:p>
        </p:txBody>
      </p:sp>
      <p:sp>
        <p:nvSpPr>
          <p:cNvPr id="27" name="object 27"/>
          <p:cNvSpPr/>
          <p:nvPr/>
        </p:nvSpPr>
        <p:spPr>
          <a:xfrm>
            <a:off x="521872" y="9613103"/>
            <a:ext cx="21590" cy="49530"/>
          </a:xfrm>
          <a:custGeom>
            <a:avLst/>
            <a:gdLst/>
            <a:ahLst/>
            <a:cxnLst/>
            <a:rect l="l" t="t" r="r" b="b"/>
            <a:pathLst>
              <a:path w="21590" h="49529">
                <a:moveTo>
                  <a:pt x="21297" y="0"/>
                </a:moveTo>
                <a:lnTo>
                  <a:pt x="0" y="0"/>
                </a:lnTo>
                <a:lnTo>
                  <a:pt x="0" y="48961"/>
                </a:lnTo>
                <a:lnTo>
                  <a:pt x="21297" y="48961"/>
                </a:lnTo>
                <a:lnTo>
                  <a:pt x="21297" y="0"/>
                </a:lnTo>
                <a:close/>
              </a:path>
            </a:pathLst>
          </a:custGeom>
          <a:solidFill>
            <a:srgbClr val="FFFFFF"/>
          </a:solidFill>
        </p:spPr>
        <p:txBody>
          <a:bodyPr wrap="square" lIns="0" tIns="0" rIns="0" bIns="0" rtlCol="0"/>
          <a:lstStyle/>
          <a:p>
            <a:endParaRPr lang="es-419" noProof="0" dirty="0"/>
          </a:p>
        </p:txBody>
      </p:sp>
      <p:sp>
        <p:nvSpPr>
          <p:cNvPr id="28" name="object 28"/>
          <p:cNvSpPr/>
          <p:nvPr/>
        </p:nvSpPr>
        <p:spPr>
          <a:xfrm>
            <a:off x="429403" y="9483154"/>
            <a:ext cx="114300" cy="111760"/>
          </a:xfrm>
          <a:custGeom>
            <a:avLst/>
            <a:gdLst/>
            <a:ahLst/>
            <a:cxnLst/>
            <a:rect l="l" t="t" r="r" b="b"/>
            <a:pathLst>
              <a:path w="114300" h="111759">
                <a:moveTo>
                  <a:pt x="56846" y="0"/>
                </a:moveTo>
                <a:lnTo>
                  <a:pt x="16181" y="17000"/>
                </a:lnTo>
                <a:lnTo>
                  <a:pt x="691" y="52798"/>
                </a:lnTo>
                <a:lnTo>
                  <a:pt x="0" y="69045"/>
                </a:lnTo>
                <a:lnTo>
                  <a:pt x="0" y="111734"/>
                </a:lnTo>
                <a:lnTo>
                  <a:pt x="113766" y="111734"/>
                </a:lnTo>
                <a:lnTo>
                  <a:pt x="113766" y="83274"/>
                </a:lnTo>
                <a:lnTo>
                  <a:pt x="23015" y="83274"/>
                </a:lnTo>
                <a:lnTo>
                  <a:pt x="23115" y="60876"/>
                </a:lnTo>
                <a:lnTo>
                  <a:pt x="49709" y="29848"/>
                </a:lnTo>
                <a:lnTo>
                  <a:pt x="56846" y="29276"/>
                </a:lnTo>
                <a:lnTo>
                  <a:pt x="106849" y="29276"/>
                </a:lnTo>
                <a:lnTo>
                  <a:pt x="105148" y="26596"/>
                </a:lnTo>
                <a:lnTo>
                  <a:pt x="71347" y="1709"/>
                </a:lnTo>
                <a:lnTo>
                  <a:pt x="64272" y="427"/>
                </a:lnTo>
                <a:lnTo>
                  <a:pt x="56846" y="0"/>
                </a:lnTo>
                <a:close/>
              </a:path>
              <a:path w="114300" h="111759">
                <a:moveTo>
                  <a:pt x="106849" y="29276"/>
                </a:moveTo>
                <a:lnTo>
                  <a:pt x="56846" y="29276"/>
                </a:lnTo>
                <a:lnTo>
                  <a:pt x="63982" y="29848"/>
                </a:lnTo>
                <a:lnTo>
                  <a:pt x="70435" y="31563"/>
                </a:lnTo>
                <a:lnTo>
                  <a:pt x="90751" y="83274"/>
                </a:lnTo>
                <a:lnTo>
                  <a:pt x="113766" y="83274"/>
                </a:lnTo>
                <a:lnTo>
                  <a:pt x="111776" y="42773"/>
                </a:lnTo>
                <a:lnTo>
                  <a:pt x="108237" y="31465"/>
                </a:lnTo>
                <a:lnTo>
                  <a:pt x="106849" y="29276"/>
                </a:lnTo>
                <a:close/>
              </a:path>
            </a:pathLst>
          </a:custGeom>
          <a:solidFill>
            <a:srgbClr val="FFFFFF"/>
          </a:solidFill>
        </p:spPr>
        <p:txBody>
          <a:bodyPr wrap="square" lIns="0" tIns="0" rIns="0" bIns="0" rtlCol="0"/>
          <a:lstStyle/>
          <a:p>
            <a:endParaRPr lang="es-419" noProof="0" dirty="0"/>
          </a:p>
        </p:txBody>
      </p:sp>
      <p:sp>
        <p:nvSpPr>
          <p:cNvPr id="29" name="object 29"/>
          <p:cNvSpPr/>
          <p:nvPr/>
        </p:nvSpPr>
        <p:spPr>
          <a:xfrm>
            <a:off x="429398" y="9359547"/>
            <a:ext cx="116205" cy="107950"/>
          </a:xfrm>
          <a:custGeom>
            <a:avLst/>
            <a:gdLst/>
            <a:ahLst/>
            <a:cxnLst/>
            <a:rect l="l" t="t" r="r" b="b"/>
            <a:pathLst>
              <a:path w="116204" h="107950">
                <a:moveTo>
                  <a:pt x="65139" y="0"/>
                </a:moveTo>
                <a:lnTo>
                  <a:pt x="0" y="0"/>
                </a:lnTo>
                <a:lnTo>
                  <a:pt x="0" y="28459"/>
                </a:lnTo>
                <a:lnTo>
                  <a:pt x="73107" y="28459"/>
                </a:lnTo>
                <a:lnTo>
                  <a:pt x="80049" y="30606"/>
                </a:lnTo>
                <a:lnTo>
                  <a:pt x="89599" y="39171"/>
                </a:lnTo>
                <a:lnTo>
                  <a:pt x="91976" y="45401"/>
                </a:lnTo>
                <a:lnTo>
                  <a:pt x="91976" y="61830"/>
                </a:lnTo>
                <a:lnTo>
                  <a:pt x="89578" y="68113"/>
                </a:lnTo>
                <a:lnTo>
                  <a:pt x="79987" y="76793"/>
                </a:lnTo>
                <a:lnTo>
                  <a:pt x="73055" y="78960"/>
                </a:lnTo>
                <a:lnTo>
                  <a:pt x="0" y="78960"/>
                </a:lnTo>
                <a:lnTo>
                  <a:pt x="0" y="107588"/>
                </a:lnTo>
                <a:lnTo>
                  <a:pt x="65139" y="107588"/>
                </a:lnTo>
                <a:lnTo>
                  <a:pt x="76434" y="106700"/>
                </a:lnTo>
                <a:lnTo>
                  <a:pt x="108289" y="85599"/>
                </a:lnTo>
                <a:lnTo>
                  <a:pt x="115807" y="53830"/>
                </a:lnTo>
                <a:lnTo>
                  <a:pt x="114973" y="41810"/>
                </a:lnTo>
                <a:lnTo>
                  <a:pt x="95082" y="7977"/>
                </a:lnTo>
                <a:lnTo>
                  <a:pt x="76434" y="885"/>
                </a:lnTo>
                <a:lnTo>
                  <a:pt x="65139" y="0"/>
                </a:lnTo>
                <a:close/>
              </a:path>
            </a:pathLst>
          </a:custGeom>
          <a:solidFill>
            <a:srgbClr val="FFFFFF"/>
          </a:solidFill>
        </p:spPr>
        <p:txBody>
          <a:bodyPr wrap="square" lIns="0" tIns="0" rIns="0" bIns="0" rtlCol="0"/>
          <a:lstStyle/>
          <a:p>
            <a:endParaRPr lang="es-419" noProof="0" dirty="0"/>
          </a:p>
        </p:txBody>
      </p:sp>
      <p:sp>
        <p:nvSpPr>
          <p:cNvPr id="30" name="object 30"/>
          <p:cNvSpPr/>
          <p:nvPr/>
        </p:nvSpPr>
        <p:spPr>
          <a:xfrm>
            <a:off x="427474" y="9238293"/>
            <a:ext cx="118110" cy="105410"/>
          </a:xfrm>
          <a:custGeom>
            <a:avLst/>
            <a:gdLst/>
            <a:ahLst/>
            <a:cxnLst/>
            <a:rect l="l" t="t" r="r" b="b"/>
            <a:pathLst>
              <a:path w="118109" h="105409">
                <a:moveTo>
                  <a:pt x="35922" y="973"/>
                </a:moveTo>
                <a:lnTo>
                  <a:pt x="730" y="27119"/>
                </a:lnTo>
                <a:lnTo>
                  <a:pt x="0" y="41150"/>
                </a:lnTo>
                <a:lnTo>
                  <a:pt x="989" y="54630"/>
                </a:lnTo>
                <a:lnTo>
                  <a:pt x="24956" y="95284"/>
                </a:lnTo>
                <a:lnTo>
                  <a:pt x="58937" y="105232"/>
                </a:lnTo>
                <a:lnTo>
                  <a:pt x="67335" y="105232"/>
                </a:lnTo>
                <a:lnTo>
                  <a:pt x="101750" y="87547"/>
                </a:lnTo>
                <a:lnTo>
                  <a:pt x="110653" y="75955"/>
                </a:lnTo>
                <a:lnTo>
                  <a:pt x="58937" y="75955"/>
                </a:lnTo>
                <a:lnTo>
                  <a:pt x="51165" y="75337"/>
                </a:lnTo>
                <a:lnTo>
                  <a:pt x="24382" y="47113"/>
                </a:lnTo>
                <a:lnTo>
                  <a:pt x="23797" y="38951"/>
                </a:lnTo>
                <a:lnTo>
                  <a:pt x="23797" y="32616"/>
                </a:lnTo>
                <a:lnTo>
                  <a:pt x="24802" y="26260"/>
                </a:lnTo>
                <a:lnTo>
                  <a:pt x="28812" y="13580"/>
                </a:lnTo>
                <a:lnTo>
                  <a:pt x="31860" y="7266"/>
                </a:lnTo>
                <a:lnTo>
                  <a:pt x="35922" y="973"/>
                </a:lnTo>
                <a:close/>
              </a:path>
              <a:path w="118109" h="105409">
                <a:moveTo>
                  <a:pt x="106182" y="0"/>
                </a:moveTo>
                <a:lnTo>
                  <a:pt x="79586" y="0"/>
                </a:lnTo>
                <a:lnTo>
                  <a:pt x="84308" y="6827"/>
                </a:lnTo>
                <a:lnTo>
                  <a:pt x="87868" y="13695"/>
                </a:lnTo>
                <a:lnTo>
                  <a:pt x="92695" y="27465"/>
                </a:lnTo>
                <a:lnTo>
                  <a:pt x="93824" y="33883"/>
                </a:lnTo>
                <a:lnTo>
                  <a:pt x="93900" y="41150"/>
                </a:lnTo>
                <a:lnTo>
                  <a:pt x="93305" y="48713"/>
                </a:lnTo>
                <a:lnTo>
                  <a:pt x="58937" y="75955"/>
                </a:lnTo>
                <a:lnTo>
                  <a:pt x="110653" y="75955"/>
                </a:lnTo>
                <a:lnTo>
                  <a:pt x="110946" y="75474"/>
                </a:lnTo>
                <a:lnTo>
                  <a:pt x="116370" y="60574"/>
                </a:lnTo>
                <a:lnTo>
                  <a:pt x="117731" y="52396"/>
                </a:lnTo>
                <a:lnTo>
                  <a:pt x="117731" y="35642"/>
                </a:lnTo>
                <a:lnTo>
                  <a:pt x="116778" y="28145"/>
                </a:lnTo>
                <a:lnTo>
                  <a:pt x="113021" y="13947"/>
                </a:lnTo>
                <a:lnTo>
                  <a:pt x="112888" y="13580"/>
                </a:lnTo>
                <a:lnTo>
                  <a:pt x="110088" y="6827"/>
                </a:lnTo>
                <a:lnTo>
                  <a:pt x="106182" y="0"/>
                </a:lnTo>
                <a:close/>
              </a:path>
            </a:pathLst>
          </a:custGeom>
          <a:solidFill>
            <a:srgbClr val="FFFFFF"/>
          </a:solidFill>
        </p:spPr>
        <p:txBody>
          <a:bodyPr wrap="square" lIns="0" tIns="0" rIns="0" bIns="0" rtlCol="0"/>
          <a:lstStyle/>
          <a:p>
            <a:endParaRPr lang="es-419" noProof="0" dirty="0"/>
          </a:p>
        </p:txBody>
      </p:sp>
      <p:sp>
        <p:nvSpPr>
          <p:cNvPr id="31" name="object 31"/>
          <p:cNvSpPr/>
          <p:nvPr/>
        </p:nvSpPr>
        <p:spPr>
          <a:xfrm>
            <a:off x="429402" y="9109151"/>
            <a:ext cx="114300" cy="127000"/>
          </a:xfrm>
          <a:custGeom>
            <a:avLst/>
            <a:gdLst/>
            <a:ahLst/>
            <a:cxnLst/>
            <a:rect l="l" t="t" r="r" b="b"/>
            <a:pathLst>
              <a:path w="114300" h="127000">
                <a:moveTo>
                  <a:pt x="113766" y="0"/>
                </a:moveTo>
                <a:lnTo>
                  <a:pt x="0" y="44323"/>
                </a:lnTo>
                <a:lnTo>
                  <a:pt x="0" y="77170"/>
                </a:lnTo>
                <a:lnTo>
                  <a:pt x="113766" y="126781"/>
                </a:lnTo>
                <a:lnTo>
                  <a:pt x="113766" y="96447"/>
                </a:lnTo>
                <a:lnTo>
                  <a:pt x="91651" y="87337"/>
                </a:lnTo>
                <a:lnTo>
                  <a:pt x="91651" y="79128"/>
                </a:lnTo>
                <a:lnTo>
                  <a:pt x="72133" y="79128"/>
                </a:lnTo>
                <a:lnTo>
                  <a:pt x="28868" y="61474"/>
                </a:lnTo>
                <a:lnTo>
                  <a:pt x="72133" y="45537"/>
                </a:lnTo>
                <a:lnTo>
                  <a:pt x="91651" y="45537"/>
                </a:lnTo>
                <a:lnTo>
                  <a:pt x="91651" y="38302"/>
                </a:lnTo>
                <a:lnTo>
                  <a:pt x="113766" y="30177"/>
                </a:lnTo>
                <a:lnTo>
                  <a:pt x="113766" y="0"/>
                </a:lnTo>
                <a:close/>
              </a:path>
              <a:path w="114300" h="127000">
                <a:moveTo>
                  <a:pt x="91651" y="45537"/>
                </a:moveTo>
                <a:lnTo>
                  <a:pt x="72133" y="45537"/>
                </a:lnTo>
                <a:lnTo>
                  <a:pt x="72133" y="79128"/>
                </a:lnTo>
                <a:lnTo>
                  <a:pt x="91651" y="79128"/>
                </a:lnTo>
                <a:lnTo>
                  <a:pt x="91651" y="45537"/>
                </a:lnTo>
                <a:close/>
              </a:path>
            </a:pathLst>
          </a:custGeom>
          <a:solidFill>
            <a:srgbClr val="FFFFFF"/>
          </a:solidFill>
        </p:spPr>
        <p:txBody>
          <a:bodyPr wrap="square" lIns="0" tIns="0" rIns="0" bIns="0" rtlCol="0"/>
          <a:lstStyle/>
          <a:p>
            <a:endParaRPr lang="es-419" noProof="0" dirty="0"/>
          </a:p>
        </p:txBody>
      </p:sp>
      <p:sp>
        <p:nvSpPr>
          <p:cNvPr id="32" name="object 32"/>
          <p:cNvSpPr/>
          <p:nvPr/>
        </p:nvSpPr>
        <p:spPr>
          <a:xfrm>
            <a:off x="427474" y="9004656"/>
            <a:ext cx="118110" cy="105410"/>
          </a:xfrm>
          <a:custGeom>
            <a:avLst/>
            <a:gdLst/>
            <a:ahLst/>
            <a:cxnLst/>
            <a:rect l="l" t="t" r="r" b="b"/>
            <a:pathLst>
              <a:path w="118109" h="105409">
                <a:moveTo>
                  <a:pt x="35922" y="973"/>
                </a:moveTo>
                <a:lnTo>
                  <a:pt x="730" y="27119"/>
                </a:lnTo>
                <a:lnTo>
                  <a:pt x="0" y="41150"/>
                </a:lnTo>
                <a:lnTo>
                  <a:pt x="989" y="54630"/>
                </a:lnTo>
                <a:lnTo>
                  <a:pt x="24956" y="95284"/>
                </a:lnTo>
                <a:lnTo>
                  <a:pt x="58937" y="105232"/>
                </a:lnTo>
                <a:lnTo>
                  <a:pt x="67335" y="105232"/>
                </a:lnTo>
                <a:lnTo>
                  <a:pt x="101740" y="87547"/>
                </a:lnTo>
                <a:lnTo>
                  <a:pt x="110652" y="75955"/>
                </a:lnTo>
                <a:lnTo>
                  <a:pt x="58937" y="75955"/>
                </a:lnTo>
                <a:lnTo>
                  <a:pt x="51165" y="75337"/>
                </a:lnTo>
                <a:lnTo>
                  <a:pt x="24382" y="47113"/>
                </a:lnTo>
                <a:lnTo>
                  <a:pt x="23797" y="38951"/>
                </a:lnTo>
                <a:lnTo>
                  <a:pt x="23797" y="32606"/>
                </a:lnTo>
                <a:lnTo>
                  <a:pt x="24802" y="26260"/>
                </a:lnTo>
                <a:lnTo>
                  <a:pt x="28812" y="13580"/>
                </a:lnTo>
                <a:lnTo>
                  <a:pt x="31860" y="7266"/>
                </a:lnTo>
                <a:lnTo>
                  <a:pt x="35922" y="973"/>
                </a:lnTo>
                <a:close/>
              </a:path>
              <a:path w="118109" h="105409">
                <a:moveTo>
                  <a:pt x="106182" y="0"/>
                </a:moveTo>
                <a:lnTo>
                  <a:pt x="79586" y="0"/>
                </a:lnTo>
                <a:lnTo>
                  <a:pt x="84308" y="6827"/>
                </a:lnTo>
                <a:lnTo>
                  <a:pt x="87868" y="13685"/>
                </a:lnTo>
                <a:lnTo>
                  <a:pt x="92695" y="27465"/>
                </a:lnTo>
                <a:lnTo>
                  <a:pt x="93824" y="33883"/>
                </a:lnTo>
                <a:lnTo>
                  <a:pt x="93900" y="41150"/>
                </a:lnTo>
                <a:lnTo>
                  <a:pt x="93305" y="48709"/>
                </a:lnTo>
                <a:lnTo>
                  <a:pt x="58937" y="75955"/>
                </a:lnTo>
                <a:lnTo>
                  <a:pt x="110652" y="75955"/>
                </a:lnTo>
                <a:lnTo>
                  <a:pt x="110946" y="75474"/>
                </a:lnTo>
                <a:lnTo>
                  <a:pt x="116370" y="60574"/>
                </a:lnTo>
                <a:lnTo>
                  <a:pt x="117731" y="52396"/>
                </a:lnTo>
                <a:lnTo>
                  <a:pt x="117731" y="35642"/>
                </a:lnTo>
                <a:lnTo>
                  <a:pt x="116778" y="28135"/>
                </a:lnTo>
                <a:lnTo>
                  <a:pt x="113021" y="13947"/>
                </a:lnTo>
                <a:lnTo>
                  <a:pt x="112888" y="13580"/>
                </a:lnTo>
                <a:lnTo>
                  <a:pt x="110088" y="6827"/>
                </a:lnTo>
                <a:lnTo>
                  <a:pt x="106182" y="0"/>
                </a:lnTo>
                <a:close/>
              </a:path>
            </a:pathLst>
          </a:custGeom>
          <a:solidFill>
            <a:srgbClr val="FFFFFF"/>
          </a:solidFill>
        </p:spPr>
        <p:txBody>
          <a:bodyPr wrap="square" lIns="0" tIns="0" rIns="0" bIns="0" rtlCol="0"/>
          <a:lstStyle/>
          <a:p>
            <a:endParaRPr lang="es-419" noProof="0" dirty="0"/>
          </a:p>
        </p:txBody>
      </p:sp>
      <p:sp>
        <p:nvSpPr>
          <p:cNvPr id="33" name="object 33"/>
          <p:cNvSpPr/>
          <p:nvPr/>
        </p:nvSpPr>
        <p:spPr>
          <a:xfrm>
            <a:off x="429400" y="8972323"/>
            <a:ext cx="114300" cy="0"/>
          </a:xfrm>
          <a:custGeom>
            <a:avLst/>
            <a:gdLst/>
            <a:ahLst/>
            <a:cxnLst/>
            <a:rect l="l" t="t" r="r" b="b"/>
            <a:pathLst>
              <a:path w="114300">
                <a:moveTo>
                  <a:pt x="0" y="0"/>
                </a:moveTo>
                <a:lnTo>
                  <a:pt x="113766" y="0"/>
                </a:lnTo>
              </a:path>
            </a:pathLst>
          </a:custGeom>
          <a:ln w="29360">
            <a:solidFill>
              <a:srgbClr val="FFFFFF"/>
            </a:solidFill>
          </a:ln>
        </p:spPr>
        <p:txBody>
          <a:bodyPr wrap="square" lIns="0" tIns="0" rIns="0" bIns="0" rtlCol="0"/>
          <a:lstStyle/>
          <a:p>
            <a:endParaRPr lang="es-419" noProof="0" dirty="0"/>
          </a:p>
        </p:txBody>
      </p:sp>
      <p:sp>
        <p:nvSpPr>
          <p:cNvPr id="34" name="object 34"/>
          <p:cNvSpPr/>
          <p:nvPr/>
        </p:nvSpPr>
        <p:spPr>
          <a:xfrm>
            <a:off x="390112" y="8816556"/>
            <a:ext cx="155575" cy="123825"/>
          </a:xfrm>
          <a:custGeom>
            <a:avLst/>
            <a:gdLst/>
            <a:ahLst/>
            <a:cxnLst/>
            <a:rect l="l" t="t" r="r" b="b"/>
            <a:pathLst>
              <a:path w="155575" h="123825">
                <a:moveTo>
                  <a:pt x="0" y="39192"/>
                </a:moveTo>
                <a:lnTo>
                  <a:pt x="0" y="57254"/>
                </a:lnTo>
                <a:lnTo>
                  <a:pt x="28313" y="73840"/>
                </a:lnTo>
                <a:lnTo>
                  <a:pt x="28313" y="63181"/>
                </a:lnTo>
                <a:lnTo>
                  <a:pt x="0" y="39192"/>
                </a:lnTo>
                <a:close/>
              </a:path>
              <a:path w="155575" h="123825">
                <a:moveTo>
                  <a:pt x="104698" y="0"/>
                </a:moveTo>
                <a:lnTo>
                  <a:pt x="87840" y="0"/>
                </a:lnTo>
                <a:lnTo>
                  <a:pt x="80018" y="1507"/>
                </a:lnTo>
                <a:lnTo>
                  <a:pt x="48239" y="23569"/>
                </a:lnTo>
                <a:lnTo>
                  <a:pt x="37568" y="52511"/>
                </a:lnTo>
                <a:lnTo>
                  <a:pt x="37577" y="71453"/>
                </a:lnTo>
                <a:lnTo>
                  <a:pt x="59244" y="111860"/>
                </a:lnTo>
                <a:lnTo>
                  <a:pt x="87840" y="123776"/>
                </a:lnTo>
                <a:lnTo>
                  <a:pt x="104698" y="123776"/>
                </a:lnTo>
                <a:lnTo>
                  <a:pt x="144225" y="100143"/>
                </a:lnTo>
                <a:lnTo>
                  <a:pt x="147742" y="94499"/>
                </a:lnTo>
                <a:lnTo>
                  <a:pt x="96290" y="94499"/>
                </a:lnTo>
                <a:lnTo>
                  <a:pt x="88988" y="93926"/>
                </a:lnTo>
                <a:lnTo>
                  <a:pt x="61327" y="71453"/>
                </a:lnTo>
                <a:lnTo>
                  <a:pt x="61327" y="52511"/>
                </a:lnTo>
                <a:lnTo>
                  <a:pt x="96290" y="29444"/>
                </a:lnTo>
                <a:lnTo>
                  <a:pt x="147772" y="29444"/>
                </a:lnTo>
                <a:lnTo>
                  <a:pt x="144163" y="23632"/>
                </a:lnTo>
                <a:lnTo>
                  <a:pt x="133221" y="11957"/>
                </a:lnTo>
                <a:lnTo>
                  <a:pt x="126865" y="7528"/>
                </a:lnTo>
                <a:lnTo>
                  <a:pt x="112488" y="1507"/>
                </a:lnTo>
                <a:lnTo>
                  <a:pt x="104698" y="0"/>
                </a:lnTo>
                <a:close/>
              </a:path>
              <a:path w="155575" h="123825">
                <a:moveTo>
                  <a:pt x="147772" y="29444"/>
                </a:moveTo>
                <a:lnTo>
                  <a:pt x="96290" y="29444"/>
                </a:lnTo>
                <a:lnTo>
                  <a:pt x="103560" y="30015"/>
                </a:lnTo>
                <a:lnTo>
                  <a:pt x="110152" y="31730"/>
                </a:lnTo>
                <a:lnTo>
                  <a:pt x="116066" y="34590"/>
                </a:lnTo>
                <a:lnTo>
                  <a:pt x="121305" y="38595"/>
                </a:lnTo>
                <a:lnTo>
                  <a:pt x="127839" y="44710"/>
                </a:lnTo>
                <a:lnTo>
                  <a:pt x="131105" y="52511"/>
                </a:lnTo>
                <a:lnTo>
                  <a:pt x="131105" y="71453"/>
                </a:lnTo>
                <a:lnTo>
                  <a:pt x="96290" y="94499"/>
                </a:lnTo>
                <a:lnTo>
                  <a:pt x="147742" y="94499"/>
                </a:lnTo>
                <a:lnTo>
                  <a:pt x="148309" y="93588"/>
                </a:lnTo>
                <a:lnTo>
                  <a:pt x="153733" y="79002"/>
                </a:lnTo>
                <a:lnTo>
                  <a:pt x="155003" y="71453"/>
                </a:lnTo>
                <a:lnTo>
                  <a:pt x="155003" y="52511"/>
                </a:lnTo>
                <a:lnTo>
                  <a:pt x="153723" y="44909"/>
                </a:lnTo>
                <a:lnTo>
                  <a:pt x="148246" y="30208"/>
                </a:lnTo>
                <a:lnTo>
                  <a:pt x="147772" y="29444"/>
                </a:lnTo>
                <a:close/>
              </a:path>
            </a:pathLst>
          </a:custGeom>
          <a:solidFill>
            <a:srgbClr val="FFFFFF"/>
          </a:solidFill>
        </p:spPr>
        <p:txBody>
          <a:bodyPr wrap="square" lIns="0" tIns="0" rIns="0" bIns="0" rtlCol="0"/>
          <a:lstStyle/>
          <a:p>
            <a:endParaRPr lang="es-419" noProof="0" dirty="0"/>
          </a:p>
        </p:txBody>
      </p:sp>
      <p:sp>
        <p:nvSpPr>
          <p:cNvPr id="35" name="object 35"/>
          <p:cNvSpPr/>
          <p:nvPr/>
        </p:nvSpPr>
        <p:spPr>
          <a:xfrm>
            <a:off x="429396" y="8685872"/>
            <a:ext cx="114300" cy="114300"/>
          </a:xfrm>
          <a:custGeom>
            <a:avLst/>
            <a:gdLst/>
            <a:ahLst/>
            <a:cxnLst/>
            <a:rect l="l" t="t" r="r" b="b"/>
            <a:pathLst>
              <a:path w="114300" h="114300">
                <a:moveTo>
                  <a:pt x="113776" y="0"/>
                </a:moveTo>
                <a:lnTo>
                  <a:pt x="0" y="0"/>
                </a:lnTo>
                <a:lnTo>
                  <a:pt x="0" y="28135"/>
                </a:lnTo>
                <a:lnTo>
                  <a:pt x="67819" y="28135"/>
                </a:lnTo>
                <a:lnTo>
                  <a:pt x="0" y="89128"/>
                </a:lnTo>
                <a:lnTo>
                  <a:pt x="0" y="114101"/>
                </a:lnTo>
                <a:lnTo>
                  <a:pt x="113776" y="114101"/>
                </a:lnTo>
                <a:lnTo>
                  <a:pt x="113776" y="85955"/>
                </a:lnTo>
                <a:lnTo>
                  <a:pt x="42291" y="85955"/>
                </a:lnTo>
                <a:lnTo>
                  <a:pt x="113776" y="22282"/>
                </a:lnTo>
                <a:lnTo>
                  <a:pt x="113776" y="0"/>
                </a:lnTo>
                <a:close/>
              </a:path>
            </a:pathLst>
          </a:custGeom>
          <a:solidFill>
            <a:srgbClr val="FFFFFF"/>
          </a:solidFill>
        </p:spPr>
        <p:txBody>
          <a:bodyPr wrap="square" lIns="0" tIns="0" rIns="0" bIns="0" rtlCol="0"/>
          <a:lstStyle/>
          <a:p>
            <a:endParaRPr lang="es-419" noProof="0" dirty="0"/>
          </a:p>
        </p:txBody>
      </p:sp>
      <p:sp>
        <p:nvSpPr>
          <p:cNvPr id="36" name="object 36"/>
          <p:cNvSpPr/>
          <p:nvPr/>
        </p:nvSpPr>
        <p:spPr>
          <a:xfrm>
            <a:off x="568370" y="8652071"/>
            <a:ext cx="0" cy="2137410"/>
          </a:xfrm>
          <a:custGeom>
            <a:avLst/>
            <a:gdLst/>
            <a:ahLst/>
            <a:cxnLst/>
            <a:rect l="l" t="t" r="r" b="b"/>
            <a:pathLst>
              <a:path h="2137409">
                <a:moveTo>
                  <a:pt x="0" y="0"/>
                </a:moveTo>
                <a:lnTo>
                  <a:pt x="0" y="2137044"/>
                </a:lnTo>
              </a:path>
            </a:pathLst>
          </a:custGeom>
          <a:ln w="14868">
            <a:solidFill>
              <a:srgbClr val="FFFFFF"/>
            </a:solidFill>
          </a:ln>
        </p:spPr>
        <p:txBody>
          <a:bodyPr wrap="square" lIns="0" tIns="0" rIns="0" bIns="0" rtlCol="0"/>
          <a:lstStyle/>
          <a:p>
            <a:endParaRPr lang="es-419" noProof="0" dirty="0"/>
          </a:p>
        </p:txBody>
      </p:sp>
      <p:sp>
        <p:nvSpPr>
          <p:cNvPr id="37" name="object 37"/>
          <p:cNvSpPr/>
          <p:nvPr/>
        </p:nvSpPr>
        <p:spPr>
          <a:xfrm>
            <a:off x="379957" y="8652071"/>
            <a:ext cx="0" cy="2137410"/>
          </a:xfrm>
          <a:custGeom>
            <a:avLst/>
            <a:gdLst/>
            <a:ahLst/>
            <a:cxnLst/>
            <a:rect l="l" t="t" r="r" b="b"/>
            <a:pathLst>
              <a:path h="2137409">
                <a:moveTo>
                  <a:pt x="0" y="0"/>
                </a:moveTo>
                <a:lnTo>
                  <a:pt x="0" y="2137044"/>
                </a:lnTo>
              </a:path>
            </a:pathLst>
          </a:custGeom>
          <a:ln w="5570">
            <a:solidFill>
              <a:srgbClr val="FFFFFF"/>
            </a:solidFill>
          </a:ln>
        </p:spPr>
        <p:txBody>
          <a:bodyPr wrap="square" lIns="0" tIns="0" rIns="0" bIns="0" rtlCol="0"/>
          <a:lstStyle/>
          <a:p>
            <a:endParaRPr lang="es-419" noProof="0" dirty="0"/>
          </a:p>
        </p:txBody>
      </p:sp>
      <p:sp>
        <p:nvSpPr>
          <p:cNvPr id="38" name="object 38"/>
          <p:cNvSpPr txBox="1">
            <a:spLocks noGrp="1"/>
          </p:cNvSpPr>
          <p:nvPr>
            <p:ph type="title"/>
          </p:nvPr>
        </p:nvSpPr>
        <p:spPr>
          <a:xfrm>
            <a:off x="1682715" y="1022818"/>
            <a:ext cx="12788936" cy="5831725"/>
          </a:xfrm>
          <a:prstGeom prst="rect">
            <a:avLst/>
          </a:prstGeom>
        </p:spPr>
        <p:txBody>
          <a:bodyPr vert="horz" wrap="square" lIns="0" tIns="14605" rIns="0" bIns="0" rtlCol="0">
            <a:spAutoFit/>
          </a:bodyPr>
          <a:lstStyle/>
          <a:p>
            <a:pPr marL="12700">
              <a:lnSpc>
                <a:spcPct val="100000"/>
              </a:lnSpc>
              <a:spcBef>
                <a:spcPts val="115"/>
              </a:spcBef>
            </a:pPr>
            <a:r>
              <a:rPr lang="es-419" sz="17300" spc="-340" noProof="0" dirty="0"/>
              <a:t>Arquitectura Empresarial</a:t>
            </a:r>
            <a:br>
              <a:rPr lang="es-419" sz="17300" spc="-340" noProof="0" dirty="0"/>
            </a:br>
            <a:r>
              <a:rPr lang="es-419" sz="3200" spc="-340" noProof="0" dirty="0"/>
              <a:t>Introducción a la Arquitectura Empresarial</a:t>
            </a:r>
            <a:endParaRPr lang="es-419" sz="17300" noProof="0" dirty="0"/>
          </a:p>
        </p:txBody>
      </p:sp>
      <p:sp>
        <p:nvSpPr>
          <p:cNvPr id="39" name="object 39"/>
          <p:cNvSpPr/>
          <p:nvPr/>
        </p:nvSpPr>
        <p:spPr>
          <a:xfrm>
            <a:off x="1308750" y="8876086"/>
            <a:ext cx="1270" cy="1683385"/>
          </a:xfrm>
          <a:custGeom>
            <a:avLst/>
            <a:gdLst/>
            <a:ahLst/>
            <a:cxnLst/>
            <a:rect l="l" t="t" r="r" b="b"/>
            <a:pathLst>
              <a:path w="1269" h="1683384">
                <a:moveTo>
                  <a:pt x="0" y="0"/>
                </a:moveTo>
                <a:lnTo>
                  <a:pt x="743" y="1683184"/>
                </a:lnTo>
              </a:path>
            </a:pathLst>
          </a:custGeom>
          <a:ln w="20941">
            <a:solidFill>
              <a:srgbClr val="FFFFFF"/>
            </a:solidFill>
          </a:ln>
        </p:spPr>
        <p:txBody>
          <a:bodyPr wrap="square" lIns="0" tIns="0" rIns="0" bIns="0" rtlCol="0"/>
          <a:lstStyle/>
          <a:p>
            <a:endParaRPr lang="es-419" noProof="0" dirty="0"/>
          </a:p>
        </p:txBody>
      </p:sp>
      <p:sp>
        <p:nvSpPr>
          <p:cNvPr id="40" name="object 40"/>
          <p:cNvSpPr txBox="1"/>
          <p:nvPr/>
        </p:nvSpPr>
        <p:spPr>
          <a:xfrm>
            <a:off x="1593829" y="8584544"/>
            <a:ext cx="4474845" cy="2118360"/>
          </a:xfrm>
          <a:prstGeom prst="rect">
            <a:avLst/>
          </a:prstGeom>
        </p:spPr>
        <p:txBody>
          <a:bodyPr vert="horz" wrap="square" lIns="0" tIns="17145" rIns="0" bIns="0" rtlCol="0">
            <a:spAutoFit/>
          </a:bodyPr>
          <a:lstStyle/>
          <a:p>
            <a:pPr marL="12700">
              <a:lnSpc>
                <a:spcPts val="8215"/>
              </a:lnSpc>
              <a:spcBef>
                <a:spcPts val="135"/>
              </a:spcBef>
            </a:pPr>
            <a:r>
              <a:rPr lang="es-419" sz="6950" spc="-105" noProof="0" dirty="0">
                <a:solidFill>
                  <a:srgbClr val="FFFFFF"/>
                </a:solidFill>
                <a:latin typeface="Arial"/>
                <a:cs typeface="Arial"/>
              </a:rPr>
              <a:t>Facultad</a:t>
            </a:r>
            <a:r>
              <a:rPr lang="es-419" sz="6950" spc="-360" noProof="0" dirty="0">
                <a:solidFill>
                  <a:srgbClr val="FFFFFF"/>
                </a:solidFill>
                <a:latin typeface="Arial"/>
                <a:cs typeface="Arial"/>
              </a:rPr>
              <a:t> </a:t>
            </a:r>
            <a:r>
              <a:rPr lang="es-419" sz="6950" spc="-125" noProof="0" dirty="0">
                <a:solidFill>
                  <a:srgbClr val="FFFFFF"/>
                </a:solidFill>
                <a:latin typeface="Arial"/>
                <a:cs typeface="Arial"/>
              </a:rPr>
              <a:t>de</a:t>
            </a:r>
            <a:endParaRPr lang="es-419" sz="6950" noProof="0" dirty="0">
              <a:latin typeface="Arial"/>
              <a:cs typeface="Arial"/>
            </a:endParaRPr>
          </a:p>
          <a:p>
            <a:pPr marL="12700">
              <a:lnSpc>
                <a:spcPts val="8215"/>
              </a:lnSpc>
            </a:pPr>
            <a:r>
              <a:rPr lang="es-419" sz="6950" b="1" spc="-125" noProof="0" dirty="0">
                <a:solidFill>
                  <a:srgbClr val="FFFFFF"/>
                </a:solidFill>
                <a:latin typeface="Arial"/>
                <a:cs typeface="Arial"/>
              </a:rPr>
              <a:t>Ingeniería</a:t>
            </a:r>
            <a:endParaRPr lang="es-419" sz="6950" noProof="0" dirty="0">
              <a:latin typeface="Arial"/>
              <a:cs typeface="Arial"/>
            </a:endParaRPr>
          </a:p>
        </p:txBody>
      </p:sp>
      <p:pic>
        <p:nvPicPr>
          <p:cNvPr id="41" name="Imagen 40" descr="Imagen que contiene dibujo&#10;&#10;Descripción generada automáticamente">
            <a:extLst>
              <a:ext uri="{FF2B5EF4-FFF2-40B4-BE49-F238E27FC236}">
                <a16:creationId xmlns:a16="http://schemas.microsoft.com/office/drawing/2014/main" id="{3C4B1BA2-9D43-C947-95B0-DD288B5D550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25143" y="8681784"/>
            <a:ext cx="4699000" cy="1714500"/>
          </a:xfrm>
          <a:prstGeom prst="rect">
            <a:avLst/>
          </a:prstGeom>
        </p:spPr>
      </p:pic>
      <p:sp>
        <p:nvSpPr>
          <p:cNvPr id="5" name="CuadroTexto 4">
            <a:extLst>
              <a:ext uri="{FF2B5EF4-FFF2-40B4-BE49-F238E27FC236}">
                <a16:creationId xmlns:a16="http://schemas.microsoft.com/office/drawing/2014/main" id="{7A075541-4624-972B-BFD0-4D70CC56BCDA}"/>
              </a:ext>
            </a:extLst>
          </p:cNvPr>
          <p:cNvSpPr txBox="1"/>
          <p:nvPr/>
        </p:nvSpPr>
        <p:spPr>
          <a:xfrm>
            <a:off x="1593829" y="7053722"/>
            <a:ext cx="10050904" cy="584775"/>
          </a:xfrm>
          <a:prstGeom prst="rect">
            <a:avLst/>
          </a:prstGeom>
          <a:noFill/>
        </p:spPr>
        <p:txBody>
          <a:bodyPr wrap="square">
            <a:spAutoFit/>
          </a:bodyPr>
          <a:lstStyle/>
          <a:p>
            <a:r>
              <a:rPr lang="es-419" sz="3200" spc="-340" noProof="0" dirty="0">
                <a:solidFill>
                  <a:schemeClr val="bg1"/>
                </a:solidFill>
                <a:latin typeface="Arial"/>
                <a:ea typeface="+mj-ea"/>
                <a:cs typeface="Arial"/>
              </a:rPr>
              <a:t>Ing. César Augusto Vega Fernández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43885" y="2583241"/>
            <a:ext cx="7816331" cy="1367938"/>
          </a:xfrm>
          <a:prstGeom prst="rect">
            <a:avLst/>
          </a:prstGeom>
        </p:spPr>
        <p:txBody>
          <a:bodyPr vert="horz" wrap="square" lIns="0" tIns="11429" rIns="0" bIns="0" rtlCol="0">
            <a:spAutoFit/>
          </a:bodyPr>
          <a:lstStyle/>
          <a:p>
            <a:pPr marL="12699" algn="ctr">
              <a:lnSpc>
                <a:spcPts val="11380"/>
              </a:lnSpc>
              <a:spcBef>
                <a:spcPts val="91"/>
              </a:spcBef>
            </a:pPr>
            <a:r>
              <a:rPr lang="es-419" sz="8905" b="1" spc="-600" noProof="0" dirty="0">
                <a:solidFill>
                  <a:srgbClr val="1F3D6F"/>
                </a:solidFill>
                <a:latin typeface="Arial"/>
                <a:cs typeface="Arial"/>
              </a:rPr>
              <a:t>Descripción</a:t>
            </a:r>
            <a:endParaRPr lang="es-419" sz="9899" noProof="0" dirty="0">
              <a:latin typeface="Arial"/>
              <a:cs typeface="Arial"/>
            </a:endParaRPr>
          </a:p>
        </p:txBody>
      </p:sp>
      <p:sp>
        <p:nvSpPr>
          <p:cNvPr id="3" name="object 3"/>
          <p:cNvSpPr/>
          <p:nvPr/>
        </p:nvSpPr>
        <p:spPr>
          <a:xfrm>
            <a:off x="10079451" y="397"/>
            <a:ext cx="10023944" cy="2135606"/>
          </a:xfrm>
          <a:prstGeom prst="rect">
            <a:avLst/>
          </a:prstGeom>
          <a:blipFill>
            <a:blip r:embed="rId3" cstate="print"/>
            <a:stretch>
              <a:fillRect/>
            </a:stretch>
          </a:blipFill>
        </p:spPr>
        <p:txBody>
          <a:bodyPr wrap="square" lIns="0" tIns="0" rIns="0" bIns="0" rtlCol="0"/>
          <a:lstStyle/>
          <a:p>
            <a:endParaRPr lang="es-419" sz="1801" noProof="0" dirty="0"/>
          </a:p>
        </p:txBody>
      </p:sp>
      <p:sp>
        <p:nvSpPr>
          <p:cNvPr id="4" name="object 4"/>
          <p:cNvSpPr/>
          <p:nvPr/>
        </p:nvSpPr>
        <p:spPr>
          <a:xfrm>
            <a:off x="10079451" y="20027"/>
            <a:ext cx="10023944" cy="2115978"/>
          </a:xfrm>
          <a:prstGeom prst="rect">
            <a:avLst/>
          </a:prstGeom>
          <a:blipFill>
            <a:blip r:embed="rId4" cstate="print"/>
            <a:stretch>
              <a:fillRect/>
            </a:stretch>
          </a:blipFill>
        </p:spPr>
        <p:txBody>
          <a:bodyPr wrap="square" lIns="0" tIns="0" rIns="0" bIns="0" rtlCol="0"/>
          <a:lstStyle/>
          <a:p>
            <a:endParaRPr lang="es-419" sz="1801" noProof="0" dirty="0"/>
          </a:p>
        </p:txBody>
      </p:sp>
      <p:sp>
        <p:nvSpPr>
          <p:cNvPr id="5" name="object 5"/>
          <p:cNvSpPr/>
          <p:nvPr/>
        </p:nvSpPr>
        <p:spPr>
          <a:xfrm>
            <a:off x="18337822" y="1652272"/>
            <a:ext cx="1765812" cy="241919"/>
          </a:xfrm>
          <a:custGeom>
            <a:avLst/>
            <a:gdLst/>
            <a:ahLst/>
            <a:cxnLst/>
            <a:rect l="l" t="t" r="r" b="b"/>
            <a:pathLst>
              <a:path w="1765934" h="241935">
                <a:moveTo>
                  <a:pt x="1765696" y="0"/>
                </a:moveTo>
                <a:lnTo>
                  <a:pt x="0" y="0"/>
                </a:lnTo>
                <a:lnTo>
                  <a:pt x="31412" y="241632"/>
                </a:lnTo>
                <a:lnTo>
                  <a:pt x="1765696" y="241632"/>
                </a:lnTo>
                <a:lnTo>
                  <a:pt x="1765696" y="0"/>
                </a:lnTo>
                <a:close/>
              </a:path>
            </a:pathLst>
          </a:custGeom>
          <a:solidFill>
            <a:srgbClr val="1F3D6F">
              <a:alpha val="51998"/>
            </a:srgbClr>
          </a:solidFill>
        </p:spPr>
        <p:txBody>
          <a:bodyPr wrap="square" lIns="0" tIns="0" rIns="0" bIns="0" rtlCol="0"/>
          <a:lstStyle/>
          <a:p>
            <a:endParaRPr lang="es-419" sz="1801" noProof="0" dirty="0"/>
          </a:p>
        </p:txBody>
      </p:sp>
      <p:sp>
        <p:nvSpPr>
          <p:cNvPr id="6" name="object 6"/>
          <p:cNvSpPr/>
          <p:nvPr/>
        </p:nvSpPr>
        <p:spPr>
          <a:xfrm>
            <a:off x="17772011" y="1586677"/>
            <a:ext cx="2331383" cy="537742"/>
          </a:xfrm>
          <a:prstGeom prst="rect">
            <a:avLst/>
          </a:prstGeom>
          <a:blipFill>
            <a:blip r:embed="rId5" cstate="print"/>
            <a:stretch>
              <a:fillRect/>
            </a:stretch>
          </a:blipFill>
        </p:spPr>
        <p:txBody>
          <a:bodyPr wrap="square" lIns="0" tIns="0" rIns="0" bIns="0" rtlCol="0"/>
          <a:lstStyle/>
          <a:p>
            <a:endParaRPr lang="es-419" sz="1801" noProof="0" dirty="0"/>
          </a:p>
        </p:txBody>
      </p:sp>
      <p:sp>
        <p:nvSpPr>
          <p:cNvPr id="7" name="object 7"/>
          <p:cNvSpPr txBox="1"/>
          <p:nvPr/>
        </p:nvSpPr>
        <p:spPr>
          <a:xfrm>
            <a:off x="18564111" y="1633696"/>
            <a:ext cx="1421031"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Edificio Ad</a:t>
            </a:r>
            <a:r>
              <a:rPr lang="es-419" sz="1400" spc="-160" noProof="0" dirty="0">
                <a:solidFill>
                  <a:srgbClr val="FFFFFF"/>
                </a:solidFill>
                <a:latin typeface="Arial"/>
                <a:cs typeface="Arial"/>
              </a:rPr>
              <a:t> </a:t>
            </a:r>
            <a:r>
              <a:rPr lang="es-419" sz="1400" noProof="0" dirty="0">
                <a:solidFill>
                  <a:srgbClr val="FFFFFF"/>
                </a:solidFill>
                <a:latin typeface="Arial"/>
                <a:cs typeface="Arial"/>
              </a:rPr>
              <a:t>Portas</a:t>
            </a:r>
            <a:endParaRPr lang="es-419" sz="1400" noProof="0" dirty="0">
              <a:latin typeface="Arial"/>
              <a:cs typeface="Arial"/>
            </a:endParaRPr>
          </a:p>
        </p:txBody>
      </p:sp>
      <p:sp>
        <p:nvSpPr>
          <p:cNvPr id="8" name="object 8"/>
          <p:cNvSpPr/>
          <p:nvPr/>
        </p:nvSpPr>
        <p:spPr>
          <a:xfrm>
            <a:off x="26693" y="10955"/>
            <a:ext cx="10510418" cy="2119482"/>
          </a:xfrm>
          <a:custGeom>
            <a:avLst/>
            <a:gdLst/>
            <a:ahLst/>
            <a:cxnLst/>
            <a:rect l="l" t="t" r="r" b="b"/>
            <a:pathLst>
              <a:path w="10511155" h="2119630">
                <a:moveTo>
                  <a:pt x="10170370" y="0"/>
                </a:moveTo>
                <a:lnTo>
                  <a:pt x="0" y="8324"/>
                </a:lnTo>
                <a:lnTo>
                  <a:pt x="0" y="2119150"/>
                </a:lnTo>
                <a:lnTo>
                  <a:pt x="10510842" y="2110825"/>
                </a:lnTo>
                <a:lnTo>
                  <a:pt x="10170370" y="0"/>
                </a:lnTo>
                <a:close/>
              </a:path>
            </a:pathLst>
          </a:custGeom>
          <a:solidFill>
            <a:srgbClr val="834E3E"/>
          </a:solidFill>
        </p:spPr>
        <p:txBody>
          <a:bodyPr wrap="square" lIns="0" tIns="0" rIns="0" bIns="0" rtlCol="0"/>
          <a:lstStyle/>
          <a:p>
            <a:endParaRPr lang="es-419" sz="1801" noProof="0" dirty="0"/>
          </a:p>
        </p:txBody>
      </p:sp>
      <p:sp>
        <p:nvSpPr>
          <p:cNvPr id="9" name="object 9"/>
          <p:cNvSpPr/>
          <p:nvPr/>
        </p:nvSpPr>
        <p:spPr>
          <a:xfrm>
            <a:off x="706" y="10962"/>
            <a:ext cx="10331148" cy="2125042"/>
          </a:xfrm>
          <a:prstGeom prst="rect">
            <a:avLst/>
          </a:prstGeom>
          <a:blipFill>
            <a:blip r:embed="rId6" cstate="print"/>
            <a:stretch>
              <a:fillRect/>
            </a:stretch>
          </a:blipFill>
        </p:spPr>
        <p:txBody>
          <a:bodyPr wrap="square" lIns="0" tIns="0" rIns="0" bIns="0" rtlCol="0"/>
          <a:lstStyle/>
          <a:p>
            <a:endParaRPr lang="es-419" sz="1801" noProof="0" dirty="0"/>
          </a:p>
        </p:txBody>
      </p:sp>
      <p:sp>
        <p:nvSpPr>
          <p:cNvPr id="23" name="object 23"/>
          <p:cNvSpPr/>
          <p:nvPr/>
        </p:nvSpPr>
        <p:spPr>
          <a:xfrm>
            <a:off x="4931221" y="343405"/>
            <a:ext cx="0" cy="1153713"/>
          </a:xfrm>
          <a:custGeom>
            <a:avLst/>
            <a:gdLst/>
            <a:ahLst/>
            <a:cxnLst/>
            <a:rect l="l" t="t" r="r" b="b"/>
            <a:pathLst>
              <a:path h="1153795">
                <a:moveTo>
                  <a:pt x="0" y="0"/>
                </a:moveTo>
                <a:lnTo>
                  <a:pt x="0" y="1153451"/>
                </a:lnTo>
              </a:path>
            </a:pathLst>
          </a:custGeom>
          <a:ln w="20941">
            <a:solidFill>
              <a:srgbClr val="FFFFFF"/>
            </a:solidFill>
          </a:ln>
        </p:spPr>
        <p:txBody>
          <a:bodyPr wrap="square" lIns="0" tIns="0" rIns="0" bIns="0" rtlCol="0"/>
          <a:lstStyle/>
          <a:p>
            <a:endParaRPr lang="es-419" sz="1801" noProof="0" dirty="0"/>
          </a:p>
        </p:txBody>
      </p:sp>
      <p:sp>
        <p:nvSpPr>
          <p:cNvPr id="24" name="object 24"/>
          <p:cNvSpPr txBox="1"/>
          <p:nvPr/>
        </p:nvSpPr>
        <p:spPr>
          <a:xfrm>
            <a:off x="5271471" y="463766"/>
            <a:ext cx="2647129" cy="1000017"/>
          </a:xfrm>
          <a:prstGeom prst="rect">
            <a:avLst/>
          </a:prstGeom>
        </p:spPr>
        <p:txBody>
          <a:bodyPr vert="horz" wrap="square" lIns="0" tIns="15240" rIns="0" bIns="0" rtlCol="0">
            <a:spAutoFit/>
          </a:bodyPr>
          <a:lstStyle/>
          <a:p>
            <a:pPr marL="12699">
              <a:spcBef>
                <a:spcPts val="120"/>
              </a:spcBef>
            </a:pPr>
            <a:r>
              <a:rPr lang="es-419" sz="3199" spc="-64" noProof="0" dirty="0">
                <a:solidFill>
                  <a:srgbClr val="FFFFFF"/>
                </a:solidFill>
                <a:latin typeface="Arial"/>
                <a:cs typeface="Arial"/>
              </a:rPr>
              <a:t>Facultad</a:t>
            </a:r>
            <a:r>
              <a:rPr lang="es-419" sz="3199" spc="-236" noProof="0" dirty="0">
                <a:solidFill>
                  <a:srgbClr val="FFFFFF"/>
                </a:solidFill>
                <a:latin typeface="Arial"/>
                <a:cs typeface="Arial"/>
              </a:rPr>
              <a:t> </a:t>
            </a:r>
            <a:r>
              <a:rPr lang="es-419" sz="3199" spc="-74" noProof="0" dirty="0">
                <a:solidFill>
                  <a:srgbClr val="FFFFFF"/>
                </a:solidFill>
                <a:latin typeface="Arial"/>
                <a:cs typeface="Arial"/>
              </a:rPr>
              <a:t>de</a:t>
            </a:r>
            <a:endParaRPr lang="es-419" sz="3199" noProof="0" dirty="0">
              <a:latin typeface="Arial"/>
              <a:cs typeface="Arial"/>
            </a:endParaRPr>
          </a:p>
          <a:p>
            <a:pPr marL="12699">
              <a:spcBef>
                <a:spcPts val="30"/>
              </a:spcBef>
            </a:pPr>
            <a:r>
              <a:rPr lang="es-419" sz="3199" b="1" spc="-74" noProof="0" dirty="0">
                <a:solidFill>
                  <a:srgbClr val="FFFFFF"/>
                </a:solidFill>
                <a:latin typeface="Arial"/>
                <a:cs typeface="Arial"/>
              </a:rPr>
              <a:t>Ingeniería</a:t>
            </a:r>
            <a:endParaRPr lang="es-419" sz="3199" noProof="0" dirty="0">
              <a:latin typeface="Arial"/>
              <a:cs typeface="Arial"/>
            </a:endParaRPr>
          </a:p>
        </p:txBody>
      </p:sp>
      <p:pic>
        <p:nvPicPr>
          <p:cNvPr id="25" name="Imagen 24" descr="Imagen que contiene dibujo&#10;&#10;Descripción generada automáticamente">
            <a:extLst>
              <a:ext uri="{FF2B5EF4-FFF2-40B4-BE49-F238E27FC236}">
                <a16:creationId xmlns:a16="http://schemas.microsoft.com/office/drawing/2014/main" id="{427E6D1F-603C-2741-9787-ED8DC95BFEC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6551" y="380552"/>
            <a:ext cx="4072010" cy="1485733"/>
          </a:xfrm>
          <a:prstGeom prst="rect">
            <a:avLst/>
          </a:prstGeom>
        </p:spPr>
      </p:pic>
      <p:sp>
        <p:nvSpPr>
          <p:cNvPr id="13" name="CuadroTexto 12">
            <a:extLst>
              <a:ext uri="{FF2B5EF4-FFF2-40B4-BE49-F238E27FC236}">
                <a16:creationId xmlns:a16="http://schemas.microsoft.com/office/drawing/2014/main" id="{D426A475-A171-8EDE-6984-206116CECED8}"/>
              </a:ext>
            </a:extLst>
          </p:cNvPr>
          <p:cNvSpPr txBox="1"/>
          <p:nvPr/>
        </p:nvSpPr>
        <p:spPr>
          <a:xfrm>
            <a:off x="2194852" y="4404297"/>
            <a:ext cx="15714396" cy="2554545"/>
          </a:xfrm>
          <a:prstGeom prst="rect">
            <a:avLst/>
          </a:prstGeom>
          <a:noFill/>
        </p:spPr>
        <p:txBody>
          <a:bodyPr wrap="square">
            <a:spAutoFit/>
          </a:bodyPr>
          <a:lstStyle/>
          <a:p>
            <a:pPr algn="just"/>
            <a:r>
              <a:rPr lang="es-419" sz="3200" noProof="0" dirty="0"/>
              <a:t>Comprender los fundamentos de la Arquitectura Empresarial (AE), su importancia estratégica en las organizaciones modernas y su función como marco para alinear la tecnología con los objetivos del negocio. Identificar sus principales componentes, marcos de referencia y diferencias frente a la arquitectura de software, sentando así las bases conceptuales para los talleres y actividades del curso.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1AFD4-5303-3DE7-49AC-2A61C1FA9EC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279C85B-52E1-D562-19B9-7C07E249CE81}"/>
              </a:ext>
            </a:extLst>
          </p:cNvPr>
          <p:cNvSpPr txBox="1">
            <a:spLocks noGrp="1"/>
          </p:cNvSpPr>
          <p:nvPr>
            <p:ph type="title"/>
          </p:nvPr>
        </p:nvSpPr>
        <p:spPr>
          <a:xfrm>
            <a:off x="4396394" y="813365"/>
            <a:ext cx="11311312" cy="1381916"/>
          </a:xfrm>
          <a:prstGeom prst="rect">
            <a:avLst/>
          </a:prstGeom>
        </p:spPr>
        <p:txBody>
          <a:bodyPr vert="horz" wrap="square" lIns="0" tIns="11429" rIns="0" bIns="0" rtlCol="0" anchor="ctr">
            <a:spAutoFit/>
          </a:bodyPr>
          <a:lstStyle/>
          <a:p>
            <a:pPr marL="12699">
              <a:spcBef>
                <a:spcPts val="91"/>
              </a:spcBef>
            </a:pPr>
            <a:r>
              <a:rPr lang="es-419" sz="8905" b="1" spc="-600" noProof="0" dirty="0">
                <a:solidFill>
                  <a:srgbClr val="1F3D6F"/>
                </a:solidFill>
              </a:rPr>
              <a:t>¿Que problemas ven?</a:t>
            </a:r>
            <a:endParaRPr lang="es-419" sz="8905" noProof="0" dirty="0"/>
          </a:p>
        </p:txBody>
      </p:sp>
      <p:pic>
        <p:nvPicPr>
          <p:cNvPr id="9" name="Picture 6" descr="Firewall di Windows : r/funny">
            <a:extLst>
              <a:ext uri="{FF2B5EF4-FFF2-40B4-BE49-F238E27FC236}">
                <a16:creationId xmlns:a16="http://schemas.microsoft.com/office/drawing/2014/main" id="{8F894740-F2B2-B247-C744-3493ACFEF1A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515849" y="4387060"/>
            <a:ext cx="6908801" cy="38862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rgbClr val="FFFFFF"/>
                </a:solidFill>
              </a14:hiddenFill>
            </a:ext>
          </a:extLst>
        </p:spPr>
      </p:pic>
      <p:pic>
        <p:nvPicPr>
          <p:cNvPr id="10" name="Picture 4" descr="Casas Mal Hechas Graciosas: Un Amigo Arquitecto | TikTok">
            <a:extLst>
              <a:ext uri="{FF2B5EF4-FFF2-40B4-BE49-F238E27FC236}">
                <a16:creationId xmlns:a16="http://schemas.microsoft.com/office/drawing/2014/main" id="{8CE6A9A2-0F6A-6DEF-F8F7-FCB75D30A8CC}"/>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79450" y="2759075"/>
            <a:ext cx="5210224" cy="704595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rgbClr val="FFFFFF"/>
                </a:solidFill>
              </a14:hiddenFill>
            </a:ext>
          </a:extLst>
        </p:spPr>
      </p:pic>
      <p:pic>
        <p:nvPicPr>
          <p:cNvPr id="11" name="Picture 2" descr="No puede haber buena Arquitectura si hay una mala construcción pero si  puede haber mala Arquitectura con buena construcción #ArquitecturaTecnica  También puede no haber ninguna de las dos cosas #DiaDeLaArquitectura">
            <a:extLst>
              <a:ext uri="{FF2B5EF4-FFF2-40B4-BE49-F238E27FC236}">
                <a16:creationId xmlns:a16="http://schemas.microsoft.com/office/drawing/2014/main" id="{771134E1-A822-553E-03A7-F24C03483CFA}"/>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7265532" y="2621356"/>
            <a:ext cx="4153860" cy="741760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939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9" name="Imagen 1388">
            <a:extLst>
              <a:ext uri="{FF2B5EF4-FFF2-40B4-BE49-F238E27FC236}">
                <a16:creationId xmlns:a16="http://schemas.microsoft.com/office/drawing/2014/main" id="{5FDAE6F1-D190-AC4B-AF45-2EEDE069B9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50" y="794"/>
            <a:ext cx="20104100" cy="11308556"/>
          </a:xfrm>
          <a:prstGeom prst="rect">
            <a:avLst/>
          </a:prstGeom>
        </p:spPr>
      </p:pic>
      <p:sp>
        <p:nvSpPr>
          <p:cNvPr id="1390" name="object 38">
            <a:extLst>
              <a:ext uri="{FF2B5EF4-FFF2-40B4-BE49-F238E27FC236}">
                <a16:creationId xmlns:a16="http://schemas.microsoft.com/office/drawing/2014/main" id="{E1318349-1C0F-5E43-A02D-88E8FCB72E3B}"/>
              </a:ext>
            </a:extLst>
          </p:cNvPr>
          <p:cNvSpPr txBox="1">
            <a:spLocks/>
          </p:cNvSpPr>
          <p:nvPr/>
        </p:nvSpPr>
        <p:spPr>
          <a:xfrm>
            <a:off x="1136650" y="3749675"/>
            <a:ext cx="15392400" cy="5339282"/>
          </a:xfrm>
          <a:prstGeom prst="rect">
            <a:avLst/>
          </a:prstGeom>
        </p:spPr>
        <p:txBody>
          <a:bodyPr vert="horz" wrap="square" lIns="0" tIns="14605" rIns="0" bIns="0" rtlCol="0">
            <a:spAutoFit/>
          </a:bodyPr>
          <a:lstStyle>
            <a:lvl1pPr>
              <a:defRPr>
                <a:latin typeface="+mj-lt"/>
                <a:ea typeface="+mj-ea"/>
                <a:cs typeface="+mj-cs"/>
              </a:defRPr>
            </a:lvl1pPr>
          </a:lstStyle>
          <a:p>
            <a:pPr marL="12700">
              <a:spcBef>
                <a:spcPts val="115"/>
              </a:spcBef>
            </a:pPr>
            <a:r>
              <a:rPr lang="es-419" sz="17300" kern="0" spc="-340" noProof="0" dirty="0">
                <a:solidFill>
                  <a:schemeClr val="bg1"/>
                </a:solidFill>
                <a:latin typeface="Arial" panose="020B0604020202020204" pitchFamily="34" charset="0"/>
                <a:cs typeface="Arial" panose="020B0604020202020204" pitchFamily="34" charset="0"/>
              </a:rPr>
              <a:t>Arquitectura Empresarial</a:t>
            </a:r>
            <a:endParaRPr lang="es-419" sz="17300" kern="0" noProof="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88738" y="811299"/>
            <a:ext cx="16526624" cy="1381916"/>
          </a:xfrm>
          <a:prstGeom prst="rect">
            <a:avLst/>
          </a:prstGeom>
        </p:spPr>
        <p:txBody>
          <a:bodyPr vert="horz" wrap="square" lIns="0" tIns="11429" rIns="0" bIns="0" rtlCol="0" anchor="ctr">
            <a:spAutoFit/>
          </a:bodyPr>
          <a:lstStyle/>
          <a:p>
            <a:pPr marL="12699">
              <a:spcBef>
                <a:spcPts val="91"/>
              </a:spcBef>
            </a:pPr>
            <a:r>
              <a:rPr lang="es-419" sz="8905" b="1" spc="-600" noProof="0" dirty="0">
                <a:solidFill>
                  <a:srgbClr val="1F3D6F"/>
                </a:solidFill>
              </a:rPr>
              <a:t>¿Qué es Arquitectura Empresarial?</a:t>
            </a:r>
            <a:endParaRPr lang="es-419" sz="8905" noProof="0" dirty="0"/>
          </a:p>
        </p:txBody>
      </p:sp>
      <p:sp>
        <p:nvSpPr>
          <p:cNvPr id="3" name="object 3"/>
          <p:cNvSpPr/>
          <p:nvPr/>
        </p:nvSpPr>
        <p:spPr>
          <a:xfrm>
            <a:off x="9902630" y="9207816"/>
            <a:ext cx="10200763" cy="2100344"/>
          </a:xfrm>
          <a:prstGeom prst="rect">
            <a:avLst/>
          </a:prstGeom>
          <a:blipFill>
            <a:blip r:embed="rId3" cstate="print"/>
            <a:stretch>
              <a:fillRect/>
            </a:stretch>
          </a:blipFill>
        </p:spPr>
        <p:txBody>
          <a:bodyPr wrap="square" lIns="0" tIns="0" rIns="0" bIns="0" rtlCol="0"/>
          <a:lstStyle/>
          <a:p>
            <a:endParaRPr lang="es-419" sz="1801" noProof="0" dirty="0"/>
          </a:p>
        </p:txBody>
      </p:sp>
      <p:sp>
        <p:nvSpPr>
          <p:cNvPr id="4" name="object 4"/>
          <p:cNvSpPr/>
          <p:nvPr/>
        </p:nvSpPr>
        <p:spPr>
          <a:xfrm>
            <a:off x="16812313" y="10689633"/>
            <a:ext cx="3291082" cy="527695"/>
          </a:xfrm>
          <a:prstGeom prst="rect">
            <a:avLst/>
          </a:prstGeom>
          <a:blipFill>
            <a:blip r:embed="rId4" cstate="print"/>
            <a:stretch>
              <a:fillRect/>
            </a:stretch>
          </a:blipFill>
        </p:spPr>
        <p:txBody>
          <a:bodyPr wrap="square" lIns="0" tIns="0" rIns="0" bIns="0" rtlCol="0"/>
          <a:lstStyle/>
          <a:p>
            <a:endParaRPr lang="es-419" sz="1801" noProof="0" dirty="0"/>
          </a:p>
        </p:txBody>
      </p:sp>
      <p:sp>
        <p:nvSpPr>
          <p:cNvPr id="5" name="object 5"/>
          <p:cNvSpPr txBox="1"/>
          <p:nvPr/>
        </p:nvSpPr>
        <p:spPr>
          <a:xfrm>
            <a:off x="17144973" y="10737822"/>
            <a:ext cx="2805868" cy="228267"/>
          </a:xfrm>
          <a:prstGeom prst="rect">
            <a:avLst/>
          </a:prstGeom>
        </p:spPr>
        <p:txBody>
          <a:bodyPr vert="horz" wrap="square" lIns="0" tIns="12699" rIns="0" bIns="0" rtlCol="0">
            <a:spAutoFit/>
          </a:bodyPr>
          <a:lstStyle/>
          <a:p>
            <a:pPr marL="12699">
              <a:spcBef>
                <a:spcPts val="101"/>
              </a:spcBef>
            </a:pPr>
            <a:r>
              <a:rPr lang="es-419" sz="1400" spc="-5" noProof="0" dirty="0">
                <a:solidFill>
                  <a:srgbClr val="FFFFFF"/>
                </a:solidFill>
                <a:latin typeface="Arial"/>
                <a:cs typeface="Arial"/>
              </a:rPr>
              <a:t>Lago </a:t>
            </a:r>
            <a:r>
              <a:rPr lang="es-419" sz="1400" noProof="0" dirty="0">
                <a:solidFill>
                  <a:srgbClr val="FFFFFF"/>
                </a:solidFill>
                <a:latin typeface="Arial"/>
                <a:cs typeface="Arial"/>
              </a:rPr>
              <a:t>con vista </a:t>
            </a:r>
            <a:r>
              <a:rPr lang="es-419" sz="1400" spc="-5" noProof="0" dirty="0">
                <a:solidFill>
                  <a:srgbClr val="FFFFFF"/>
                </a:solidFill>
                <a:latin typeface="Arial"/>
                <a:cs typeface="Arial"/>
              </a:rPr>
              <a:t>al </a:t>
            </a:r>
            <a:r>
              <a:rPr lang="es-419" sz="1400" noProof="0" dirty="0">
                <a:solidFill>
                  <a:srgbClr val="FFFFFF"/>
                </a:solidFill>
                <a:latin typeface="Arial"/>
                <a:cs typeface="Arial"/>
              </a:rPr>
              <a:t>Edificio Ad</a:t>
            </a:r>
            <a:r>
              <a:rPr lang="es-419" sz="1400" spc="-135" noProof="0" dirty="0">
                <a:solidFill>
                  <a:srgbClr val="FFFFFF"/>
                </a:solidFill>
                <a:latin typeface="Arial"/>
                <a:cs typeface="Arial"/>
              </a:rPr>
              <a:t> </a:t>
            </a:r>
            <a:r>
              <a:rPr lang="es-419" sz="1400" noProof="0" dirty="0">
                <a:solidFill>
                  <a:srgbClr val="FFFFFF"/>
                </a:solidFill>
                <a:latin typeface="Arial"/>
                <a:cs typeface="Arial"/>
              </a:rPr>
              <a:t>Portas</a:t>
            </a:r>
            <a:endParaRPr lang="es-419" sz="1400" noProof="0" dirty="0">
              <a:latin typeface="Arial"/>
              <a:cs typeface="Arial"/>
            </a:endParaRPr>
          </a:p>
        </p:txBody>
      </p:sp>
      <p:sp>
        <p:nvSpPr>
          <p:cNvPr id="6" name="object 6"/>
          <p:cNvSpPr/>
          <p:nvPr/>
        </p:nvSpPr>
        <p:spPr>
          <a:xfrm>
            <a:off x="707" y="9202235"/>
            <a:ext cx="10507243" cy="2106147"/>
          </a:xfrm>
          <a:custGeom>
            <a:avLst/>
            <a:gdLst/>
            <a:ahLst/>
            <a:cxnLst/>
            <a:rect l="l" t="t" r="r" b="b"/>
            <a:pathLst>
              <a:path w="10507980" h="2106295">
                <a:moveTo>
                  <a:pt x="10168046" y="0"/>
                </a:moveTo>
                <a:lnTo>
                  <a:pt x="0" y="8324"/>
                </a:lnTo>
                <a:lnTo>
                  <a:pt x="0" y="2106071"/>
                </a:lnTo>
                <a:lnTo>
                  <a:pt x="10507742" y="2106071"/>
                </a:lnTo>
                <a:lnTo>
                  <a:pt x="10168046" y="0"/>
                </a:lnTo>
                <a:close/>
              </a:path>
            </a:pathLst>
          </a:custGeom>
          <a:solidFill>
            <a:srgbClr val="834E3E"/>
          </a:solidFill>
        </p:spPr>
        <p:txBody>
          <a:bodyPr wrap="square" lIns="0" tIns="0" rIns="0" bIns="0" rtlCol="0"/>
          <a:lstStyle/>
          <a:p>
            <a:endParaRPr lang="es-419" sz="1801" noProof="0" dirty="0"/>
          </a:p>
        </p:txBody>
      </p:sp>
      <p:sp>
        <p:nvSpPr>
          <p:cNvPr id="7" name="object 7"/>
          <p:cNvSpPr/>
          <p:nvPr/>
        </p:nvSpPr>
        <p:spPr>
          <a:xfrm>
            <a:off x="706" y="9202246"/>
            <a:ext cx="10299874" cy="2105913"/>
          </a:xfrm>
          <a:prstGeom prst="rect">
            <a:avLst/>
          </a:prstGeom>
          <a:blipFill>
            <a:blip r:embed="rId5" cstate="print"/>
            <a:stretch>
              <a:fillRect/>
            </a:stretch>
          </a:blipFill>
        </p:spPr>
        <p:txBody>
          <a:bodyPr wrap="square" lIns="0" tIns="0" rIns="0" bIns="0" rtlCol="0"/>
          <a:lstStyle/>
          <a:p>
            <a:endParaRPr lang="es-419" sz="1801" noProof="0" dirty="0"/>
          </a:p>
        </p:txBody>
      </p:sp>
      <p:sp>
        <p:nvSpPr>
          <p:cNvPr id="21" name="object 21"/>
          <p:cNvSpPr/>
          <p:nvPr/>
        </p:nvSpPr>
        <p:spPr>
          <a:xfrm>
            <a:off x="4902906" y="9534684"/>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lang="es-419" sz="1801" noProof="0" dirty="0"/>
          </a:p>
        </p:txBody>
      </p:sp>
      <p:sp>
        <p:nvSpPr>
          <p:cNvPr id="36" name="object 22">
            <a:extLst>
              <a:ext uri="{FF2B5EF4-FFF2-40B4-BE49-F238E27FC236}">
                <a16:creationId xmlns:a16="http://schemas.microsoft.com/office/drawing/2014/main" id="{DAB82442-0062-4D41-B831-EB11EB855ECD}"/>
              </a:ext>
            </a:extLst>
          </p:cNvPr>
          <p:cNvSpPr txBox="1">
            <a:spLocks/>
          </p:cNvSpPr>
          <p:nvPr/>
        </p:nvSpPr>
        <p:spPr>
          <a:xfrm>
            <a:off x="5238623" y="9692993"/>
            <a:ext cx="2647129" cy="1000017"/>
          </a:xfrm>
          <a:prstGeom prst="rect">
            <a:avLst/>
          </a:prstGeom>
        </p:spPr>
        <p:txBody>
          <a:bodyPr vert="horz" wrap="square" lIns="0" tIns="15240" rIns="0" bIns="0" rtlCol="0">
            <a:spAutoFit/>
          </a:bodyPr>
          <a:lstStyle>
            <a:lvl1pPr>
              <a:defRPr sz="4100" b="0" i="0">
                <a:solidFill>
                  <a:schemeClr val="bg1"/>
                </a:solidFill>
                <a:latin typeface="Arial"/>
                <a:ea typeface="+mj-ea"/>
                <a:cs typeface="Arial"/>
              </a:defRPr>
            </a:lvl1pPr>
          </a:lstStyle>
          <a:p>
            <a:pPr marL="12699">
              <a:spcBef>
                <a:spcPts val="120"/>
              </a:spcBef>
            </a:pPr>
            <a:r>
              <a:rPr lang="es-419" sz="3199" kern="0" spc="-64" noProof="0" dirty="0"/>
              <a:t>Facultad</a:t>
            </a:r>
            <a:r>
              <a:rPr lang="es-419" sz="3199" kern="0" spc="-236" noProof="0" dirty="0"/>
              <a:t> </a:t>
            </a:r>
            <a:r>
              <a:rPr lang="es-419" sz="3199" kern="0" spc="-74" noProof="0" dirty="0"/>
              <a:t>de</a:t>
            </a:r>
          </a:p>
          <a:p>
            <a:pPr marL="12699">
              <a:spcBef>
                <a:spcPts val="30"/>
              </a:spcBef>
            </a:pPr>
            <a:r>
              <a:rPr lang="es-419" sz="3199" b="1" kern="0" spc="-74" noProof="0" dirty="0"/>
              <a:t>Ingeniería</a:t>
            </a:r>
          </a:p>
        </p:txBody>
      </p:sp>
      <p:pic>
        <p:nvPicPr>
          <p:cNvPr id="37" name="Imagen 36" descr="Imagen que contiene dibujo&#10;&#10;Descripción generada automáticamente">
            <a:extLst>
              <a:ext uri="{FF2B5EF4-FFF2-40B4-BE49-F238E27FC236}">
                <a16:creationId xmlns:a16="http://schemas.microsoft.com/office/drawing/2014/main" id="{FF8350E2-A37A-E748-99F2-1DDB393F46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graphicFrame>
        <p:nvGraphicFramePr>
          <p:cNvPr id="8" name="Content Placeholder 2">
            <a:extLst>
              <a:ext uri="{FF2B5EF4-FFF2-40B4-BE49-F238E27FC236}">
                <a16:creationId xmlns:a16="http://schemas.microsoft.com/office/drawing/2014/main" id="{EB71E8C2-F99D-7679-3BBB-53A894AE50B2}"/>
              </a:ext>
            </a:extLst>
          </p:cNvPr>
          <p:cNvGraphicFramePr>
            <a:graphicFrameLocks/>
          </p:cNvGraphicFramePr>
          <p:nvPr>
            <p:extLst>
              <p:ext uri="{D42A27DB-BD31-4B8C-83A1-F6EECF244321}">
                <p14:modId xmlns:p14="http://schemas.microsoft.com/office/powerpoint/2010/main" val="3189583982"/>
              </p:ext>
            </p:extLst>
          </p:nvPr>
        </p:nvGraphicFramePr>
        <p:xfrm>
          <a:off x="3240582" y="2998064"/>
          <a:ext cx="13622936" cy="5562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37229" y="9189421"/>
            <a:ext cx="10366153" cy="2118737"/>
          </a:xfrm>
          <a:prstGeom prst="rect">
            <a:avLst/>
          </a:prstGeom>
          <a:blipFill>
            <a:blip r:embed="rId3" cstate="print"/>
            <a:stretch>
              <a:fillRect/>
            </a:stretch>
          </a:blipFill>
        </p:spPr>
        <p:txBody>
          <a:bodyPr wrap="square" lIns="0" tIns="0" rIns="0" bIns="0" rtlCol="0"/>
          <a:lstStyle/>
          <a:p>
            <a:endParaRPr lang="es-419" sz="1801" noProof="0" dirty="0"/>
          </a:p>
        </p:txBody>
      </p:sp>
      <p:sp>
        <p:nvSpPr>
          <p:cNvPr id="3" name="object 3"/>
          <p:cNvSpPr/>
          <p:nvPr/>
        </p:nvSpPr>
        <p:spPr>
          <a:xfrm>
            <a:off x="18499190" y="10763347"/>
            <a:ext cx="1604532" cy="241919"/>
          </a:xfrm>
          <a:custGeom>
            <a:avLst/>
            <a:gdLst/>
            <a:ahLst/>
            <a:cxnLst/>
            <a:rect l="l" t="t" r="r" b="b"/>
            <a:pathLst>
              <a:path w="1604644" h="241934">
                <a:moveTo>
                  <a:pt x="1604314" y="0"/>
                </a:moveTo>
                <a:lnTo>
                  <a:pt x="0" y="0"/>
                </a:lnTo>
                <a:lnTo>
                  <a:pt x="31412" y="241636"/>
                </a:lnTo>
                <a:lnTo>
                  <a:pt x="1604314" y="241636"/>
                </a:lnTo>
                <a:lnTo>
                  <a:pt x="1604314" y="0"/>
                </a:lnTo>
                <a:close/>
              </a:path>
            </a:pathLst>
          </a:custGeom>
          <a:solidFill>
            <a:srgbClr val="1F3D6F">
              <a:alpha val="51998"/>
            </a:srgbClr>
          </a:solidFill>
        </p:spPr>
        <p:txBody>
          <a:bodyPr wrap="square" lIns="0" tIns="0" rIns="0" bIns="0" rtlCol="0"/>
          <a:lstStyle/>
          <a:p>
            <a:endParaRPr lang="es-419" sz="1801" noProof="0" dirty="0"/>
          </a:p>
        </p:txBody>
      </p:sp>
      <p:sp>
        <p:nvSpPr>
          <p:cNvPr id="4" name="object 4"/>
          <p:cNvSpPr/>
          <p:nvPr/>
        </p:nvSpPr>
        <p:spPr>
          <a:xfrm>
            <a:off x="17797139" y="10697858"/>
            <a:ext cx="2306255" cy="537747"/>
          </a:xfrm>
          <a:prstGeom prst="rect">
            <a:avLst/>
          </a:prstGeom>
          <a:blipFill>
            <a:blip r:embed="rId4" cstate="print"/>
            <a:stretch>
              <a:fillRect/>
            </a:stretch>
          </a:blipFill>
        </p:spPr>
        <p:txBody>
          <a:bodyPr wrap="square" lIns="0" tIns="0" rIns="0" bIns="0" rtlCol="0"/>
          <a:lstStyle/>
          <a:p>
            <a:endParaRPr lang="es-419" sz="1801" noProof="0" dirty="0"/>
          </a:p>
        </p:txBody>
      </p:sp>
      <p:sp>
        <p:nvSpPr>
          <p:cNvPr id="5" name="object 5"/>
          <p:cNvSpPr txBox="1"/>
          <p:nvPr/>
        </p:nvSpPr>
        <p:spPr>
          <a:xfrm>
            <a:off x="18678430" y="10744781"/>
            <a:ext cx="1331501" cy="228267"/>
          </a:xfrm>
          <a:prstGeom prst="rect">
            <a:avLst/>
          </a:prstGeom>
        </p:spPr>
        <p:txBody>
          <a:bodyPr vert="horz" wrap="square" lIns="0" tIns="12699" rIns="0" bIns="0" rtlCol="0">
            <a:spAutoFit/>
          </a:bodyPr>
          <a:lstStyle/>
          <a:p>
            <a:pPr marL="12699">
              <a:spcBef>
                <a:spcPts val="101"/>
              </a:spcBef>
            </a:pPr>
            <a:r>
              <a:rPr lang="es-419" sz="1400" spc="-5" noProof="0" dirty="0">
                <a:solidFill>
                  <a:srgbClr val="FFFFFF"/>
                </a:solidFill>
                <a:latin typeface="Arial"/>
                <a:cs typeface="Arial"/>
              </a:rPr>
              <a:t>Lobby </a:t>
            </a:r>
            <a:r>
              <a:rPr lang="es-419" sz="1400" noProof="0" dirty="0">
                <a:solidFill>
                  <a:srgbClr val="FFFFFF"/>
                </a:solidFill>
                <a:latin typeface="Arial"/>
                <a:cs typeface="Arial"/>
              </a:rPr>
              <a:t>Ad</a:t>
            </a:r>
            <a:r>
              <a:rPr lang="es-419" sz="1400" spc="-150" noProof="0" dirty="0">
                <a:solidFill>
                  <a:srgbClr val="FFFFFF"/>
                </a:solidFill>
                <a:latin typeface="Arial"/>
                <a:cs typeface="Arial"/>
              </a:rPr>
              <a:t> </a:t>
            </a:r>
            <a:r>
              <a:rPr lang="es-419" sz="1400" noProof="0" dirty="0">
                <a:solidFill>
                  <a:srgbClr val="FFFFFF"/>
                </a:solidFill>
                <a:latin typeface="Arial"/>
                <a:cs typeface="Arial"/>
              </a:rPr>
              <a:t>Portas</a:t>
            </a:r>
            <a:endParaRPr lang="es-419" sz="1400" noProof="0" dirty="0">
              <a:latin typeface="Arial"/>
              <a:cs typeface="Arial"/>
            </a:endParaRPr>
          </a:p>
        </p:txBody>
      </p:sp>
      <p:sp>
        <p:nvSpPr>
          <p:cNvPr id="6" name="object 6"/>
          <p:cNvSpPr/>
          <p:nvPr/>
        </p:nvSpPr>
        <p:spPr>
          <a:xfrm>
            <a:off x="29841" y="9197119"/>
            <a:ext cx="10510418" cy="2111227"/>
          </a:xfrm>
          <a:custGeom>
            <a:avLst/>
            <a:gdLst/>
            <a:ahLst/>
            <a:cxnLst/>
            <a:rect l="l" t="t" r="r" b="b"/>
            <a:pathLst>
              <a:path w="10511155" h="2111375">
                <a:moveTo>
                  <a:pt x="10170370" y="0"/>
                </a:moveTo>
                <a:lnTo>
                  <a:pt x="0" y="8324"/>
                </a:lnTo>
                <a:lnTo>
                  <a:pt x="0" y="2111192"/>
                </a:lnTo>
                <a:lnTo>
                  <a:pt x="10058510" y="2111192"/>
                </a:lnTo>
                <a:lnTo>
                  <a:pt x="10510842" y="2110825"/>
                </a:lnTo>
                <a:lnTo>
                  <a:pt x="10170370" y="0"/>
                </a:lnTo>
                <a:close/>
              </a:path>
            </a:pathLst>
          </a:custGeom>
          <a:solidFill>
            <a:srgbClr val="834E3E"/>
          </a:solidFill>
        </p:spPr>
        <p:txBody>
          <a:bodyPr wrap="square" lIns="0" tIns="0" rIns="0" bIns="0" rtlCol="0"/>
          <a:lstStyle/>
          <a:p>
            <a:endParaRPr lang="es-419" sz="1801" noProof="0" dirty="0"/>
          </a:p>
        </p:txBody>
      </p:sp>
      <p:sp>
        <p:nvSpPr>
          <p:cNvPr id="7" name="object 7"/>
          <p:cNvSpPr/>
          <p:nvPr/>
        </p:nvSpPr>
        <p:spPr>
          <a:xfrm>
            <a:off x="706" y="9197125"/>
            <a:ext cx="10332132" cy="2111033"/>
          </a:xfrm>
          <a:prstGeom prst="rect">
            <a:avLst/>
          </a:prstGeom>
          <a:blipFill>
            <a:blip r:embed="rId5" cstate="print"/>
            <a:stretch>
              <a:fillRect/>
            </a:stretch>
          </a:blipFill>
        </p:spPr>
        <p:txBody>
          <a:bodyPr wrap="square" lIns="0" tIns="0" rIns="0" bIns="0" rtlCol="0"/>
          <a:lstStyle/>
          <a:p>
            <a:endParaRPr lang="es-419" sz="1801" noProof="0" dirty="0"/>
          </a:p>
        </p:txBody>
      </p:sp>
      <p:sp>
        <p:nvSpPr>
          <p:cNvPr id="21" name="object 21"/>
          <p:cNvSpPr/>
          <p:nvPr/>
        </p:nvSpPr>
        <p:spPr>
          <a:xfrm>
            <a:off x="4934366" y="9529565"/>
            <a:ext cx="0" cy="1393093"/>
          </a:xfrm>
          <a:custGeom>
            <a:avLst/>
            <a:gdLst/>
            <a:ahLst/>
            <a:cxnLst/>
            <a:rect l="l" t="t" r="r" b="b"/>
            <a:pathLst>
              <a:path h="1393190">
                <a:moveTo>
                  <a:pt x="0" y="0"/>
                </a:moveTo>
                <a:lnTo>
                  <a:pt x="0" y="1393172"/>
                </a:lnTo>
              </a:path>
            </a:pathLst>
          </a:custGeom>
          <a:ln w="20941">
            <a:solidFill>
              <a:srgbClr val="FFFFFF"/>
            </a:solidFill>
          </a:ln>
        </p:spPr>
        <p:txBody>
          <a:bodyPr wrap="square" lIns="0" tIns="0" rIns="0" bIns="0" rtlCol="0"/>
          <a:lstStyle/>
          <a:p>
            <a:endParaRPr lang="es-419" sz="1801" noProof="0" dirty="0"/>
          </a:p>
        </p:txBody>
      </p:sp>
      <p:sp>
        <p:nvSpPr>
          <p:cNvPr id="22" name="object 22"/>
          <p:cNvSpPr txBox="1">
            <a:spLocks noGrp="1"/>
          </p:cNvSpPr>
          <p:nvPr>
            <p:ph type="title"/>
          </p:nvPr>
        </p:nvSpPr>
        <p:spPr>
          <a:xfrm>
            <a:off x="5271471" y="9693086"/>
            <a:ext cx="2647129" cy="1000017"/>
          </a:xfrm>
          <a:prstGeom prst="rect">
            <a:avLst/>
          </a:prstGeom>
        </p:spPr>
        <p:txBody>
          <a:bodyPr vert="horz" wrap="square" lIns="0" tIns="15240" rIns="0" bIns="0" rtlCol="0" anchor="ctr">
            <a:spAutoFit/>
          </a:bodyPr>
          <a:lstStyle/>
          <a:p>
            <a:pPr marL="12699">
              <a:spcBef>
                <a:spcPts val="120"/>
              </a:spcBef>
            </a:pPr>
            <a:r>
              <a:rPr lang="es-419" sz="3199" spc="-64" noProof="0" dirty="0"/>
              <a:t>Facultad</a:t>
            </a:r>
            <a:r>
              <a:rPr lang="es-419" sz="3199" spc="-236" noProof="0" dirty="0"/>
              <a:t> </a:t>
            </a:r>
            <a:r>
              <a:rPr lang="es-419" sz="3199" spc="-74" noProof="0" dirty="0"/>
              <a:t>de</a:t>
            </a:r>
          </a:p>
          <a:p>
            <a:pPr marL="12699">
              <a:spcBef>
                <a:spcPts val="30"/>
              </a:spcBef>
            </a:pPr>
            <a:r>
              <a:rPr lang="es-419" sz="3199" b="1" spc="-74" noProof="0" dirty="0"/>
              <a:t>Ingeniería</a:t>
            </a:r>
          </a:p>
        </p:txBody>
      </p:sp>
      <p:pic>
        <p:nvPicPr>
          <p:cNvPr id="23" name="Imagen 22" descr="Imagen que contiene dibujo&#10;&#10;Descripción generada automáticamente">
            <a:extLst>
              <a:ext uri="{FF2B5EF4-FFF2-40B4-BE49-F238E27FC236}">
                <a16:creationId xmlns:a16="http://schemas.microsoft.com/office/drawing/2014/main" id="{B15E034D-70C4-CC4B-B780-A017A58676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sp>
        <p:nvSpPr>
          <p:cNvPr id="8" name="object 2">
            <a:extLst>
              <a:ext uri="{FF2B5EF4-FFF2-40B4-BE49-F238E27FC236}">
                <a16:creationId xmlns:a16="http://schemas.microsoft.com/office/drawing/2014/main" id="{D6BD65B9-B94E-2654-DA0E-28C1CC86729B}"/>
              </a:ext>
            </a:extLst>
          </p:cNvPr>
          <p:cNvSpPr txBox="1"/>
          <p:nvPr/>
        </p:nvSpPr>
        <p:spPr>
          <a:xfrm>
            <a:off x="3784777" y="467409"/>
            <a:ext cx="12534545" cy="1367938"/>
          </a:xfrm>
          <a:prstGeom prst="rect">
            <a:avLst/>
          </a:prstGeom>
        </p:spPr>
        <p:txBody>
          <a:bodyPr vert="horz" wrap="square" lIns="0" tIns="11429" rIns="0" bIns="0" rtlCol="0">
            <a:spAutoFit/>
          </a:bodyPr>
          <a:lstStyle/>
          <a:p>
            <a:pPr marL="12699" algn="ctr">
              <a:lnSpc>
                <a:spcPts val="11380"/>
              </a:lnSpc>
              <a:spcBef>
                <a:spcPts val="91"/>
              </a:spcBef>
            </a:pPr>
            <a:r>
              <a:rPr lang="es-419" sz="8905" b="1" spc="-600" noProof="0" dirty="0">
                <a:solidFill>
                  <a:srgbClr val="1F3D6F"/>
                </a:solidFill>
                <a:latin typeface="Arial"/>
                <a:cs typeface="Arial"/>
              </a:rPr>
              <a:t>¿Por qué es importante?</a:t>
            </a:r>
            <a:endParaRPr lang="es-419" sz="8905" noProof="0" dirty="0">
              <a:latin typeface="Arial"/>
              <a:cs typeface="Arial"/>
            </a:endParaRPr>
          </a:p>
        </p:txBody>
      </p:sp>
      <p:graphicFrame>
        <p:nvGraphicFramePr>
          <p:cNvPr id="11" name="Content Placeholder 2">
            <a:extLst>
              <a:ext uri="{FF2B5EF4-FFF2-40B4-BE49-F238E27FC236}">
                <a16:creationId xmlns:a16="http://schemas.microsoft.com/office/drawing/2014/main" id="{793787AF-BDE6-D3B3-89B8-09B46DCC2F62}"/>
              </a:ext>
            </a:extLst>
          </p:cNvPr>
          <p:cNvGraphicFramePr>
            <a:graphicFrameLocks/>
          </p:cNvGraphicFramePr>
          <p:nvPr>
            <p:extLst>
              <p:ext uri="{D42A27DB-BD31-4B8C-83A1-F6EECF244321}">
                <p14:modId xmlns:p14="http://schemas.microsoft.com/office/powerpoint/2010/main" val="267204372"/>
              </p:ext>
            </p:extLst>
          </p:nvPr>
        </p:nvGraphicFramePr>
        <p:xfrm>
          <a:off x="1238741" y="1333422"/>
          <a:ext cx="17626617" cy="724094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0095" y="398"/>
            <a:ext cx="2811863" cy="3474911"/>
          </a:xfrm>
          <a:prstGeom prst="rect">
            <a:avLst/>
          </a:prstGeom>
          <a:blipFill>
            <a:blip r:embed="rId3" cstate="print"/>
            <a:stretch>
              <a:fillRect/>
            </a:stretch>
          </a:blipFill>
        </p:spPr>
        <p:txBody>
          <a:bodyPr wrap="square" lIns="0" tIns="0" rIns="0" bIns="0" rtlCol="0"/>
          <a:lstStyle/>
          <a:p>
            <a:endParaRPr lang="es-419" sz="1801" noProof="0" dirty="0"/>
          </a:p>
        </p:txBody>
      </p:sp>
      <p:sp>
        <p:nvSpPr>
          <p:cNvPr id="3" name="object 3"/>
          <p:cNvSpPr/>
          <p:nvPr/>
        </p:nvSpPr>
        <p:spPr>
          <a:xfrm>
            <a:off x="978101" y="398"/>
            <a:ext cx="2809043" cy="3440824"/>
          </a:xfrm>
          <a:custGeom>
            <a:avLst/>
            <a:gdLst/>
            <a:ahLst/>
            <a:cxnLst/>
            <a:rect l="l" t="t" r="r" b="b"/>
            <a:pathLst>
              <a:path w="2809240" h="3441065">
                <a:moveTo>
                  <a:pt x="2809118" y="0"/>
                </a:moveTo>
                <a:lnTo>
                  <a:pt x="0" y="0"/>
                </a:lnTo>
                <a:lnTo>
                  <a:pt x="0" y="2539315"/>
                </a:lnTo>
                <a:lnTo>
                  <a:pt x="1378554" y="3441005"/>
                </a:lnTo>
                <a:lnTo>
                  <a:pt x="2809118" y="2539315"/>
                </a:lnTo>
                <a:lnTo>
                  <a:pt x="2809118" y="0"/>
                </a:lnTo>
                <a:close/>
              </a:path>
            </a:pathLst>
          </a:custGeom>
          <a:solidFill>
            <a:srgbClr val="1F3D6F"/>
          </a:solidFill>
        </p:spPr>
        <p:txBody>
          <a:bodyPr wrap="square" lIns="0" tIns="0" rIns="0" bIns="0" rtlCol="0"/>
          <a:lstStyle/>
          <a:p>
            <a:endParaRPr lang="es-419" sz="1801" noProof="0" dirty="0"/>
          </a:p>
        </p:txBody>
      </p:sp>
      <p:sp>
        <p:nvSpPr>
          <p:cNvPr id="4" name="object 4"/>
          <p:cNvSpPr/>
          <p:nvPr/>
        </p:nvSpPr>
        <p:spPr>
          <a:xfrm>
            <a:off x="1207206" y="397"/>
            <a:ext cx="2541091" cy="3285259"/>
          </a:xfrm>
          <a:custGeom>
            <a:avLst/>
            <a:gdLst/>
            <a:ahLst/>
            <a:cxnLst/>
            <a:rect l="l" t="t" r="r" b="b"/>
            <a:pathLst>
              <a:path w="2541270" h="3285490">
                <a:moveTo>
                  <a:pt x="2109632" y="0"/>
                </a:moveTo>
                <a:lnTo>
                  <a:pt x="0" y="0"/>
                </a:lnTo>
                <a:lnTo>
                  <a:pt x="1361851" y="3284945"/>
                </a:lnTo>
                <a:lnTo>
                  <a:pt x="2540978" y="2539313"/>
                </a:lnTo>
                <a:lnTo>
                  <a:pt x="2109632" y="0"/>
                </a:lnTo>
                <a:close/>
              </a:path>
            </a:pathLst>
          </a:custGeom>
          <a:solidFill>
            <a:srgbClr val="FFFFFF">
              <a:alpha val="19999"/>
            </a:srgbClr>
          </a:solidFill>
        </p:spPr>
        <p:txBody>
          <a:bodyPr wrap="square" lIns="0" tIns="0" rIns="0" bIns="0" rtlCol="0"/>
          <a:lstStyle/>
          <a:p>
            <a:endParaRPr lang="es-419" sz="1801" noProof="0" dirty="0"/>
          </a:p>
        </p:txBody>
      </p:sp>
      <p:sp>
        <p:nvSpPr>
          <p:cNvPr id="5" name="object 5"/>
          <p:cNvSpPr/>
          <p:nvPr/>
        </p:nvSpPr>
        <p:spPr>
          <a:xfrm>
            <a:off x="977029" y="398"/>
            <a:ext cx="2092179" cy="2201391"/>
          </a:xfrm>
          <a:custGeom>
            <a:avLst/>
            <a:gdLst/>
            <a:ahLst/>
            <a:cxnLst/>
            <a:rect l="l" t="t" r="r" b="b"/>
            <a:pathLst>
              <a:path w="2092325" h="2201545">
                <a:moveTo>
                  <a:pt x="2091922" y="0"/>
                </a:moveTo>
                <a:lnTo>
                  <a:pt x="1436679" y="0"/>
                </a:lnTo>
                <a:lnTo>
                  <a:pt x="0" y="753264"/>
                </a:lnTo>
                <a:lnTo>
                  <a:pt x="0" y="2201178"/>
                </a:lnTo>
                <a:lnTo>
                  <a:pt x="2091922" y="0"/>
                </a:lnTo>
                <a:close/>
              </a:path>
            </a:pathLst>
          </a:custGeom>
          <a:solidFill>
            <a:srgbClr val="1F3D6F">
              <a:alpha val="14999"/>
            </a:srgbClr>
          </a:solidFill>
        </p:spPr>
        <p:txBody>
          <a:bodyPr wrap="square" lIns="0" tIns="0" rIns="0" bIns="0" rtlCol="0"/>
          <a:lstStyle/>
          <a:p>
            <a:endParaRPr lang="es-419" sz="1801" noProof="0" dirty="0"/>
          </a:p>
        </p:txBody>
      </p:sp>
      <p:sp>
        <p:nvSpPr>
          <p:cNvPr id="6" name="object 6"/>
          <p:cNvSpPr/>
          <p:nvPr/>
        </p:nvSpPr>
        <p:spPr>
          <a:xfrm>
            <a:off x="16754151" y="398"/>
            <a:ext cx="3349244" cy="7841880"/>
          </a:xfrm>
          <a:prstGeom prst="rect">
            <a:avLst/>
          </a:prstGeom>
          <a:blipFill>
            <a:blip r:embed="rId4" cstate="print"/>
            <a:stretch>
              <a:fillRect/>
            </a:stretch>
          </a:blipFill>
        </p:spPr>
        <p:txBody>
          <a:bodyPr wrap="square" lIns="0" tIns="0" rIns="0" bIns="0" rtlCol="0"/>
          <a:lstStyle/>
          <a:p>
            <a:endParaRPr lang="es-419" sz="1801" noProof="0" dirty="0"/>
          </a:p>
        </p:txBody>
      </p:sp>
      <p:sp>
        <p:nvSpPr>
          <p:cNvPr id="7" name="object 7"/>
          <p:cNvSpPr/>
          <p:nvPr/>
        </p:nvSpPr>
        <p:spPr>
          <a:xfrm>
            <a:off x="16775168" y="5955483"/>
            <a:ext cx="3328436" cy="5352674"/>
          </a:xfrm>
          <a:custGeom>
            <a:avLst/>
            <a:gdLst/>
            <a:ahLst/>
            <a:cxnLst/>
            <a:rect l="l" t="t" r="r" b="b"/>
            <a:pathLst>
              <a:path w="3328669" h="5353050">
                <a:moveTo>
                  <a:pt x="0" y="0"/>
                </a:moveTo>
                <a:lnTo>
                  <a:pt x="0" y="5353051"/>
                </a:lnTo>
                <a:lnTo>
                  <a:pt x="3328453" y="5353051"/>
                </a:lnTo>
                <a:lnTo>
                  <a:pt x="3328453" y="141451"/>
                </a:lnTo>
                <a:lnTo>
                  <a:pt x="0" y="0"/>
                </a:lnTo>
                <a:close/>
              </a:path>
            </a:pathLst>
          </a:custGeom>
          <a:solidFill>
            <a:srgbClr val="834E3E"/>
          </a:solidFill>
        </p:spPr>
        <p:txBody>
          <a:bodyPr wrap="square" lIns="0" tIns="0" rIns="0" bIns="0" rtlCol="0"/>
          <a:lstStyle/>
          <a:p>
            <a:endParaRPr lang="es-419" sz="1801" noProof="0" dirty="0"/>
          </a:p>
        </p:txBody>
      </p:sp>
      <p:sp>
        <p:nvSpPr>
          <p:cNvPr id="8" name="object 8"/>
          <p:cNvSpPr/>
          <p:nvPr/>
        </p:nvSpPr>
        <p:spPr>
          <a:xfrm>
            <a:off x="16775163" y="6196288"/>
            <a:ext cx="3328231" cy="5111871"/>
          </a:xfrm>
          <a:prstGeom prst="rect">
            <a:avLst/>
          </a:prstGeom>
          <a:blipFill>
            <a:blip r:embed="rId5" cstate="print"/>
            <a:stretch>
              <a:fillRect/>
            </a:stretch>
          </a:blipFill>
        </p:spPr>
        <p:txBody>
          <a:bodyPr wrap="square" lIns="0" tIns="0" rIns="0" bIns="0" rtlCol="0"/>
          <a:lstStyle/>
          <a:p>
            <a:endParaRPr lang="es-419" sz="1801" noProof="0" dirty="0"/>
          </a:p>
        </p:txBody>
      </p:sp>
      <p:sp>
        <p:nvSpPr>
          <p:cNvPr id="22" name="object 22"/>
          <p:cNvSpPr/>
          <p:nvPr/>
        </p:nvSpPr>
        <p:spPr>
          <a:xfrm>
            <a:off x="18321276" y="5470297"/>
            <a:ext cx="1782319" cy="241919"/>
          </a:xfrm>
          <a:custGeom>
            <a:avLst/>
            <a:gdLst/>
            <a:ahLst/>
            <a:cxnLst/>
            <a:rect l="l" t="t" r="r" b="b"/>
            <a:pathLst>
              <a:path w="1782444" h="241935">
                <a:moveTo>
                  <a:pt x="1782244" y="0"/>
                </a:moveTo>
                <a:lnTo>
                  <a:pt x="0" y="0"/>
                </a:lnTo>
                <a:lnTo>
                  <a:pt x="31412" y="241634"/>
                </a:lnTo>
                <a:lnTo>
                  <a:pt x="1782244" y="241634"/>
                </a:lnTo>
                <a:lnTo>
                  <a:pt x="1782244" y="0"/>
                </a:lnTo>
                <a:close/>
              </a:path>
            </a:pathLst>
          </a:custGeom>
          <a:solidFill>
            <a:srgbClr val="1F3D6F">
              <a:alpha val="51998"/>
            </a:srgbClr>
          </a:solidFill>
        </p:spPr>
        <p:txBody>
          <a:bodyPr wrap="square" lIns="0" tIns="0" rIns="0" bIns="0" rtlCol="0"/>
          <a:lstStyle/>
          <a:p>
            <a:endParaRPr lang="es-419" sz="1801" noProof="0" dirty="0"/>
          </a:p>
        </p:txBody>
      </p:sp>
      <p:sp>
        <p:nvSpPr>
          <p:cNvPr id="23" name="object 23"/>
          <p:cNvSpPr/>
          <p:nvPr/>
        </p:nvSpPr>
        <p:spPr>
          <a:xfrm>
            <a:off x="17726566" y="5403675"/>
            <a:ext cx="2376828" cy="540255"/>
          </a:xfrm>
          <a:prstGeom prst="rect">
            <a:avLst/>
          </a:prstGeom>
          <a:blipFill>
            <a:blip r:embed="rId6" cstate="print"/>
            <a:stretch>
              <a:fillRect/>
            </a:stretch>
          </a:blipFill>
        </p:spPr>
        <p:txBody>
          <a:bodyPr wrap="square" lIns="0" tIns="0" rIns="0" bIns="0" rtlCol="0"/>
          <a:lstStyle/>
          <a:p>
            <a:endParaRPr lang="es-419" sz="1801" noProof="0" dirty="0"/>
          </a:p>
        </p:txBody>
      </p:sp>
      <p:sp>
        <p:nvSpPr>
          <p:cNvPr id="24" name="object 24"/>
          <p:cNvSpPr txBox="1"/>
          <p:nvPr/>
        </p:nvSpPr>
        <p:spPr>
          <a:xfrm>
            <a:off x="18519552" y="5451717"/>
            <a:ext cx="1421031"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Edificio Ad</a:t>
            </a:r>
            <a:r>
              <a:rPr lang="es-419" sz="1400" spc="-160" noProof="0" dirty="0">
                <a:solidFill>
                  <a:srgbClr val="FFFFFF"/>
                </a:solidFill>
                <a:latin typeface="Arial"/>
                <a:cs typeface="Arial"/>
              </a:rPr>
              <a:t> </a:t>
            </a:r>
            <a:r>
              <a:rPr lang="es-419" sz="1400" noProof="0" dirty="0">
                <a:solidFill>
                  <a:srgbClr val="FFFFFF"/>
                </a:solidFill>
                <a:latin typeface="Arial"/>
                <a:cs typeface="Arial"/>
              </a:rPr>
              <a:t>Portas</a:t>
            </a:r>
            <a:endParaRPr lang="es-419" sz="1400" noProof="0" dirty="0">
              <a:latin typeface="Arial"/>
              <a:cs typeface="Arial"/>
            </a:endParaRPr>
          </a:p>
        </p:txBody>
      </p:sp>
      <p:sp>
        <p:nvSpPr>
          <p:cNvPr id="25" name="object 25"/>
          <p:cNvSpPr/>
          <p:nvPr/>
        </p:nvSpPr>
        <p:spPr>
          <a:xfrm>
            <a:off x="1525159" y="899710"/>
            <a:ext cx="1464207" cy="1464207"/>
          </a:xfrm>
          <a:custGeom>
            <a:avLst/>
            <a:gdLst/>
            <a:ahLst/>
            <a:cxnLst/>
            <a:rect l="l" t="t" r="r" b="b"/>
            <a:pathLst>
              <a:path w="1464310" h="1464310">
                <a:moveTo>
                  <a:pt x="732030" y="0"/>
                </a:moveTo>
                <a:lnTo>
                  <a:pt x="683970" y="1560"/>
                </a:lnTo>
                <a:lnTo>
                  <a:pt x="636730" y="6175"/>
                </a:lnTo>
                <a:lnTo>
                  <a:pt x="590407" y="13748"/>
                </a:lnTo>
                <a:lnTo>
                  <a:pt x="545098" y="24183"/>
                </a:lnTo>
                <a:lnTo>
                  <a:pt x="500900" y="37381"/>
                </a:lnTo>
                <a:lnTo>
                  <a:pt x="457910" y="53246"/>
                </a:lnTo>
                <a:lnTo>
                  <a:pt x="416227" y="71680"/>
                </a:lnTo>
                <a:lnTo>
                  <a:pt x="375946" y="92586"/>
                </a:lnTo>
                <a:lnTo>
                  <a:pt x="337165" y="115867"/>
                </a:lnTo>
                <a:lnTo>
                  <a:pt x="299982" y="141425"/>
                </a:lnTo>
                <a:lnTo>
                  <a:pt x="264493" y="169164"/>
                </a:lnTo>
                <a:lnTo>
                  <a:pt x="230795" y="198987"/>
                </a:lnTo>
                <a:lnTo>
                  <a:pt x="198987" y="230795"/>
                </a:lnTo>
                <a:lnTo>
                  <a:pt x="169164" y="264493"/>
                </a:lnTo>
                <a:lnTo>
                  <a:pt x="141425" y="299982"/>
                </a:lnTo>
                <a:lnTo>
                  <a:pt x="115867" y="337165"/>
                </a:lnTo>
                <a:lnTo>
                  <a:pt x="92586" y="375946"/>
                </a:lnTo>
                <a:lnTo>
                  <a:pt x="71680" y="416227"/>
                </a:lnTo>
                <a:lnTo>
                  <a:pt x="53246" y="457910"/>
                </a:lnTo>
                <a:lnTo>
                  <a:pt x="37381" y="500900"/>
                </a:lnTo>
                <a:lnTo>
                  <a:pt x="24183" y="545098"/>
                </a:lnTo>
                <a:lnTo>
                  <a:pt x="13748" y="590407"/>
                </a:lnTo>
                <a:lnTo>
                  <a:pt x="6175" y="636730"/>
                </a:lnTo>
                <a:lnTo>
                  <a:pt x="1560" y="683970"/>
                </a:lnTo>
                <a:lnTo>
                  <a:pt x="0" y="732030"/>
                </a:lnTo>
                <a:lnTo>
                  <a:pt x="1560" y="780088"/>
                </a:lnTo>
                <a:lnTo>
                  <a:pt x="6175" y="827327"/>
                </a:lnTo>
                <a:lnTo>
                  <a:pt x="13748" y="873649"/>
                </a:lnTo>
                <a:lnTo>
                  <a:pt x="24183" y="918957"/>
                </a:lnTo>
                <a:lnTo>
                  <a:pt x="37381" y="963154"/>
                </a:lnTo>
                <a:lnTo>
                  <a:pt x="53246" y="1006143"/>
                </a:lnTo>
                <a:lnTo>
                  <a:pt x="71680" y="1047826"/>
                </a:lnTo>
                <a:lnTo>
                  <a:pt x="92586" y="1088106"/>
                </a:lnTo>
                <a:lnTo>
                  <a:pt x="115867" y="1126886"/>
                </a:lnTo>
                <a:lnTo>
                  <a:pt x="141425" y="1164069"/>
                </a:lnTo>
                <a:lnTo>
                  <a:pt x="169164" y="1199558"/>
                </a:lnTo>
                <a:lnTo>
                  <a:pt x="198987" y="1233255"/>
                </a:lnTo>
                <a:lnTo>
                  <a:pt x="230795" y="1265063"/>
                </a:lnTo>
                <a:lnTo>
                  <a:pt x="264493" y="1294885"/>
                </a:lnTo>
                <a:lnTo>
                  <a:pt x="299982" y="1322624"/>
                </a:lnTo>
                <a:lnTo>
                  <a:pt x="337165" y="1348183"/>
                </a:lnTo>
                <a:lnTo>
                  <a:pt x="375946" y="1371463"/>
                </a:lnTo>
                <a:lnTo>
                  <a:pt x="416227" y="1392369"/>
                </a:lnTo>
                <a:lnTo>
                  <a:pt x="457910" y="1410803"/>
                </a:lnTo>
                <a:lnTo>
                  <a:pt x="500900" y="1426668"/>
                </a:lnTo>
                <a:lnTo>
                  <a:pt x="545098" y="1439866"/>
                </a:lnTo>
                <a:lnTo>
                  <a:pt x="590407" y="1450300"/>
                </a:lnTo>
                <a:lnTo>
                  <a:pt x="636730" y="1457874"/>
                </a:lnTo>
                <a:lnTo>
                  <a:pt x="683970" y="1462489"/>
                </a:lnTo>
                <a:lnTo>
                  <a:pt x="732030" y="1464049"/>
                </a:lnTo>
                <a:lnTo>
                  <a:pt x="780088" y="1462489"/>
                </a:lnTo>
                <a:lnTo>
                  <a:pt x="827327" y="1457874"/>
                </a:lnTo>
                <a:lnTo>
                  <a:pt x="873649" y="1450300"/>
                </a:lnTo>
                <a:lnTo>
                  <a:pt x="918957" y="1439866"/>
                </a:lnTo>
                <a:lnTo>
                  <a:pt x="963154" y="1426668"/>
                </a:lnTo>
                <a:lnTo>
                  <a:pt x="1006143" y="1410803"/>
                </a:lnTo>
                <a:lnTo>
                  <a:pt x="1047826" y="1392369"/>
                </a:lnTo>
                <a:lnTo>
                  <a:pt x="1088106" y="1371463"/>
                </a:lnTo>
                <a:lnTo>
                  <a:pt x="1126886" y="1348183"/>
                </a:lnTo>
                <a:lnTo>
                  <a:pt x="1132925" y="1344032"/>
                </a:lnTo>
                <a:lnTo>
                  <a:pt x="732030" y="1344032"/>
                </a:lnTo>
                <a:lnTo>
                  <a:pt x="684271" y="1342187"/>
                </a:lnTo>
                <a:lnTo>
                  <a:pt x="637506" y="1336744"/>
                </a:lnTo>
                <a:lnTo>
                  <a:pt x="591870" y="1327840"/>
                </a:lnTo>
                <a:lnTo>
                  <a:pt x="547503" y="1315612"/>
                </a:lnTo>
                <a:lnTo>
                  <a:pt x="504539" y="1300197"/>
                </a:lnTo>
                <a:lnTo>
                  <a:pt x="463118" y="1281732"/>
                </a:lnTo>
                <a:lnTo>
                  <a:pt x="423375" y="1260355"/>
                </a:lnTo>
                <a:lnTo>
                  <a:pt x="385447" y="1236202"/>
                </a:lnTo>
                <a:lnTo>
                  <a:pt x="349473" y="1209411"/>
                </a:lnTo>
                <a:lnTo>
                  <a:pt x="315589" y="1180118"/>
                </a:lnTo>
                <a:lnTo>
                  <a:pt x="283932" y="1148461"/>
                </a:lnTo>
                <a:lnTo>
                  <a:pt x="254639" y="1114577"/>
                </a:lnTo>
                <a:lnTo>
                  <a:pt x="227847" y="1078604"/>
                </a:lnTo>
                <a:lnTo>
                  <a:pt x="203694" y="1040677"/>
                </a:lnTo>
                <a:lnTo>
                  <a:pt x="182317" y="1000935"/>
                </a:lnTo>
                <a:lnTo>
                  <a:pt x="163852" y="959514"/>
                </a:lnTo>
                <a:lnTo>
                  <a:pt x="148437" y="916552"/>
                </a:lnTo>
                <a:lnTo>
                  <a:pt x="136209" y="872185"/>
                </a:lnTo>
                <a:lnTo>
                  <a:pt x="127305" y="826551"/>
                </a:lnTo>
                <a:lnTo>
                  <a:pt x="121862" y="779787"/>
                </a:lnTo>
                <a:lnTo>
                  <a:pt x="120017" y="732030"/>
                </a:lnTo>
                <a:lnTo>
                  <a:pt x="121862" y="684271"/>
                </a:lnTo>
                <a:lnTo>
                  <a:pt x="127305" y="637506"/>
                </a:lnTo>
                <a:lnTo>
                  <a:pt x="136209" y="591870"/>
                </a:lnTo>
                <a:lnTo>
                  <a:pt x="148437" y="547503"/>
                </a:lnTo>
                <a:lnTo>
                  <a:pt x="163852" y="504539"/>
                </a:lnTo>
                <a:lnTo>
                  <a:pt x="182317" y="463118"/>
                </a:lnTo>
                <a:lnTo>
                  <a:pt x="203694" y="423375"/>
                </a:lnTo>
                <a:lnTo>
                  <a:pt x="227847" y="385447"/>
                </a:lnTo>
                <a:lnTo>
                  <a:pt x="254639" y="349473"/>
                </a:lnTo>
                <a:lnTo>
                  <a:pt x="283932" y="315589"/>
                </a:lnTo>
                <a:lnTo>
                  <a:pt x="315589" y="283932"/>
                </a:lnTo>
                <a:lnTo>
                  <a:pt x="349473" y="254639"/>
                </a:lnTo>
                <a:lnTo>
                  <a:pt x="385447" y="227847"/>
                </a:lnTo>
                <a:lnTo>
                  <a:pt x="423375" y="203694"/>
                </a:lnTo>
                <a:lnTo>
                  <a:pt x="463118" y="182317"/>
                </a:lnTo>
                <a:lnTo>
                  <a:pt x="504539" y="163852"/>
                </a:lnTo>
                <a:lnTo>
                  <a:pt x="547503" y="148437"/>
                </a:lnTo>
                <a:lnTo>
                  <a:pt x="591870" y="136209"/>
                </a:lnTo>
                <a:lnTo>
                  <a:pt x="637506" y="127305"/>
                </a:lnTo>
                <a:lnTo>
                  <a:pt x="684271" y="121862"/>
                </a:lnTo>
                <a:lnTo>
                  <a:pt x="732030" y="120017"/>
                </a:lnTo>
                <a:lnTo>
                  <a:pt x="1133269" y="120017"/>
                </a:lnTo>
                <a:lnTo>
                  <a:pt x="1105316" y="102055"/>
                </a:lnTo>
                <a:lnTo>
                  <a:pt x="1062478" y="78425"/>
                </a:lnTo>
                <a:lnTo>
                  <a:pt x="1018344" y="57831"/>
                </a:lnTo>
                <a:lnTo>
                  <a:pt x="973016" y="40308"/>
                </a:lnTo>
                <a:lnTo>
                  <a:pt x="926595" y="25892"/>
                </a:lnTo>
                <a:lnTo>
                  <a:pt x="879184" y="14617"/>
                </a:lnTo>
                <a:lnTo>
                  <a:pt x="830885" y="6520"/>
                </a:lnTo>
                <a:lnTo>
                  <a:pt x="781799" y="1636"/>
                </a:lnTo>
                <a:lnTo>
                  <a:pt x="732030" y="0"/>
                </a:lnTo>
                <a:close/>
              </a:path>
              <a:path w="1464310" h="1464310">
                <a:moveTo>
                  <a:pt x="1382385" y="479173"/>
                </a:moveTo>
                <a:lnTo>
                  <a:pt x="1358639" y="481367"/>
                </a:lnTo>
                <a:lnTo>
                  <a:pt x="1337619" y="492591"/>
                </a:lnTo>
                <a:lnTo>
                  <a:pt x="1323043" y="510386"/>
                </a:lnTo>
                <a:lnTo>
                  <a:pt x="1316202" y="532348"/>
                </a:lnTo>
                <a:lnTo>
                  <a:pt x="1318389" y="556077"/>
                </a:lnTo>
                <a:lnTo>
                  <a:pt x="1329578" y="599104"/>
                </a:lnTo>
                <a:lnTo>
                  <a:pt x="1337595" y="642875"/>
                </a:lnTo>
                <a:lnTo>
                  <a:pt x="1342419" y="687235"/>
                </a:lnTo>
                <a:lnTo>
                  <a:pt x="1344032" y="732030"/>
                </a:lnTo>
                <a:lnTo>
                  <a:pt x="1342187" y="779787"/>
                </a:lnTo>
                <a:lnTo>
                  <a:pt x="1336744" y="826551"/>
                </a:lnTo>
                <a:lnTo>
                  <a:pt x="1327840" y="872185"/>
                </a:lnTo>
                <a:lnTo>
                  <a:pt x="1315613" y="916552"/>
                </a:lnTo>
                <a:lnTo>
                  <a:pt x="1300198" y="959514"/>
                </a:lnTo>
                <a:lnTo>
                  <a:pt x="1281734" y="1000935"/>
                </a:lnTo>
                <a:lnTo>
                  <a:pt x="1260357" y="1040677"/>
                </a:lnTo>
                <a:lnTo>
                  <a:pt x="1236205" y="1078604"/>
                </a:lnTo>
                <a:lnTo>
                  <a:pt x="1209414" y="1114577"/>
                </a:lnTo>
                <a:lnTo>
                  <a:pt x="1180122" y="1148461"/>
                </a:lnTo>
                <a:lnTo>
                  <a:pt x="1148465" y="1180118"/>
                </a:lnTo>
                <a:lnTo>
                  <a:pt x="1114582" y="1209411"/>
                </a:lnTo>
                <a:lnTo>
                  <a:pt x="1078608" y="1236202"/>
                </a:lnTo>
                <a:lnTo>
                  <a:pt x="1040682" y="1260355"/>
                </a:lnTo>
                <a:lnTo>
                  <a:pt x="1000939" y="1281732"/>
                </a:lnTo>
                <a:lnTo>
                  <a:pt x="959518" y="1300197"/>
                </a:lnTo>
                <a:lnTo>
                  <a:pt x="916556" y="1315612"/>
                </a:lnTo>
                <a:lnTo>
                  <a:pt x="872188" y="1327840"/>
                </a:lnTo>
                <a:lnTo>
                  <a:pt x="826553" y="1336744"/>
                </a:lnTo>
                <a:lnTo>
                  <a:pt x="779788" y="1342187"/>
                </a:lnTo>
                <a:lnTo>
                  <a:pt x="732030" y="1344032"/>
                </a:lnTo>
                <a:lnTo>
                  <a:pt x="1132925" y="1344032"/>
                </a:lnTo>
                <a:lnTo>
                  <a:pt x="1199558" y="1294885"/>
                </a:lnTo>
                <a:lnTo>
                  <a:pt x="1233255" y="1265063"/>
                </a:lnTo>
                <a:lnTo>
                  <a:pt x="1265063" y="1233255"/>
                </a:lnTo>
                <a:lnTo>
                  <a:pt x="1294885" y="1199558"/>
                </a:lnTo>
                <a:lnTo>
                  <a:pt x="1322624" y="1164069"/>
                </a:lnTo>
                <a:lnTo>
                  <a:pt x="1348183" y="1126886"/>
                </a:lnTo>
                <a:lnTo>
                  <a:pt x="1371463" y="1088106"/>
                </a:lnTo>
                <a:lnTo>
                  <a:pt x="1392369" y="1047826"/>
                </a:lnTo>
                <a:lnTo>
                  <a:pt x="1410803" y="1006143"/>
                </a:lnTo>
                <a:lnTo>
                  <a:pt x="1426668" y="963154"/>
                </a:lnTo>
                <a:lnTo>
                  <a:pt x="1439866" y="918957"/>
                </a:lnTo>
                <a:lnTo>
                  <a:pt x="1450300" y="873649"/>
                </a:lnTo>
                <a:lnTo>
                  <a:pt x="1457874" y="827327"/>
                </a:lnTo>
                <a:lnTo>
                  <a:pt x="1462489" y="780088"/>
                </a:lnTo>
                <a:lnTo>
                  <a:pt x="1464049" y="732030"/>
                </a:lnTo>
                <a:lnTo>
                  <a:pt x="1462118" y="678496"/>
                </a:lnTo>
                <a:lnTo>
                  <a:pt x="1456340" y="625462"/>
                </a:lnTo>
                <a:lnTo>
                  <a:pt x="1446742" y="573112"/>
                </a:lnTo>
                <a:lnTo>
                  <a:pt x="1433349" y="521628"/>
                </a:lnTo>
                <a:lnTo>
                  <a:pt x="1404345" y="486019"/>
                </a:lnTo>
                <a:lnTo>
                  <a:pt x="1382385" y="479173"/>
                </a:lnTo>
                <a:close/>
              </a:path>
              <a:path w="1464310" h="1464310">
                <a:moveTo>
                  <a:pt x="1133269" y="120017"/>
                </a:moveTo>
                <a:lnTo>
                  <a:pt x="732030" y="120017"/>
                </a:lnTo>
                <a:lnTo>
                  <a:pt x="783957" y="122151"/>
                </a:lnTo>
                <a:lnTo>
                  <a:pt x="834955" y="128517"/>
                </a:lnTo>
                <a:lnTo>
                  <a:pt x="884856" y="139055"/>
                </a:lnTo>
                <a:lnTo>
                  <a:pt x="933495" y="153707"/>
                </a:lnTo>
                <a:lnTo>
                  <a:pt x="980704" y="172415"/>
                </a:lnTo>
                <a:lnTo>
                  <a:pt x="1026317" y="195122"/>
                </a:lnTo>
                <a:lnTo>
                  <a:pt x="1070168" y="221768"/>
                </a:lnTo>
                <a:lnTo>
                  <a:pt x="1112091" y="252295"/>
                </a:lnTo>
                <a:lnTo>
                  <a:pt x="1133303" y="263114"/>
                </a:lnTo>
                <a:lnTo>
                  <a:pt x="1178182" y="257947"/>
                </a:lnTo>
                <a:lnTo>
                  <a:pt x="1207228" y="221352"/>
                </a:lnTo>
                <a:lnTo>
                  <a:pt x="1209005" y="198418"/>
                </a:lnTo>
                <a:lnTo>
                  <a:pt x="1202056" y="176488"/>
                </a:lnTo>
                <a:lnTo>
                  <a:pt x="1186696" y="158277"/>
                </a:lnTo>
                <a:lnTo>
                  <a:pt x="1146756" y="128684"/>
                </a:lnTo>
                <a:lnTo>
                  <a:pt x="1133269" y="120017"/>
                </a:lnTo>
                <a:close/>
              </a:path>
            </a:pathLst>
          </a:custGeom>
          <a:solidFill>
            <a:srgbClr val="FFFFFF"/>
          </a:solidFill>
        </p:spPr>
        <p:txBody>
          <a:bodyPr wrap="square" lIns="0" tIns="0" rIns="0" bIns="0" rtlCol="0"/>
          <a:lstStyle/>
          <a:p>
            <a:endParaRPr lang="es-419" sz="1801" noProof="0" dirty="0"/>
          </a:p>
        </p:txBody>
      </p:sp>
      <p:sp>
        <p:nvSpPr>
          <p:cNvPr id="26" name="object 26"/>
          <p:cNvSpPr/>
          <p:nvPr/>
        </p:nvSpPr>
        <p:spPr>
          <a:xfrm>
            <a:off x="1672148" y="1050086"/>
            <a:ext cx="1149270" cy="1149270"/>
          </a:xfrm>
          <a:custGeom>
            <a:avLst/>
            <a:gdLst/>
            <a:ahLst/>
            <a:cxnLst/>
            <a:rect l="l" t="t" r="r" b="b"/>
            <a:pathLst>
              <a:path w="1149350" h="1149350">
                <a:moveTo>
                  <a:pt x="574600" y="0"/>
                </a:moveTo>
                <a:lnTo>
                  <a:pt x="527542" y="1908"/>
                </a:lnTo>
                <a:lnTo>
                  <a:pt x="481519" y="7534"/>
                </a:lnTo>
                <a:lnTo>
                  <a:pt x="436681" y="16728"/>
                </a:lnTo>
                <a:lnTo>
                  <a:pt x="393175" y="29341"/>
                </a:lnTo>
                <a:lnTo>
                  <a:pt x="351152" y="45225"/>
                </a:lnTo>
                <a:lnTo>
                  <a:pt x="310760" y="64231"/>
                </a:lnTo>
                <a:lnTo>
                  <a:pt x="272149" y="86208"/>
                </a:lnTo>
                <a:lnTo>
                  <a:pt x="235466" y="111009"/>
                </a:lnTo>
                <a:lnTo>
                  <a:pt x="200862" y="138485"/>
                </a:lnTo>
                <a:lnTo>
                  <a:pt x="168485" y="168485"/>
                </a:lnTo>
                <a:lnTo>
                  <a:pt x="138485" y="200862"/>
                </a:lnTo>
                <a:lnTo>
                  <a:pt x="111009" y="235466"/>
                </a:lnTo>
                <a:lnTo>
                  <a:pt x="86208" y="272149"/>
                </a:lnTo>
                <a:lnTo>
                  <a:pt x="64231" y="310760"/>
                </a:lnTo>
                <a:lnTo>
                  <a:pt x="45225" y="351152"/>
                </a:lnTo>
                <a:lnTo>
                  <a:pt x="29341" y="393175"/>
                </a:lnTo>
                <a:lnTo>
                  <a:pt x="16728" y="436681"/>
                </a:lnTo>
                <a:lnTo>
                  <a:pt x="7534" y="481519"/>
                </a:lnTo>
                <a:lnTo>
                  <a:pt x="1908" y="527542"/>
                </a:lnTo>
                <a:lnTo>
                  <a:pt x="0" y="574600"/>
                </a:lnTo>
                <a:lnTo>
                  <a:pt x="1908" y="621656"/>
                </a:lnTo>
                <a:lnTo>
                  <a:pt x="7534" y="667678"/>
                </a:lnTo>
                <a:lnTo>
                  <a:pt x="16728" y="712515"/>
                </a:lnTo>
                <a:lnTo>
                  <a:pt x="29341" y="756019"/>
                </a:lnTo>
                <a:lnTo>
                  <a:pt x="45225" y="798041"/>
                </a:lnTo>
                <a:lnTo>
                  <a:pt x="64231" y="838432"/>
                </a:lnTo>
                <a:lnTo>
                  <a:pt x="86208" y="877043"/>
                </a:lnTo>
                <a:lnTo>
                  <a:pt x="111009" y="913725"/>
                </a:lnTo>
                <a:lnTo>
                  <a:pt x="138485" y="948329"/>
                </a:lnTo>
                <a:lnTo>
                  <a:pt x="168485" y="980705"/>
                </a:lnTo>
                <a:lnTo>
                  <a:pt x="200862" y="1010705"/>
                </a:lnTo>
                <a:lnTo>
                  <a:pt x="235466" y="1038180"/>
                </a:lnTo>
                <a:lnTo>
                  <a:pt x="272149" y="1062981"/>
                </a:lnTo>
                <a:lnTo>
                  <a:pt x="310760" y="1084959"/>
                </a:lnTo>
                <a:lnTo>
                  <a:pt x="351152" y="1103964"/>
                </a:lnTo>
                <a:lnTo>
                  <a:pt x="393175" y="1119848"/>
                </a:lnTo>
                <a:lnTo>
                  <a:pt x="436681" y="1132461"/>
                </a:lnTo>
                <a:lnTo>
                  <a:pt x="481519" y="1141655"/>
                </a:lnTo>
                <a:lnTo>
                  <a:pt x="527542" y="1147281"/>
                </a:lnTo>
                <a:lnTo>
                  <a:pt x="574600" y="1149190"/>
                </a:lnTo>
                <a:lnTo>
                  <a:pt x="621658" y="1147281"/>
                </a:lnTo>
                <a:lnTo>
                  <a:pt x="667680" y="1141655"/>
                </a:lnTo>
                <a:lnTo>
                  <a:pt x="712518" y="1132461"/>
                </a:lnTo>
                <a:lnTo>
                  <a:pt x="756023" y="1119848"/>
                </a:lnTo>
                <a:lnTo>
                  <a:pt x="798046" y="1103964"/>
                </a:lnTo>
                <a:lnTo>
                  <a:pt x="838437" y="1084959"/>
                </a:lnTo>
                <a:lnTo>
                  <a:pt x="848256" y="1079370"/>
                </a:lnTo>
                <a:lnTo>
                  <a:pt x="574600" y="1079370"/>
                </a:lnTo>
                <a:lnTo>
                  <a:pt x="526056" y="1077055"/>
                </a:lnTo>
                <a:lnTo>
                  <a:pt x="478803" y="1070252"/>
                </a:lnTo>
                <a:lnTo>
                  <a:pt x="433053" y="1059173"/>
                </a:lnTo>
                <a:lnTo>
                  <a:pt x="389021" y="1044034"/>
                </a:lnTo>
                <a:lnTo>
                  <a:pt x="346919" y="1025045"/>
                </a:lnTo>
                <a:lnTo>
                  <a:pt x="306960" y="1002422"/>
                </a:lnTo>
                <a:lnTo>
                  <a:pt x="269357" y="976376"/>
                </a:lnTo>
                <a:lnTo>
                  <a:pt x="234325" y="947121"/>
                </a:lnTo>
                <a:lnTo>
                  <a:pt x="202075" y="914871"/>
                </a:lnTo>
                <a:lnTo>
                  <a:pt x="172820" y="879838"/>
                </a:lnTo>
                <a:lnTo>
                  <a:pt x="146775" y="842235"/>
                </a:lnTo>
                <a:lnTo>
                  <a:pt x="124152" y="802276"/>
                </a:lnTo>
                <a:lnTo>
                  <a:pt x="105165" y="760174"/>
                </a:lnTo>
                <a:lnTo>
                  <a:pt x="90025" y="716143"/>
                </a:lnTo>
                <a:lnTo>
                  <a:pt x="78948" y="670394"/>
                </a:lnTo>
                <a:lnTo>
                  <a:pt x="72145" y="623142"/>
                </a:lnTo>
                <a:lnTo>
                  <a:pt x="69830" y="574600"/>
                </a:lnTo>
                <a:lnTo>
                  <a:pt x="72145" y="526056"/>
                </a:lnTo>
                <a:lnTo>
                  <a:pt x="78948" y="478802"/>
                </a:lnTo>
                <a:lnTo>
                  <a:pt x="90025" y="433052"/>
                </a:lnTo>
                <a:lnTo>
                  <a:pt x="105165" y="389019"/>
                </a:lnTo>
                <a:lnTo>
                  <a:pt x="124152" y="346917"/>
                </a:lnTo>
                <a:lnTo>
                  <a:pt x="146775" y="306957"/>
                </a:lnTo>
                <a:lnTo>
                  <a:pt x="172820" y="269354"/>
                </a:lnTo>
                <a:lnTo>
                  <a:pt x="202075" y="234320"/>
                </a:lnTo>
                <a:lnTo>
                  <a:pt x="234325" y="202069"/>
                </a:lnTo>
                <a:lnTo>
                  <a:pt x="269357" y="172814"/>
                </a:lnTo>
                <a:lnTo>
                  <a:pt x="306960" y="146768"/>
                </a:lnTo>
                <a:lnTo>
                  <a:pt x="346919" y="124144"/>
                </a:lnTo>
                <a:lnTo>
                  <a:pt x="389021" y="105156"/>
                </a:lnTo>
                <a:lnTo>
                  <a:pt x="433053" y="90016"/>
                </a:lnTo>
                <a:lnTo>
                  <a:pt x="478803" y="78938"/>
                </a:lnTo>
                <a:lnTo>
                  <a:pt x="526056" y="72134"/>
                </a:lnTo>
                <a:lnTo>
                  <a:pt x="574600" y="69819"/>
                </a:lnTo>
                <a:lnTo>
                  <a:pt x="848220" y="69819"/>
                </a:lnTo>
                <a:lnTo>
                  <a:pt x="829156" y="59233"/>
                </a:lnTo>
                <a:lnTo>
                  <a:pt x="781136" y="38108"/>
                </a:lnTo>
                <a:lnTo>
                  <a:pt x="731445" y="21548"/>
                </a:lnTo>
                <a:lnTo>
                  <a:pt x="680309" y="9626"/>
                </a:lnTo>
                <a:lnTo>
                  <a:pt x="627952" y="2419"/>
                </a:lnTo>
                <a:lnTo>
                  <a:pt x="574600" y="0"/>
                </a:lnTo>
                <a:close/>
              </a:path>
              <a:path w="1149350" h="1149350">
                <a:moveTo>
                  <a:pt x="1110395" y="501042"/>
                </a:moveTo>
                <a:lnTo>
                  <a:pt x="1097035" y="504759"/>
                </a:lnTo>
                <a:lnTo>
                  <a:pt x="1086502" y="513021"/>
                </a:lnTo>
                <a:lnTo>
                  <a:pt x="1079834" y="524628"/>
                </a:lnTo>
                <a:lnTo>
                  <a:pt x="1078071" y="538381"/>
                </a:lnTo>
                <a:lnTo>
                  <a:pt x="1078636" y="547340"/>
                </a:lnTo>
                <a:lnTo>
                  <a:pt x="1079043" y="556384"/>
                </a:lnTo>
                <a:lnTo>
                  <a:pt x="1079254" y="564230"/>
                </a:lnTo>
                <a:lnTo>
                  <a:pt x="1079370" y="574600"/>
                </a:lnTo>
                <a:lnTo>
                  <a:pt x="1077055" y="623142"/>
                </a:lnTo>
                <a:lnTo>
                  <a:pt x="1070252" y="670394"/>
                </a:lnTo>
                <a:lnTo>
                  <a:pt x="1059173" y="716143"/>
                </a:lnTo>
                <a:lnTo>
                  <a:pt x="1044034" y="760174"/>
                </a:lnTo>
                <a:lnTo>
                  <a:pt x="1025045" y="802276"/>
                </a:lnTo>
                <a:lnTo>
                  <a:pt x="1002422" y="842235"/>
                </a:lnTo>
                <a:lnTo>
                  <a:pt x="976376" y="879838"/>
                </a:lnTo>
                <a:lnTo>
                  <a:pt x="947121" y="914871"/>
                </a:lnTo>
                <a:lnTo>
                  <a:pt x="914871" y="947121"/>
                </a:lnTo>
                <a:lnTo>
                  <a:pt x="879838" y="976376"/>
                </a:lnTo>
                <a:lnTo>
                  <a:pt x="842235" y="1002422"/>
                </a:lnTo>
                <a:lnTo>
                  <a:pt x="802276" y="1025045"/>
                </a:lnTo>
                <a:lnTo>
                  <a:pt x="760174" y="1044034"/>
                </a:lnTo>
                <a:lnTo>
                  <a:pt x="716143" y="1059173"/>
                </a:lnTo>
                <a:lnTo>
                  <a:pt x="670394" y="1070252"/>
                </a:lnTo>
                <a:lnTo>
                  <a:pt x="623142" y="1077055"/>
                </a:lnTo>
                <a:lnTo>
                  <a:pt x="574600" y="1079370"/>
                </a:lnTo>
                <a:lnTo>
                  <a:pt x="848256" y="1079370"/>
                </a:lnTo>
                <a:lnTo>
                  <a:pt x="913730" y="1038180"/>
                </a:lnTo>
                <a:lnTo>
                  <a:pt x="948333" y="1010705"/>
                </a:lnTo>
                <a:lnTo>
                  <a:pt x="980709" y="980705"/>
                </a:lnTo>
                <a:lnTo>
                  <a:pt x="1010709" y="948329"/>
                </a:lnTo>
                <a:lnTo>
                  <a:pt x="1038184" y="913725"/>
                </a:lnTo>
                <a:lnTo>
                  <a:pt x="1062984" y="877043"/>
                </a:lnTo>
                <a:lnTo>
                  <a:pt x="1084961" y="838432"/>
                </a:lnTo>
                <a:lnTo>
                  <a:pt x="1103965" y="798041"/>
                </a:lnTo>
                <a:lnTo>
                  <a:pt x="1119849" y="756019"/>
                </a:lnTo>
                <a:lnTo>
                  <a:pt x="1132462" y="712515"/>
                </a:lnTo>
                <a:lnTo>
                  <a:pt x="1141656" y="667678"/>
                </a:lnTo>
                <a:lnTo>
                  <a:pt x="1147281" y="621656"/>
                </a:lnTo>
                <a:lnTo>
                  <a:pt x="1149190" y="574600"/>
                </a:lnTo>
                <a:lnTo>
                  <a:pt x="1149098" y="564230"/>
                </a:lnTo>
                <a:lnTo>
                  <a:pt x="1144016" y="520006"/>
                </a:lnTo>
                <a:lnTo>
                  <a:pt x="1124157" y="502817"/>
                </a:lnTo>
                <a:lnTo>
                  <a:pt x="1110395" y="501042"/>
                </a:lnTo>
                <a:close/>
              </a:path>
              <a:path w="1149350" h="1149350">
                <a:moveTo>
                  <a:pt x="848220" y="69819"/>
                </a:moveTo>
                <a:lnTo>
                  <a:pt x="574600" y="69819"/>
                </a:lnTo>
                <a:lnTo>
                  <a:pt x="621467" y="71944"/>
                </a:lnTo>
                <a:lnTo>
                  <a:pt x="667458" y="78273"/>
                </a:lnTo>
                <a:lnTo>
                  <a:pt x="712373" y="88742"/>
                </a:lnTo>
                <a:lnTo>
                  <a:pt x="756016" y="103285"/>
                </a:lnTo>
                <a:lnTo>
                  <a:pt x="798189" y="121835"/>
                </a:lnTo>
                <a:lnTo>
                  <a:pt x="838694" y="144327"/>
                </a:lnTo>
                <a:lnTo>
                  <a:pt x="877334" y="170696"/>
                </a:lnTo>
                <a:lnTo>
                  <a:pt x="889845" y="176664"/>
                </a:lnTo>
                <a:lnTo>
                  <a:pt x="926212" y="163754"/>
                </a:lnTo>
                <a:lnTo>
                  <a:pt x="932873" y="137878"/>
                </a:lnTo>
                <a:lnTo>
                  <a:pt x="928496" y="125231"/>
                </a:lnTo>
                <a:lnTo>
                  <a:pt x="919280" y="114876"/>
                </a:lnTo>
                <a:lnTo>
                  <a:pt x="875279" y="84847"/>
                </a:lnTo>
                <a:lnTo>
                  <a:pt x="848220" y="69819"/>
                </a:lnTo>
                <a:close/>
              </a:path>
            </a:pathLst>
          </a:custGeom>
          <a:solidFill>
            <a:srgbClr val="FFFFFF"/>
          </a:solidFill>
        </p:spPr>
        <p:txBody>
          <a:bodyPr wrap="square" lIns="0" tIns="0" rIns="0" bIns="0" rtlCol="0"/>
          <a:lstStyle/>
          <a:p>
            <a:endParaRPr lang="es-419" sz="1801" noProof="0" dirty="0"/>
          </a:p>
        </p:txBody>
      </p:sp>
      <p:sp>
        <p:nvSpPr>
          <p:cNvPr id="27" name="object 27"/>
          <p:cNvSpPr/>
          <p:nvPr/>
        </p:nvSpPr>
        <p:spPr>
          <a:xfrm>
            <a:off x="1834149" y="1090748"/>
            <a:ext cx="1143554" cy="889572"/>
          </a:xfrm>
          <a:custGeom>
            <a:avLst/>
            <a:gdLst/>
            <a:ahLst/>
            <a:cxnLst/>
            <a:rect l="l" t="t" r="r" b="b"/>
            <a:pathLst>
              <a:path w="1143635" h="889635">
                <a:moveTo>
                  <a:pt x="155407" y="324712"/>
                </a:moveTo>
                <a:lnTo>
                  <a:pt x="113688" y="324712"/>
                </a:lnTo>
                <a:lnTo>
                  <a:pt x="73565" y="337458"/>
                </a:lnTo>
                <a:lnTo>
                  <a:pt x="38237" y="362950"/>
                </a:lnTo>
                <a:lnTo>
                  <a:pt x="12745" y="398274"/>
                </a:lnTo>
                <a:lnTo>
                  <a:pt x="0" y="438396"/>
                </a:lnTo>
                <a:lnTo>
                  <a:pt x="0" y="480117"/>
                </a:lnTo>
                <a:lnTo>
                  <a:pt x="12745" y="520238"/>
                </a:lnTo>
                <a:lnTo>
                  <a:pt x="38237" y="555562"/>
                </a:lnTo>
                <a:lnTo>
                  <a:pt x="345359" y="862694"/>
                </a:lnTo>
                <a:lnTo>
                  <a:pt x="391936" y="887432"/>
                </a:lnTo>
                <a:lnTo>
                  <a:pt x="409190" y="889081"/>
                </a:lnTo>
                <a:lnTo>
                  <a:pt x="426435" y="887432"/>
                </a:lnTo>
                <a:lnTo>
                  <a:pt x="443164" y="882484"/>
                </a:lnTo>
                <a:lnTo>
                  <a:pt x="458857" y="874238"/>
                </a:lnTo>
                <a:lnTo>
                  <a:pt x="472999" y="862694"/>
                </a:lnTo>
                <a:lnTo>
                  <a:pt x="516401" y="819292"/>
                </a:lnTo>
                <a:lnTo>
                  <a:pt x="409183" y="819292"/>
                </a:lnTo>
                <a:lnTo>
                  <a:pt x="401492" y="817800"/>
                </a:lnTo>
                <a:lnTo>
                  <a:pt x="394740" y="813324"/>
                </a:lnTo>
                <a:lnTo>
                  <a:pt x="87618" y="506202"/>
                </a:lnTo>
                <a:lnTo>
                  <a:pt x="73058" y="484254"/>
                </a:lnTo>
                <a:lnTo>
                  <a:pt x="68205" y="459263"/>
                </a:lnTo>
                <a:lnTo>
                  <a:pt x="73058" y="434274"/>
                </a:lnTo>
                <a:lnTo>
                  <a:pt x="98015" y="403833"/>
                </a:lnTo>
                <a:lnTo>
                  <a:pt x="134549" y="392918"/>
                </a:lnTo>
                <a:lnTo>
                  <a:pt x="260819" y="392918"/>
                </a:lnTo>
                <a:lnTo>
                  <a:pt x="230849" y="362950"/>
                </a:lnTo>
                <a:lnTo>
                  <a:pt x="195527" y="337458"/>
                </a:lnTo>
                <a:lnTo>
                  <a:pt x="155407" y="324712"/>
                </a:lnTo>
                <a:close/>
              </a:path>
              <a:path w="1143635" h="889635">
                <a:moveTo>
                  <a:pt x="1126459" y="68195"/>
                </a:moveTo>
                <a:lnTo>
                  <a:pt x="1008534" y="68195"/>
                </a:lnTo>
                <a:lnTo>
                  <a:pt x="1033525" y="73048"/>
                </a:lnTo>
                <a:lnTo>
                  <a:pt x="1055474" y="87608"/>
                </a:lnTo>
                <a:lnTo>
                  <a:pt x="1070027" y="109555"/>
                </a:lnTo>
                <a:lnTo>
                  <a:pt x="1074879" y="134543"/>
                </a:lnTo>
                <a:lnTo>
                  <a:pt x="1070027" y="159532"/>
                </a:lnTo>
                <a:lnTo>
                  <a:pt x="1055474" y="181479"/>
                </a:lnTo>
                <a:lnTo>
                  <a:pt x="423618" y="813324"/>
                </a:lnTo>
                <a:lnTo>
                  <a:pt x="416872" y="817800"/>
                </a:lnTo>
                <a:lnTo>
                  <a:pt x="409183" y="819292"/>
                </a:lnTo>
                <a:lnTo>
                  <a:pt x="516401" y="819292"/>
                </a:lnTo>
                <a:lnTo>
                  <a:pt x="1104844" y="230849"/>
                </a:lnTo>
                <a:lnTo>
                  <a:pt x="1130331" y="195522"/>
                </a:lnTo>
                <a:lnTo>
                  <a:pt x="1143074" y="155399"/>
                </a:lnTo>
                <a:lnTo>
                  <a:pt x="1143074" y="113680"/>
                </a:lnTo>
                <a:lnTo>
                  <a:pt x="1130331" y="73560"/>
                </a:lnTo>
                <a:lnTo>
                  <a:pt x="1126459" y="68195"/>
                </a:lnTo>
                <a:close/>
              </a:path>
              <a:path w="1143635" h="889635">
                <a:moveTo>
                  <a:pt x="260819" y="392918"/>
                </a:moveTo>
                <a:lnTo>
                  <a:pt x="134549" y="392918"/>
                </a:lnTo>
                <a:lnTo>
                  <a:pt x="147233" y="394131"/>
                </a:lnTo>
                <a:lnTo>
                  <a:pt x="159537" y="397771"/>
                </a:lnTo>
                <a:lnTo>
                  <a:pt x="171081" y="403838"/>
                </a:lnTo>
                <a:lnTo>
                  <a:pt x="181479" y="412331"/>
                </a:lnTo>
                <a:lnTo>
                  <a:pt x="364929" y="595781"/>
                </a:lnTo>
                <a:lnTo>
                  <a:pt x="374481" y="603627"/>
                </a:lnTo>
                <a:lnTo>
                  <a:pt x="385222" y="609372"/>
                </a:lnTo>
                <a:lnTo>
                  <a:pt x="396882" y="612903"/>
                </a:lnTo>
                <a:lnTo>
                  <a:pt x="409190" y="614105"/>
                </a:lnTo>
                <a:lnTo>
                  <a:pt x="421491" y="612903"/>
                </a:lnTo>
                <a:lnTo>
                  <a:pt x="433148" y="609372"/>
                </a:lnTo>
                <a:lnTo>
                  <a:pt x="443888" y="603627"/>
                </a:lnTo>
                <a:lnTo>
                  <a:pt x="453440" y="595781"/>
                </a:lnTo>
                <a:lnTo>
                  <a:pt x="507939" y="541280"/>
                </a:lnTo>
                <a:lnTo>
                  <a:pt x="409190" y="541280"/>
                </a:lnTo>
                <a:lnTo>
                  <a:pt x="260819" y="392918"/>
                </a:lnTo>
                <a:close/>
              </a:path>
              <a:path w="1143635" h="889635">
                <a:moveTo>
                  <a:pt x="1029398" y="0"/>
                </a:moveTo>
                <a:lnTo>
                  <a:pt x="987677" y="0"/>
                </a:lnTo>
                <a:lnTo>
                  <a:pt x="947556" y="12745"/>
                </a:lnTo>
                <a:lnTo>
                  <a:pt x="912232" y="38237"/>
                </a:lnTo>
                <a:lnTo>
                  <a:pt x="409190" y="541280"/>
                </a:lnTo>
                <a:lnTo>
                  <a:pt x="507939" y="541280"/>
                </a:lnTo>
                <a:lnTo>
                  <a:pt x="961602" y="87608"/>
                </a:lnTo>
                <a:lnTo>
                  <a:pt x="983545" y="73048"/>
                </a:lnTo>
                <a:lnTo>
                  <a:pt x="1008534" y="68195"/>
                </a:lnTo>
                <a:lnTo>
                  <a:pt x="1126459" y="68195"/>
                </a:lnTo>
                <a:lnTo>
                  <a:pt x="1104844" y="38237"/>
                </a:lnTo>
                <a:lnTo>
                  <a:pt x="1069520" y="12745"/>
                </a:lnTo>
                <a:lnTo>
                  <a:pt x="1029398" y="0"/>
                </a:lnTo>
                <a:close/>
              </a:path>
            </a:pathLst>
          </a:custGeom>
          <a:solidFill>
            <a:srgbClr val="FFFFFF"/>
          </a:solidFill>
        </p:spPr>
        <p:txBody>
          <a:bodyPr wrap="square" lIns="0" tIns="0" rIns="0" bIns="0" rtlCol="0"/>
          <a:lstStyle/>
          <a:p>
            <a:endParaRPr lang="es-419" sz="1801" noProof="0" dirty="0"/>
          </a:p>
        </p:txBody>
      </p:sp>
      <p:sp>
        <p:nvSpPr>
          <p:cNvPr id="30" name="object 30"/>
          <p:cNvSpPr/>
          <p:nvPr/>
        </p:nvSpPr>
        <p:spPr>
          <a:xfrm>
            <a:off x="1081150" y="10074248"/>
            <a:ext cx="144135" cy="416530"/>
          </a:xfrm>
          <a:custGeom>
            <a:avLst/>
            <a:gdLst/>
            <a:ahLst/>
            <a:cxnLst/>
            <a:rect l="l" t="t" r="r" b="b"/>
            <a:pathLst>
              <a:path w="144144" h="416559">
                <a:moveTo>
                  <a:pt x="71924" y="0"/>
                </a:moveTo>
                <a:lnTo>
                  <a:pt x="43953" y="5661"/>
                </a:lnTo>
                <a:lnTo>
                  <a:pt x="21088" y="21092"/>
                </a:lnTo>
                <a:lnTo>
                  <a:pt x="5660" y="43957"/>
                </a:lnTo>
                <a:lnTo>
                  <a:pt x="0" y="71924"/>
                </a:lnTo>
                <a:lnTo>
                  <a:pt x="0" y="344125"/>
                </a:lnTo>
                <a:lnTo>
                  <a:pt x="5660" y="372096"/>
                </a:lnTo>
                <a:lnTo>
                  <a:pt x="21088" y="394961"/>
                </a:lnTo>
                <a:lnTo>
                  <a:pt x="43953" y="410389"/>
                </a:lnTo>
                <a:lnTo>
                  <a:pt x="71924" y="416050"/>
                </a:lnTo>
                <a:lnTo>
                  <a:pt x="99889" y="410389"/>
                </a:lnTo>
                <a:lnTo>
                  <a:pt x="122751" y="394961"/>
                </a:lnTo>
                <a:lnTo>
                  <a:pt x="129427" y="385066"/>
                </a:lnTo>
                <a:lnTo>
                  <a:pt x="71924" y="385066"/>
                </a:lnTo>
                <a:lnTo>
                  <a:pt x="56003" y="381845"/>
                </a:lnTo>
                <a:lnTo>
                  <a:pt x="42988" y="373065"/>
                </a:lnTo>
                <a:lnTo>
                  <a:pt x="34205" y="360051"/>
                </a:lnTo>
                <a:lnTo>
                  <a:pt x="30983" y="344125"/>
                </a:lnTo>
                <a:lnTo>
                  <a:pt x="30983" y="71924"/>
                </a:lnTo>
                <a:lnTo>
                  <a:pt x="34205" y="56003"/>
                </a:lnTo>
                <a:lnTo>
                  <a:pt x="42988" y="42988"/>
                </a:lnTo>
                <a:lnTo>
                  <a:pt x="56003" y="34205"/>
                </a:lnTo>
                <a:lnTo>
                  <a:pt x="71924" y="30983"/>
                </a:lnTo>
                <a:lnTo>
                  <a:pt x="129424" y="30983"/>
                </a:lnTo>
                <a:lnTo>
                  <a:pt x="122751" y="21092"/>
                </a:lnTo>
                <a:lnTo>
                  <a:pt x="99889" y="5661"/>
                </a:lnTo>
                <a:lnTo>
                  <a:pt x="71924" y="0"/>
                </a:lnTo>
                <a:close/>
              </a:path>
              <a:path w="144144" h="416559">
                <a:moveTo>
                  <a:pt x="129424" y="30983"/>
                </a:moveTo>
                <a:lnTo>
                  <a:pt x="71924" y="30983"/>
                </a:lnTo>
                <a:lnTo>
                  <a:pt x="87839" y="34205"/>
                </a:lnTo>
                <a:lnTo>
                  <a:pt x="100851" y="42988"/>
                </a:lnTo>
                <a:lnTo>
                  <a:pt x="109632" y="56003"/>
                </a:lnTo>
                <a:lnTo>
                  <a:pt x="112855" y="71924"/>
                </a:lnTo>
                <a:lnTo>
                  <a:pt x="112855" y="344125"/>
                </a:lnTo>
                <a:lnTo>
                  <a:pt x="109632" y="360051"/>
                </a:lnTo>
                <a:lnTo>
                  <a:pt x="100851" y="373065"/>
                </a:lnTo>
                <a:lnTo>
                  <a:pt x="87839" y="381845"/>
                </a:lnTo>
                <a:lnTo>
                  <a:pt x="71924" y="385066"/>
                </a:lnTo>
                <a:lnTo>
                  <a:pt x="129427" y="385066"/>
                </a:lnTo>
                <a:lnTo>
                  <a:pt x="138178" y="372096"/>
                </a:lnTo>
                <a:lnTo>
                  <a:pt x="143838" y="344125"/>
                </a:lnTo>
                <a:lnTo>
                  <a:pt x="143838" y="71924"/>
                </a:lnTo>
                <a:lnTo>
                  <a:pt x="138178" y="43957"/>
                </a:lnTo>
                <a:lnTo>
                  <a:pt x="129424" y="30983"/>
                </a:lnTo>
                <a:close/>
              </a:path>
            </a:pathLst>
          </a:custGeom>
          <a:solidFill>
            <a:srgbClr val="1F3D6F"/>
          </a:solidFill>
        </p:spPr>
        <p:txBody>
          <a:bodyPr wrap="square" lIns="0" tIns="0" rIns="0" bIns="0" rtlCol="0"/>
          <a:lstStyle/>
          <a:p>
            <a:endParaRPr lang="es-419" sz="1801" noProof="0" dirty="0"/>
          </a:p>
        </p:txBody>
      </p:sp>
      <p:sp>
        <p:nvSpPr>
          <p:cNvPr id="31" name="object 31"/>
          <p:cNvSpPr/>
          <p:nvPr/>
        </p:nvSpPr>
        <p:spPr>
          <a:xfrm>
            <a:off x="772979" y="9996329"/>
            <a:ext cx="761311" cy="761311"/>
          </a:xfrm>
          <a:custGeom>
            <a:avLst/>
            <a:gdLst/>
            <a:ahLst/>
            <a:cxnLst/>
            <a:rect l="l" t="t" r="r" b="b"/>
            <a:pathLst>
              <a:path w="761365" h="761365">
                <a:moveTo>
                  <a:pt x="380648" y="0"/>
                </a:moveTo>
                <a:lnTo>
                  <a:pt x="332966" y="2971"/>
                </a:lnTo>
                <a:lnTo>
                  <a:pt x="287034" y="11645"/>
                </a:lnTo>
                <a:lnTo>
                  <a:pt x="243209" y="25663"/>
                </a:lnTo>
                <a:lnTo>
                  <a:pt x="201852" y="44665"/>
                </a:lnTo>
                <a:lnTo>
                  <a:pt x="163323" y="68291"/>
                </a:lnTo>
                <a:lnTo>
                  <a:pt x="127979" y="96182"/>
                </a:lnTo>
                <a:lnTo>
                  <a:pt x="96182" y="127979"/>
                </a:lnTo>
                <a:lnTo>
                  <a:pt x="68291" y="163323"/>
                </a:lnTo>
                <a:lnTo>
                  <a:pt x="44665" y="201852"/>
                </a:lnTo>
                <a:lnTo>
                  <a:pt x="25663" y="243209"/>
                </a:lnTo>
                <a:lnTo>
                  <a:pt x="11645" y="287034"/>
                </a:lnTo>
                <a:lnTo>
                  <a:pt x="2971" y="332966"/>
                </a:lnTo>
                <a:lnTo>
                  <a:pt x="0" y="380648"/>
                </a:lnTo>
                <a:lnTo>
                  <a:pt x="2971" y="428327"/>
                </a:lnTo>
                <a:lnTo>
                  <a:pt x="11645" y="474258"/>
                </a:lnTo>
                <a:lnTo>
                  <a:pt x="25663" y="518080"/>
                </a:lnTo>
                <a:lnTo>
                  <a:pt x="44665" y="559436"/>
                </a:lnTo>
                <a:lnTo>
                  <a:pt x="68291" y="597965"/>
                </a:lnTo>
                <a:lnTo>
                  <a:pt x="96182" y="633307"/>
                </a:lnTo>
                <a:lnTo>
                  <a:pt x="127979" y="665103"/>
                </a:lnTo>
                <a:lnTo>
                  <a:pt x="163323" y="692994"/>
                </a:lnTo>
                <a:lnTo>
                  <a:pt x="201852" y="716620"/>
                </a:lnTo>
                <a:lnTo>
                  <a:pt x="243209" y="735622"/>
                </a:lnTo>
                <a:lnTo>
                  <a:pt x="287034" y="749640"/>
                </a:lnTo>
                <a:lnTo>
                  <a:pt x="332966" y="758314"/>
                </a:lnTo>
                <a:lnTo>
                  <a:pt x="380648" y="761285"/>
                </a:lnTo>
                <a:lnTo>
                  <a:pt x="428329" y="758314"/>
                </a:lnTo>
                <a:lnTo>
                  <a:pt x="474261" y="749640"/>
                </a:lnTo>
                <a:lnTo>
                  <a:pt x="518085" y="735622"/>
                </a:lnTo>
                <a:lnTo>
                  <a:pt x="529664" y="730302"/>
                </a:lnTo>
                <a:lnTo>
                  <a:pt x="380648" y="730302"/>
                </a:lnTo>
                <a:lnTo>
                  <a:pt x="333264" y="727104"/>
                </a:lnTo>
                <a:lnTo>
                  <a:pt x="287798" y="717790"/>
                </a:lnTo>
                <a:lnTo>
                  <a:pt x="244670" y="702781"/>
                </a:lnTo>
                <a:lnTo>
                  <a:pt x="204300" y="682495"/>
                </a:lnTo>
                <a:lnTo>
                  <a:pt x="167107" y="657353"/>
                </a:lnTo>
                <a:lnTo>
                  <a:pt x="133511" y="627775"/>
                </a:lnTo>
                <a:lnTo>
                  <a:pt x="103932" y="594180"/>
                </a:lnTo>
                <a:lnTo>
                  <a:pt x="78790" y="556988"/>
                </a:lnTo>
                <a:lnTo>
                  <a:pt x="58504" y="516619"/>
                </a:lnTo>
                <a:lnTo>
                  <a:pt x="43494" y="473493"/>
                </a:lnTo>
                <a:lnTo>
                  <a:pt x="34181" y="428029"/>
                </a:lnTo>
                <a:lnTo>
                  <a:pt x="30983" y="380648"/>
                </a:lnTo>
                <a:lnTo>
                  <a:pt x="34181" y="333264"/>
                </a:lnTo>
                <a:lnTo>
                  <a:pt x="43494" y="287798"/>
                </a:lnTo>
                <a:lnTo>
                  <a:pt x="58504" y="244670"/>
                </a:lnTo>
                <a:lnTo>
                  <a:pt x="78790" y="204300"/>
                </a:lnTo>
                <a:lnTo>
                  <a:pt x="103932" y="167107"/>
                </a:lnTo>
                <a:lnTo>
                  <a:pt x="133511" y="133511"/>
                </a:lnTo>
                <a:lnTo>
                  <a:pt x="167107" y="103932"/>
                </a:lnTo>
                <a:lnTo>
                  <a:pt x="204300" y="78790"/>
                </a:lnTo>
                <a:lnTo>
                  <a:pt x="244670" y="58504"/>
                </a:lnTo>
                <a:lnTo>
                  <a:pt x="287798" y="43494"/>
                </a:lnTo>
                <a:lnTo>
                  <a:pt x="333264" y="34181"/>
                </a:lnTo>
                <a:lnTo>
                  <a:pt x="380648" y="30983"/>
                </a:lnTo>
                <a:lnTo>
                  <a:pt x="529663" y="30983"/>
                </a:lnTo>
                <a:lnTo>
                  <a:pt x="518085" y="25663"/>
                </a:lnTo>
                <a:lnTo>
                  <a:pt x="474261" y="11645"/>
                </a:lnTo>
                <a:lnTo>
                  <a:pt x="428329" y="2971"/>
                </a:lnTo>
                <a:lnTo>
                  <a:pt x="380648" y="0"/>
                </a:lnTo>
                <a:close/>
              </a:path>
              <a:path w="761365" h="761365">
                <a:moveTo>
                  <a:pt x="529663" y="30983"/>
                </a:moveTo>
                <a:lnTo>
                  <a:pt x="380648" y="30983"/>
                </a:lnTo>
                <a:lnTo>
                  <a:pt x="428029" y="34181"/>
                </a:lnTo>
                <a:lnTo>
                  <a:pt x="473493" y="43494"/>
                </a:lnTo>
                <a:lnTo>
                  <a:pt x="516620" y="58504"/>
                </a:lnTo>
                <a:lnTo>
                  <a:pt x="556990" y="78790"/>
                </a:lnTo>
                <a:lnTo>
                  <a:pt x="594184" y="103932"/>
                </a:lnTo>
                <a:lnTo>
                  <a:pt x="627780" y="133511"/>
                </a:lnTo>
                <a:lnTo>
                  <a:pt x="657360" y="167107"/>
                </a:lnTo>
                <a:lnTo>
                  <a:pt x="682503" y="204300"/>
                </a:lnTo>
                <a:lnTo>
                  <a:pt x="702790" y="244670"/>
                </a:lnTo>
                <a:lnTo>
                  <a:pt x="717800" y="287798"/>
                </a:lnTo>
                <a:lnTo>
                  <a:pt x="727114" y="333264"/>
                </a:lnTo>
                <a:lnTo>
                  <a:pt x="730312" y="380648"/>
                </a:lnTo>
                <a:lnTo>
                  <a:pt x="727114" y="428029"/>
                </a:lnTo>
                <a:lnTo>
                  <a:pt x="717800" y="473493"/>
                </a:lnTo>
                <a:lnTo>
                  <a:pt x="702790" y="516619"/>
                </a:lnTo>
                <a:lnTo>
                  <a:pt x="682503" y="556988"/>
                </a:lnTo>
                <a:lnTo>
                  <a:pt x="657360" y="594180"/>
                </a:lnTo>
                <a:lnTo>
                  <a:pt x="627780" y="627775"/>
                </a:lnTo>
                <a:lnTo>
                  <a:pt x="594184" y="657353"/>
                </a:lnTo>
                <a:lnTo>
                  <a:pt x="556990" y="682495"/>
                </a:lnTo>
                <a:lnTo>
                  <a:pt x="516620" y="702781"/>
                </a:lnTo>
                <a:lnTo>
                  <a:pt x="473493" y="717790"/>
                </a:lnTo>
                <a:lnTo>
                  <a:pt x="428029" y="727104"/>
                </a:lnTo>
                <a:lnTo>
                  <a:pt x="380648" y="730302"/>
                </a:lnTo>
                <a:lnTo>
                  <a:pt x="529664" y="730302"/>
                </a:lnTo>
                <a:lnTo>
                  <a:pt x="597969" y="692994"/>
                </a:lnTo>
                <a:lnTo>
                  <a:pt x="633311" y="665103"/>
                </a:lnTo>
                <a:lnTo>
                  <a:pt x="665107" y="633307"/>
                </a:lnTo>
                <a:lnTo>
                  <a:pt x="692997" y="597965"/>
                </a:lnTo>
                <a:lnTo>
                  <a:pt x="716622" y="559436"/>
                </a:lnTo>
                <a:lnTo>
                  <a:pt x="735623" y="518080"/>
                </a:lnTo>
                <a:lnTo>
                  <a:pt x="749640" y="474258"/>
                </a:lnTo>
                <a:lnTo>
                  <a:pt x="758314" y="428327"/>
                </a:lnTo>
                <a:lnTo>
                  <a:pt x="761285" y="380648"/>
                </a:lnTo>
                <a:lnTo>
                  <a:pt x="758314" y="332966"/>
                </a:lnTo>
                <a:lnTo>
                  <a:pt x="749640" y="287034"/>
                </a:lnTo>
                <a:lnTo>
                  <a:pt x="735623" y="243209"/>
                </a:lnTo>
                <a:lnTo>
                  <a:pt x="716622" y="201852"/>
                </a:lnTo>
                <a:lnTo>
                  <a:pt x="692997" y="163323"/>
                </a:lnTo>
                <a:lnTo>
                  <a:pt x="665107" y="127979"/>
                </a:lnTo>
                <a:lnTo>
                  <a:pt x="633311" y="96182"/>
                </a:lnTo>
                <a:lnTo>
                  <a:pt x="597969" y="68291"/>
                </a:lnTo>
                <a:lnTo>
                  <a:pt x="559441" y="44665"/>
                </a:lnTo>
                <a:lnTo>
                  <a:pt x="529663" y="30983"/>
                </a:lnTo>
                <a:close/>
              </a:path>
            </a:pathLst>
          </a:custGeom>
          <a:solidFill>
            <a:srgbClr val="1F3D6F"/>
          </a:solidFill>
        </p:spPr>
        <p:txBody>
          <a:bodyPr wrap="square" lIns="0" tIns="0" rIns="0" bIns="0" rtlCol="0"/>
          <a:lstStyle/>
          <a:p>
            <a:endParaRPr lang="es-419" sz="1801" noProof="0" dirty="0"/>
          </a:p>
        </p:txBody>
      </p:sp>
      <p:sp>
        <p:nvSpPr>
          <p:cNvPr id="32" name="object 32"/>
          <p:cNvSpPr/>
          <p:nvPr/>
        </p:nvSpPr>
        <p:spPr>
          <a:xfrm>
            <a:off x="1076142" y="10514128"/>
            <a:ext cx="159312" cy="159324"/>
          </a:xfrm>
          <a:prstGeom prst="rect">
            <a:avLst/>
          </a:prstGeom>
          <a:blipFill>
            <a:blip r:embed="rId7" cstate="print"/>
            <a:stretch>
              <a:fillRect/>
            </a:stretch>
          </a:blipFill>
        </p:spPr>
        <p:txBody>
          <a:bodyPr wrap="square" lIns="0" tIns="0" rIns="0" bIns="0" rtlCol="0"/>
          <a:lstStyle/>
          <a:p>
            <a:endParaRPr lang="es-419" sz="1801" noProof="0" dirty="0"/>
          </a:p>
        </p:txBody>
      </p:sp>
      <p:sp>
        <p:nvSpPr>
          <p:cNvPr id="33" name="object 33"/>
          <p:cNvSpPr/>
          <p:nvPr/>
        </p:nvSpPr>
        <p:spPr>
          <a:xfrm>
            <a:off x="628795" y="9750010"/>
            <a:ext cx="15567201" cy="0"/>
          </a:xfrm>
          <a:custGeom>
            <a:avLst/>
            <a:gdLst/>
            <a:ahLst/>
            <a:cxnLst/>
            <a:rect l="l" t="t" r="r" b="b"/>
            <a:pathLst>
              <a:path w="15568294">
                <a:moveTo>
                  <a:pt x="0" y="0"/>
                </a:moveTo>
                <a:lnTo>
                  <a:pt x="15568279" y="0"/>
                </a:lnTo>
              </a:path>
            </a:pathLst>
          </a:custGeom>
          <a:ln w="20941">
            <a:solidFill>
              <a:srgbClr val="1F3D6F"/>
            </a:solidFill>
          </a:ln>
        </p:spPr>
        <p:txBody>
          <a:bodyPr wrap="square" lIns="0" tIns="0" rIns="0" bIns="0" rtlCol="0"/>
          <a:lstStyle/>
          <a:p>
            <a:endParaRPr lang="es-419" sz="1801" noProof="0" dirty="0"/>
          </a:p>
        </p:txBody>
      </p:sp>
      <p:sp>
        <p:nvSpPr>
          <p:cNvPr id="34" name="object 34"/>
          <p:cNvSpPr txBox="1"/>
          <p:nvPr/>
        </p:nvSpPr>
        <p:spPr>
          <a:xfrm>
            <a:off x="17081642" y="6873790"/>
            <a:ext cx="2647129" cy="1000017"/>
          </a:xfrm>
          <a:prstGeom prst="rect">
            <a:avLst/>
          </a:prstGeom>
        </p:spPr>
        <p:txBody>
          <a:bodyPr vert="horz" wrap="square" lIns="0" tIns="15240" rIns="0" bIns="0" rtlCol="0">
            <a:spAutoFit/>
          </a:bodyPr>
          <a:lstStyle/>
          <a:p>
            <a:pPr algn="ctr">
              <a:spcBef>
                <a:spcPts val="120"/>
              </a:spcBef>
            </a:pPr>
            <a:r>
              <a:rPr lang="es-419" sz="3199" spc="-64" noProof="0" dirty="0">
                <a:solidFill>
                  <a:srgbClr val="FFFFFF"/>
                </a:solidFill>
                <a:latin typeface="Arial"/>
                <a:cs typeface="Arial"/>
              </a:rPr>
              <a:t>Facultad</a:t>
            </a:r>
            <a:r>
              <a:rPr lang="es-419" sz="3199" spc="-241" noProof="0" dirty="0">
                <a:solidFill>
                  <a:srgbClr val="FFFFFF"/>
                </a:solidFill>
                <a:latin typeface="Arial"/>
                <a:cs typeface="Arial"/>
              </a:rPr>
              <a:t> </a:t>
            </a:r>
            <a:r>
              <a:rPr lang="es-419" sz="3199" spc="-74" noProof="0" dirty="0">
                <a:solidFill>
                  <a:srgbClr val="FFFFFF"/>
                </a:solidFill>
                <a:latin typeface="Arial"/>
                <a:cs typeface="Arial"/>
              </a:rPr>
              <a:t>de</a:t>
            </a:r>
            <a:endParaRPr lang="es-419" sz="3199" noProof="0" dirty="0">
              <a:latin typeface="Arial"/>
              <a:cs typeface="Arial"/>
            </a:endParaRPr>
          </a:p>
          <a:p>
            <a:pPr algn="ctr">
              <a:spcBef>
                <a:spcPts val="30"/>
              </a:spcBef>
            </a:pPr>
            <a:r>
              <a:rPr lang="es-419" sz="3199" b="1" spc="-74" noProof="0" dirty="0">
                <a:solidFill>
                  <a:srgbClr val="FFFFFF"/>
                </a:solidFill>
                <a:latin typeface="Arial"/>
                <a:cs typeface="Arial"/>
              </a:rPr>
              <a:t>Ingeniería</a:t>
            </a:r>
            <a:endParaRPr lang="es-419" sz="3199" noProof="0" dirty="0">
              <a:latin typeface="Arial"/>
              <a:cs typeface="Arial"/>
            </a:endParaRPr>
          </a:p>
        </p:txBody>
      </p:sp>
      <p:pic>
        <p:nvPicPr>
          <p:cNvPr id="35" name="Imagen 34" descr="Imagen que contiene dibujo&#10;&#10;Descripción generada automáticamente">
            <a:extLst>
              <a:ext uri="{FF2B5EF4-FFF2-40B4-BE49-F238E27FC236}">
                <a16:creationId xmlns:a16="http://schemas.microsoft.com/office/drawing/2014/main" id="{17E67028-184F-BD48-BB91-7A376E91C61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081643" y="8564854"/>
            <a:ext cx="2726257" cy="1949273"/>
          </a:xfrm>
          <a:prstGeom prst="rect">
            <a:avLst/>
          </a:prstGeom>
        </p:spPr>
      </p:pic>
      <p:sp>
        <p:nvSpPr>
          <p:cNvPr id="36" name="object 21">
            <a:extLst>
              <a:ext uri="{FF2B5EF4-FFF2-40B4-BE49-F238E27FC236}">
                <a16:creationId xmlns:a16="http://schemas.microsoft.com/office/drawing/2014/main" id="{FA4991C9-5C2A-C349-8E66-6EAF7E497CBA}"/>
              </a:ext>
            </a:extLst>
          </p:cNvPr>
          <p:cNvSpPr/>
          <p:nvPr/>
        </p:nvSpPr>
        <p:spPr>
          <a:xfrm rot="5400000">
            <a:off x="18434590" y="7247477"/>
            <a:ext cx="57699" cy="2291579"/>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lang="es-419" sz="1801" noProof="0" dirty="0"/>
          </a:p>
        </p:txBody>
      </p:sp>
      <p:sp>
        <p:nvSpPr>
          <p:cNvPr id="10" name="CuadroTexto 9">
            <a:extLst>
              <a:ext uri="{FF2B5EF4-FFF2-40B4-BE49-F238E27FC236}">
                <a16:creationId xmlns:a16="http://schemas.microsoft.com/office/drawing/2014/main" id="{7544F0A8-D94F-050E-D241-E1AB39EA89D5}"/>
              </a:ext>
            </a:extLst>
          </p:cNvPr>
          <p:cNvSpPr txBox="1"/>
          <p:nvPr/>
        </p:nvSpPr>
        <p:spPr>
          <a:xfrm>
            <a:off x="1672148" y="10088677"/>
            <a:ext cx="11656502" cy="584775"/>
          </a:xfrm>
          <a:prstGeom prst="rect">
            <a:avLst/>
          </a:prstGeom>
          <a:noFill/>
        </p:spPr>
        <p:txBody>
          <a:bodyPr wrap="square">
            <a:spAutoFit/>
          </a:bodyPr>
          <a:lstStyle/>
          <a:p>
            <a:r>
              <a:rPr lang="es-419" sz="3200" noProof="0" dirty="0"/>
              <a:t>Pensar en AE como una organización estructurada por capas.</a:t>
            </a:r>
          </a:p>
        </p:txBody>
      </p:sp>
      <p:pic>
        <p:nvPicPr>
          <p:cNvPr id="9" name="Picture 2" descr="Imagen generada">
            <a:extLst>
              <a:ext uri="{FF2B5EF4-FFF2-40B4-BE49-F238E27FC236}">
                <a16:creationId xmlns:a16="http://schemas.microsoft.com/office/drawing/2014/main" id="{1D95AD26-599E-DFB2-7B94-F9EC5A1F7DA4}"/>
              </a:ext>
            </a:extLst>
          </p:cNvPr>
          <p:cNvPicPr>
            <a:picLocks noChangeAspect="1" noChangeArrowheads="1"/>
          </p:cNvPicPr>
          <p:nvPr/>
        </p:nvPicPr>
        <p:blipFill>
          <a:blip r:embed="rId9">
            <a:clrChange>
              <a:clrFrom>
                <a:srgbClr val="F7F6F5"/>
              </a:clrFrom>
              <a:clrTo>
                <a:srgbClr val="F7F6F5">
                  <a:alpha val="0"/>
                </a:srgbClr>
              </a:clrTo>
            </a:clrChange>
            <a:extLst>
              <a:ext uri="{28A0092B-C50C-407E-A947-70E740481C1C}">
                <a14:useLocalDpi xmlns:a14="http://schemas.microsoft.com/office/drawing/2010/main" val="0"/>
              </a:ext>
            </a:extLst>
          </a:blip>
          <a:srcRect/>
          <a:stretch>
            <a:fillRect/>
          </a:stretch>
        </p:blipFill>
        <p:spPr bwMode="auto">
          <a:xfrm>
            <a:off x="5214764" y="635"/>
            <a:ext cx="9681932" cy="96819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9" name="Imagen 1388">
            <a:extLst>
              <a:ext uri="{FF2B5EF4-FFF2-40B4-BE49-F238E27FC236}">
                <a16:creationId xmlns:a16="http://schemas.microsoft.com/office/drawing/2014/main" id="{5FDAE6F1-D190-AC4B-AF45-2EEDE069B9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50" y="794"/>
            <a:ext cx="20104100" cy="11308556"/>
          </a:xfrm>
          <a:prstGeom prst="rect">
            <a:avLst/>
          </a:prstGeom>
        </p:spPr>
      </p:pic>
      <p:sp>
        <p:nvSpPr>
          <p:cNvPr id="1390" name="object 38">
            <a:extLst>
              <a:ext uri="{FF2B5EF4-FFF2-40B4-BE49-F238E27FC236}">
                <a16:creationId xmlns:a16="http://schemas.microsoft.com/office/drawing/2014/main" id="{E1318349-1C0F-5E43-A02D-88E8FCB72E3B}"/>
              </a:ext>
            </a:extLst>
          </p:cNvPr>
          <p:cNvSpPr txBox="1">
            <a:spLocks/>
          </p:cNvSpPr>
          <p:nvPr/>
        </p:nvSpPr>
        <p:spPr>
          <a:xfrm>
            <a:off x="1136650" y="3749675"/>
            <a:ext cx="12115800" cy="5339282"/>
          </a:xfrm>
          <a:prstGeom prst="rect">
            <a:avLst/>
          </a:prstGeom>
        </p:spPr>
        <p:txBody>
          <a:bodyPr vert="horz" wrap="square" lIns="0" tIns="14605" rIns="0" bIns="0" rtlCol="0">
            <a:spAutoFit/>
          </a:bodyPr>
          <a:lstStyle>
            <a:lvl1pPr>
              <a:defRPr>
                <a:latin typeface="+mj-lt"/>
                <a:ea typeface="+mj-ea"/>
                <a:cs typeface="+mj-cs"/>
              </a:defRPr>
            </a:lvl1pPr>
          </a:lstStyle>
          <a:p>
            <a:pPr marL="12700">
              <a:spcBef>
                <a:spcPts val="115"/>
              </a:spcBef>
            </a:pPr>
            <a:r>
              <a:rPr lang="es-419" sz="17300" kern="0" spc="-340" noProof="0" dirty="0">
                <a:solidFill>
                  <a:schemeClr val="bg1"/>
                </a:solidFill>
                <a:latin typeface="Arial" panose="020B0604020202020204" pitchFamily="34" charset="0"/>
                <a:cs typeface="Arial" panose="020B0604020202020204" pitchFamily="34" charset="0"/>
              </a:rPr>
              <a:t>Arquitectura de Software</a:t>
            </a:r>
            <a:endParaRPr lang="es-419" sz="17300" kern="0" noProof="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069976" y="9171249"/>
            <a:ext cx="10034123" cy="2137306"/>
          </a:xfrm>
          <a:prstGeom prst="rect">
            <a:avLst/>
          </a:prstGeom>
          <a:blipFill>
            <a:blip r:embed="rId2" cstate="print"/>
            <a:stretch>
              <a:fillRect/>
            </a:stretch>
          </a:blipFill>
        </p:spPr>
        <p:txBody>
          <a:bodyPr wrap="square" lIns="0" tIns="0" rIns="0" bIns="0" rtlCol="0"/>
          <a:lstStyle/>
          <a:p>
            <a:endParaRPr lang="es-419" noProof="0" dirty="0"/>
          </a:p>
        </p:txBody>
      </p:sp>
      <p:sp>
        <p:nvSpPr>
          <p:cNvPr id="3" name="object 3"/>
          <p:cNvSpPr/>
          <p:nvPr/>
        </p:nvSpPr>
        <p:spPr>
          <a:xfrm>
            <a:off x="18804565" y="10842109"/>
            <a:ext cx="1299845" cy="241935"/>
          </a:xfrm>
          <a:custGeom>
            <a:avLst/>
            <a:gdLst/>
            <a:ahLst/>
            <a:cxnLst/>
            <a:rect l="l" t="t" r="r" b="b"/>
            <a:pathLst>
              <a:path w="1299844" h="241934">
                <a:moveTo>
                  <a:pt x="1299534" y="0"/>
                </a:moveTo>
                <a:lnTo>
                  <a:pt x="0" y="0"/>
                </a:lnTo>
                <a:lnTo>
                  <a:pt x="31412" y="241635"/>
                </a:lnTo>
                <a:lnTo>
                  <a:pt x="1299534" y="241635"/>
                </a:lnTo>
                <a:lnTo>
                  <a:pt x="1299534" y="0"/>
                </a:lnTo>
                <a:close/>
              </a:path>
            </a:pathLst>
          </a:custGeom>
          <a:solidFill>
            <a:srgbClr val="1F3D6F">
              <a:alpha val="51998"/>
            </a:srgbClr>
          </a:solidFill>
        </p:spPr>
        <p:txBody>
          <a:bodyPr wrap="square" lIns="0" tIns="0" rIns="0" bIns="0" rtlCol="0"/>
          <a:lstStyle/>
          <a:p>
            <a:endParaRPr lang="es-419" noProof="0" dirty="0"/>
          </a:p>
        </p:txBody>
      </p:sp>
      <p:sp>
        <p:nvSpPr>
          <p:cNvPr id="4" name="object 4"/>
          <p:cNvSpPr/>
          <p:nvPr/>
        </p:nvSpPr>
        <p:spPr>
          <a:xfrm>
            <a:off x="17663337" y="10753856"/>
            <a:ext cx="2430066" cy="540297"/>
          </a:xfrm>
          <a:prstGeom prst="rect">
            <a:avLst/>
          </a:prstGeom>
          <a:blipFill>
            <a:blip r:embed="rId3" cstate="print"/>
            <a:stretch>
              <a:fillRect/>
            </a:stretch>
          </a:blipFill>
        </p:spPr>
        <p:txBody>
          <a:bodyPr wrap="square" lIns="0" tIns="0" rIns="0" bIns="0" rtlCol="0"/>
          <a:lstStyle/>
          <a:p>
            <a:endParaRPr lang="es-419" noProof="0" dirty="0"/>
          </a:p>
        </p:txBody>
      </p:sp>
      <p:sp>
        <p:nvSpPr>
          <p:cNvPr id="5" name="object 5"/>
          <p:cNvSpPr txBox="1"/>
          <p:nvPr/>
        </p:nvSpPr>
        <p:spPr>
          <a:xfrm>
            <a:off x="18948744" y="10801194"/>
            <a:ext cx="925830" cy="239395"/>
          </a:xfrm>
          <a:prstGeom prst="rect">
            <a:avLst/>
          </a:prstGeom>
        </p:spPr>
        <p:txBody>
          <a:bodyPr vert="horz" wrap="square" lIns="0" tIns="12700" rIns="0" bIns="0" rtlCol="0">
            <a:spAutoFit/>
          </a:bodyPr>
          <a:lstStyle/>
          <a:p>
            <a:pPr marL="12700">
              <a:lnSpc>
                <a:spcPct val="100000"/>
              </a:lnSpc>
              <a:spcBef>
                <a:spcPts val="100"/>
              </a:spcBef>
            </a:pPr>
            <a:r>
              <a:rPr lang="es-419" sz="1400" noProof="0" dirty="0">
                <a:solidFill>
                  <a:srgbClr val="FFFFFF"/>
                </a:solidFill>
                <a:latin typeface="Arial"/>
                <a:cs typeface="Arial"/>
              </a:rPr>
              <a:t>Puente</a:t>
            </a:r>
            <a:r>
              <a:rPr lang="es-419" sz="1400" spc="-75" noProof="0" dirty="0">
                <a:solidFill>
                  <a:srgbClr val="FFFFFF"/>
                </a:solidFill>
                <a:latin typeface="Arial"/>
                <a:cs typeface="Arial"/>
              </a:rPr>
              <a:t> </a:t>
            </a:r>
            <a:r>
              <a:rPr lang="es-419" sz="1400" spc="-5" noProof="0" dirty="0">
                <a:solidFill>
                  <a:srgbClr val="FFFFFF"/>
                </a:solidFill>
                <a:latin typeface="Arial"/>
                <a:cs typeface="Arial"/>
              </a:rPr>
              <a:t>gris</a:t>
            </a:r>
            <a:endParaRPr lang="es-419" sz="1400" noProof="0" dirty="0">
              <a:latin typeface="Arial"/>
              <a:cs typeface="Arial"/>
            </a:endParaRPr>
          </a:p>
        </p:txBody>
      </p:sp>
      <p:sp>
        <p:nvSpPr>
          <p:cNvPr id="6" name="object 6"/>
          <p:cNvSpPr/>
          <p:nvPr/>
        </p:nvSpPr>
        <p:spPr>
          <a:xfrm>
            <a:off x="0" y="9182854"/>
            <a:ext cx="10506710" cy="2119630"/>
          </a:xfrm>
          <a:custGeom>
            <a:avLst/>
            <a:gdLst/>
            <a:ahLst/>
            <a:cxnLst/>
            <a:rect l="l" t="t" r="r" b="b"/>
            <a:pathLst>
              <a:path w="10506710" h="2119629">
                <a:moveTo>
                  <a:pt x="10165941" y="0"/>
                </a:moveTo>
                <a:lnTo>
                  <a:pt x="0" y="8303"/>
                </a:lnTo>
                <a:lnTo>
                  <a:pt x="0" y="2119139"/>
                </a:lnTo>
                <a:lnTo>
                  <a:pt x="10506413" y="2110825"/>
                </a:lnTo>
                <a:lnTo>
                  <a:pt x="10165941" y="0"/>
                </a:lnTo>
                <a:close/>
              </a:path>
            </a:pathLst>
          </a:custGeom>
          <a:solidFill>
            <a:srgbClr val="834E3E"/>
          </a:solidFill>
        </p:spPr>
        <p:txBody>
          <a:bodyPr wrap="square" lIns="0" tIns="0" rIns="0" bIns="0" rtlCol="0"/>
          <a:lstStyle/>
          <a:p>
            <a:endParaRPr lang="es-419" noProof="0" dirty="0"/>
          </a:p>
        </p:txBody>
      </p:sp>
      <p:sp>
        <p:nvSpPr>
          <p:cNvPr id="7" name="object 7"/>
          <p:cNvSpPr/>
          <p:nvPr/>
        </p:nvSpPr>
        <p:spPr>
          <a:xfrm>
            <a:off x="0" y="9182851"/>
            <a:ext cx="10301529" cy="2125704"/>
          </a:xfrm>
          <a:prstGeom prst="rect">
            <a:avLst/>
          </a:prstGeom>
          <a:blipFill>
            <a:blip r:embed="rId4" cstate="print"/>
            <a:stretch>
              <a:fillRect/>
            </a:stretch>
          </a:blipFill>
        </p:spPr>
        <p:txBody>
          <a:bodyPr wrap="square" lIns="0" tIns="0" rIns="0" bIns="0" rtlCol="0"/>
          <a:lstStyle/>
          <a:p>
            <a:endParaRPr lang="es-419" noProof="0" dirty="0"/>
          </a:p>
        </p:txBody>
      </p:sp>
      <p:sp>
        <p:nvSpPr>
          <p:cNvPr id="21" name="object 21"/>
          <p:cNvSpPr/>
          <p:nvPr/>
        </p:nvSpPr>
        <p:spPr>
          <a:xfrm>
            <a:off x="4900446" y="9515311"/>
            <a:ext cx="0" cy="1393190"/>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lang="es-419" noProof="0" dirty="0"/>
          </a:p>
        </p:txBody>
      </p:sp>
      <p:sp>
        <p:nvSpPr>
          <p:cNvPr id="22" name="object 22"/>
          <p:cNvSpPr txBox="1">
            <a:spLocks noGrp="1"/>
          </p:cNvSpPr>
          <p:nvPr>
            <p:ph type="title"/>
          </p:nvPr>
        </p:nvSpPr>
        <p:spPr>
          <a:xfrm>
            <a:off x="5238285" y="9693275"/>
            <a:ext cx="2647315" cy="1000274"/>
          </a:xfrm>
          <a:prstGeom prst="rect">
            <a:avLst/>
          </a:prstGeom>
        </p:spPr>
        <p:txBody>
          <a:bodyPr vert="horz" wrap="square" lIns="0" tIns="15240" rIns="0" bIns="0" rtlCol="0">
            <a:spAutoFit/>
          </a:bodyPr>
          <a:lstStyle/>
          <a:p>
            <a:pPr marL="12700">
              <a:lnSpc>
                <a:spcPct val="100000"/>
              </a:lnSpc>
              <a:spcBef>
                <a:spcPts val="120"/>
              </a:spcBef>
            </a:pPr>
            <a:r>
              <a:rPr lang="es-419" sz="3200" spc="-65" noProof="0" dirty="0"/>
              <a:t>Facultad</a:t>
            </a:r>
            <a:r>
              <a:rPr lang="es-419" sz="3200" spc="-235" noProof="0" dirty="0"/>
              <a:t> </a:t>
            </a:r>
            <a:r>
              <a:rPr lang="es-419" sz="3200" spc="-75" noProof="0" dirty="0"/>
              <a:t>de</a:t>
            </a:r>
          </a:p>
          <a:p>
            <a:pPr marL="12700">
              <a:lnSpc>
                <a:spcPct val="100000"/>
              </a:lnSpc>
              <a:spcBef>
                <a:spcPts val="30"/>
              </a:spcBef>
            </a:pPr>
            <a:r>
              <a:rPr lang="es-419" sz="3200" b="1" spc="-75" noProof="0" dirty="0">
                <a:latin typeface="Arial"/>
                <a:cs typeface="Arial"/>
              </a:rPr>
              <a:t>Ingeniería</a:t>
            </a:r>
          </a:p>
        </p:txBody>
      </p:sp>
      <p:pic>
        <p:nvPicPr>
          <p:cNvPr id="23" name="Imagen 22" descr="Imagen que contiene dibujo&#10;&#10;Descripción generada automáticamente">
            <a:extLst>
              <a:ext uri="{FF2B5EF4-FFF2-40B4-BE49-F238E27FC236}">
                <a16:creationId xmlns:a16="http://schemas.microsoft.com/office/drawing/2014/main" id="{E9EB8A88-A280-2244-89F6-CE25497F1F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469" y="9515311"/>
            <a:ext cx="4072296" cy="1485837"/>
          </a:xfrm>
          <a:prstGeom prst="rect">
            <a:avLst/>
          </a:prstGeom>
        </p:spPr>
      </p:pic>
      <p:pic>
        <p:nvPicPr>
          <p:cNvPr id="9" name="Picture 6" descr="Imagen generada">
            <a:extLst>
              <a:ext uri="{FF2B5EF4-FFF2-40B4-BE49-F238E27FC236}">
                <a16:creationId xmlns:a16="http://schemas.microsoft.com/office/drawing/2014/main" id="{E8EAA073-5DD1-2A4E-35EC-51E4FA0734EB}"/>
              </a:ext>
            </a:extLst>
          </p:cNvPr>
          <p:cNvPicPr>
            <a:picLocks noChangeAspect="1" noChangeArrowheads="1"/>
          </p:cNvPicPr>
          <p:nvPr/>
        </p:nvPicPr>
        <p:blipFill>
          <a:blip r:embed="rId6">
            <a:clrChange>
              <a:clrFrom>
                <a:srgbClr val="F8F8F8"/>
              </a:clrFrom>
              <a:clrTo>
                <a:srgbClr val="F8F8F8">
                  <a:alpha val="0"/>
                </a:srgbClr>
              </a:clrTo>
            </a:clrChange>
            <a:extLst>
              <a:ext uri="{28A0092B-C50C-407E-A947-70E740481C1C}">
                <a14:useLocalDpi xmlns:a14="http://schemas.microsoft.com/office/drawing/2010/main" val="0"/>
              </a:ext>
            </a:extLst>
          </a:blip>
          <a:srcRect/>
          <a:stretch>
            <a:fillRect/>
          </a:stretch>
        </p:blipFill>
        <p:spPr bwMode="auto">
          <a:xfrm>
            <a:off x="366546" y="115051"/>
            <a:ext cx="9067800" cy="90678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Arquitectura de software: Definición, elementos y tipos">
            <a:extLst>
              <a:ext uri="{FF2B5EF4-FFF2-40B4-BE49-F238E27FC236}">
                <a16:creationId xmlns:a16="http://schemas.microsoft.com/office/drawing/2014/main" id="{DCF9D93B-CAA4-5FBC-030A-A771B7A89823}"/>
              </a:ext>
            </a:extLst>
          </p:cNvPr>
          <p:cNvPicPr>
            <a:picLocks noChangeAspect="1" noChangeArrowheads="1"/>
          </p:cNvPicPr>
          <p:nvPr/>
        </p:nvPicPr>
        <p:blipFill>
          <a:blip r:embed="rId7">
            <a:clrChange>
              <a:clrFrom>
                <a:srgbClr val="EDEDED"/>
              </a:clrFrom>
              <a:clrTo>
                <a:srgbClr val="EDEDED">
                  <a:alpha val="0"/>
                </a:srgbClr>
              </a:clrTo>
            </a:clrChange>
            <a:extLst>
              <a:ext uri="{28A0092B-C50C-407E-A947-70E740481C1C}">
                <a14:useLocalDpi xmlns:a14="http://schemas.microsoft.com/office/drawing/2010/main" val="0"/>
              </a:ext>
            </a:extLst>
          </a:blip>
          <a:srcRect/>
          <a:stretch>
            <a:fillRect/>
          </a:stretch>
        </p:blipFill>
        <p:spPr bwMode="auto">
          <a:xfrm>
            <a:off x="10386687" y="92075"/>
            <a:ext cx="9067800" cy="9067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502926" y="9219677"/>
            <a:ext cx="9601173" cy="2088878"/>
          </a:xfrm>
          <a:prstGeom prst="rect">
            <a:avLst/>
          </a:prstGeom>
          <a:blipFill>
            <a:blip r:embed="rId2" cstate="print"/>
            <a:stretch>
              <a:fillRect/>
            </a:stretch>
          </a:blipFill>
        </p:spPr>
        <p:txBody>
          <a:bodyPr wrap="square" lIns="0" tIns="0" rIns="0" bIns="0" rtlCol="0"/>
          <a:lstStyle/>
          <a:p>
            <a:endParaRPr lang="es-419" noProof="0" dirty="0"/>
          </a:p>
        </p:txBody>
      </p:sp>
      <p:sp>
        <p:nvSpPr>
          <p:cNvPr id="3" name="object 3"/>
          <p:cNvSpPr/>
          <p:nvPr/>
        </p:nvSpPr>
        <p:spPr>
          <a:xfrm>
            <a:off x="10052050" y="9219677"/>
            <a:ext cx="10052039" cy="2088878"/>
          </a:xfrm>
          <a:prstGeom prst="rect">
            <a:avLst/>
          </a:prstGeom>
          <a:blipFill>
            <a:blip r:embed="rId3" cstate="print"/>
            <a:stretch>
              <a:fillRect/>
            </a:stretch>
          </a:blipFill>
        </p:spPr>
        <p:txBody>
          <a:bodyPr wrap="square" lIns="0" tIns="0" rIns="0" bIns="0" rtlCol="0"/>
          <a:lstStyle/>
          <a:p>
            <a:endParaRPr lang="es-419" noProof="0" dirty="0"/>
          </a:p>
        </p:txBody>
      </p:sp>
      <p:sp>
        <p:nvSpPr>
          <p:cNvPr id="4" name="object 4"/>
          <p:cNvSpPr/>
          <p:nvPr/>
        </p:nvSpPr>
        <p:spPr>
          <a:xfrm>
            <a:off x="18194315" y="10804609"/>
            <a:ext cx="1910080" cy="241935"/>
          </a:xfrm>
          <a:custGeom>
            <a:avLst/>
            <a:gdLst/>
            <a:ahLst/>
            <a:cxnLst/>
            <a:rect l="l" t="t" r="r" b="b"/>
            <a:pathLst>
              <a:path w="1910080" h="241934">
                <a:moveTo>
                  <a:pt x="1909784" y="0"/>
                </a:moveTo>
                <a:lnTo>
                  <a:pt x="0" y="0"/>
                </a:lnTo>
                <a:lnTo>
                  <a:pt x="0" y="296"/>
                </a:lnTo>
                <a:lnTo>
                  <a:pt x="31374" y="241636"/>
                </a:lnTo>
                <a:lnTo>
                  <a:pt x="1909784" y="241636"/>
                </a:lnTo>
                <a:lnTo>
                  <a:pt x="1909784" y="0"/>
                </a:lnTo>
                <a:close/>
              </a:path>
            </a:pathLst>
          </a:custGeom>
          <a:solidFill>
            <a:srgbClr val="1F3D6F">
              <a:alpha val="51998"/>
            </a:srgbClr>
          </a:solidFill>
        </p:spPr>
        <p:txBody>
          <a:bodyPr wrap="square" lIns="0" tIns="0" rIns="0" bIns="0" rtlCol="0"/>
          <a:lstStyle/>
          <a:p>
            <a:endParaRPr lang="es-419" noProof="0" dirty="0"/>
          </a:p>
        </p:txBody>
      </p:sp>
      <p:sp>
        <p:nvSpPr>
          <p:cNvPr id="5" name="object 5"/>
          <p:cNvSpPr/>
          <p:nvPr/>
        </p:nvSpPr>
        <p:spPr>
          <a:xfrm>
            <a:off x="17781447" y="10737732"/>
            <a:ext cx="2322651" cy="540297"/>
          </a:xfrm>
          <a:prstGeom prst="rect">
            <a:avLst/>
          </a:prstGeom>
          <a:blipFill>
            <a:blip r:embed="rId4" cstate="print"/>
            <a:stretch>
              <a:fillRect/>
            </a:stretch>
          </a:blipFill>
        </p:spPr>
        <p:txBody>
          <a:bodyPr wrap="square" lIns="0" tIns="0" rIns="0" bIns="0" rtlCol="0"/>
          <a:lstStyle/>
          <a:p>
            <a:endParaRPr lang="es-419" noProof="0" dirty="0"/>
          </a:p>
        </p:txBody>
      </p:sp>
      <p:sp>
        <p:nvSpPr>
          <p:cNvPr id="6" name="object 6"/>
          <p:cNvSpPr txBox="1"/>
          <p:nvPr/>
        </p:nvSpPr>
        <p:spPr>
          <a:xfrm>
            <a:off x="18384167" y="10786039"/>
            <a:ext cx="1609090" cy="239395"/>
          </a:xfrm>
          <a:prstGeom prst="rect">
            <a:avLst/>
          </a:prstGeom>
        </p:spPr>
        <p:txBody>
          <a:bodyPr vert="horz" wrap="square" lIns="0" tIns="12700" rIns="0" bIns="0" rtlCol="0">
            <a:spAutoFit/>
          </a:bodyPr>
          <a:lstStyle/>
          <a:p>
            <a:pPr marL="12700">
              <a:lnSpc>
                <a:spcPct val="100000"/>
              </a:lnSpc>
              <a:spcBef>
                <a:spcPts val="100"/>
              </a:spcBef>
            </a:pPr>
            <a:r>
              <a:rPr lang="es-419" sz="1400" noProof="0" dirty="0">
                <a:solidFill>
                  <a:srgbClr val="FFFFFF"/>
                </a:solidFill>
                <a:latin typeface="Arial"/>
                <a:cs typeface="Arial"/>
              </a:rPr>
              <a:t>Punto</a:t>
            </a:r>
            <a:r>
              <a:rPr lang="es-419" sz="1400" spc="-70" noProof="0" dirty="0">
                <a:solidFill>
                  <a:srgbClr val="FFFFFF"/>
                </a:solidFill>
                <a:latin typeface="Arial"/>
                <a:cs typeface="Arial"/>
              </a:rPr>
              <a:t> </a:t>
            </a:r>
            <a:r>
              <a:rPr lang="es-419" sz="1400" noProof="0" dirty="0">
                <a:solidFill>
                  <a:srgbClr val="FFFFFF"/>
                </a:solidFill>
                <a:latin typeface="Arial"/>
                <a:cs typeface="Arial"/>
              </a:rPr>
              <a:t>Embarcadero</a:t>
            </a:r>
            <a:endParaRPr lang="es-419" sz="1400" noProof="0" dirty="0">
              <a:latin typeface="Arial"/>
              <a:cs typeface="Arial"/>
            </a:endParaRPr>
          </a:p>
        </p:txBody>
      </p:sp>
      <p:sp>
        <p:nvSpPr>
          <p:cNvPr id="7" name="object 7"/>
          <p:cNvSpPr/>
          <p:nvPr/>
        </p:nvSpPr>
        <p:spPr>
          <a:xfrm>
            <a:off x="0" y="9216219"/>
            <a:ext cx="10487660" cy="2092960"/>
          </a:xfrm>
          <a:custGeom>
            <a:avLst/>
            <a:gdLst/>
            <a:ahLst/>
            <a:cxnLst/>
            <a:rect l="l" t="t" r="r" b="b"/>
            <a:pathLst>
              <a:path w="10487660" h="2092959">
                <a:moveTo>
                  <a:pt x="10150172" y="0"/>
                </a:moveTo>
                <a:lnTo>
                  <a:pt x="0" y="8303"/>
                </a:lnTo>
                <a:lnTo>
                  <a:pt x="0" y="2092334"/>
                </a:lnTo>
                <a:lnTo>
                  <a:pt x="10487659" y="2092334"/>
                </a:lnTo>
                <a:lnTo>
                  <a:pt x="10150172" y="0"/>
                </a:lnTo>
                <a:close/>
              </a:path>
            </a:pathLst>
          </a:custGeom>
          <a:solidFill>
            <a:srgbClr val="834E3E"/>
          </a:solidFill>
        </p:spPr>
        <p:txBody>
          <a:bodyPr wrap="square" lIns="0" tIns="0" rIns="0" bIns="0" rtlCol="0"/>
          <a:lstStyle/>
          <a:p>
            <a:endParaRPr lang="es-419" noProof="0" dirty="0"/>
          </a:p>
        </p:txBody>
      </p:sp>
      <p:sp>
        <p:nvSpPr>
          <p:cNvPr id="8" name="object 8"/>
          <p:cNvSpPr/>
          <p:nvPr/>
        </p:nvSpPr>
        <p:spPr>
          <a:xfrm>
            <a:off x="0" y="9216221"/>
            <a:ext cx="10280608" cy="2092334"/>
          </a:xfrm>
          <a:prstGeom prst="rect">
            <a:avLst/>
          </a:prstGeom>
          <a:blipFill>
            <a:blip r:embed="rId5" cstate="print"/>
            <a:stretch>
              <a:fillRect/>
            </a:stretch>
          </a:blipFill>
        </p:spPr>
        <p:txBody>
          <a:bodyPr wrap="square" lIns="0" tIns="0" rIns="0" bIns="0" rtlCol="0"/>
          <a:lstStyle/>
          <a:p>
            <a:endParaRPr lang="es-419" noProof="0" dirty="0"/>
          </a:p>
        </p:txBody>
      </p:sp>
      <p:sp>
        <p:nvSpPr>
          <p:cNvPr id="22" name="object 22"/>
          <p:cNvSpPr/>
          <p:nvPr/>
        </p:nvSpPr>
        <p:spPr>
          <a:xfrm>
            <a:off x="4884669" y="9548683"/>
            <a:ext cx="0" cy="1393190"/>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lang="es-419" noProof="0" dirty="0"/>
          </a:p>
        </p:txBody>
      </p:sp>
      <p:sp>
        <p:nvSpPr>
          <p:cNvPr id="23" name="object 23"/>
          <p:cNvSpPr txBox="1">
            <a:spLocks noGrp="1"/>
          </p:cNvSpPr>
          <p:nvPr>
            <p:ph type="title"/>
          </p:nvPr>
        </p:nvSpPr>
        <p:spPr>
          <a:xfrm>
            <a:off x="5238296" y="9759801"/>
            <a:ext cx="2647315" cy="1000274"/>
          </a:xfrm>
          <a:prstGeom prst="rect">
            <a:avLst/>
          </a:prstGeom>
        </p:spPr>
        <p:txBody>
          <a:bodyPr vert="horz" wrap="square" lIns="0" tIns="15240" rIns="0" bIns="0" rtlCol="0">
            <a:spAutoFit/>
          </a:bodyPr>
          <a:lstStyle/>
          <a:p>
            <a:pPr marL="12700">
              <a:lnSpc>
                <a:spcPct val="100000"/>
              </a:lnSpc>
              <a:spcBef>
                <a:spcPts val="120"/>
              </a:spcBef>
            </a:pPr>
            <a:r>
              <a:rPr lang="es-419" sz="3200" spc="-65" noProof="0" dirty="0"/>
              <a:t>Facultad</a:t>
            </a:r>
            <a:r>
              <a:rPr lang="es-419" sz="3200" spc="-235" noProof="0" dirty="0"/>
              <a:t> </a:t>
            </a:r>
            <a:r>
              <a:rPr lang="es-419" sz="3200" spc="-75" noProof="0" dirty="0"/>
              <a:t>de</a:t>
            </a:r>
          </a:p>
          <a:p>
            <a:pPr marL="12700">
              <a:lnSpc>
                <a:spcPct val="100000"/>
              </a:lnSpc>
              <a:spcBef>
                <a:spcPts val="30"/>
              </a:spcBef>
            </a:pPr>
            <a:r>
              <a:rPr lang="es-419" sz="3200" b="1" spc="-75" noProof="0" dirty="0">
                <a:latin typeface="Arial"/>
                <a:cs typeface="Arial"/>
              </a:rPr>
              <a:t>Ingeniería</a:t>
            </a:r>
          </a:p>
        </p:txBody>
      </p:sp>
      <p:pic>
        <p:nvPicPr>
          <p:cNvPr id="24" name="Imagen 23" descr="Imagen que contiene dibujo&#10;&#10;Descripción generada automáticamente">
            <a:extLst>
              <a:ext uri="{FF2B5EF4-FFF2-40B4-BE49-F238E27FC236}">
                <a16:creationId xmlns:a16="http://schemas.microsoft.com/office/drawing/2014/main" id="{329D5C87-39A1-0647-B452-0DCE46CB97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469" y="9515311"/>
            <a:ext cx="4072296" cy="1485837"/>
          </a:xfrm>
          <a:prstGeom prst="rect">
            <a:avLst/>
          </a:prstGeom>
        </p:spPr>
      </p:pic>
      <p:sp>
        <p:nvSpPr>
          <p:cNvPr id="9" name="object 2">
            <a:extLst>
              <a:ext uri="{FF2B5EF4-FFF2-40B4-BE49-F238E27FC236}">
                <a16:creationId xmlns:a16="http://schemas.microsoft.com/office/drawing/2014/main" id="{F50AD6C4-968F-33B8-0996-BCB66540FB79}"/>
              </a:ext>
            </a:extLst>
          </p:cNvPr>
          <p:cNvSpPr txBox="1"/>
          <p:nvPr/>
        </p:nvSpPr>
        <p:spPr>
          <a:xfrm>
            <a:off x="4478467" y="1055536"/>
            <a:ext cx="11147166" cy="1932195"/>
          </a:xfrm>
          <a:prstGeom prst="rect">
            <a:avLst/>
          </a:prstGeom>
        </p:spPr>
        <p:txBody>
          <a:bodyPr vert="horz" wrap="square" lIns="0" tIns="11429" rIns="0" bIns="0" rtlCol="0">
            <a:spAutoFit/>
          </a:bodyPr>
          <a:lstStyle/>
          <a:p>
            <a:pPr marL="68577" algn="ctr">
              <a:lnSpc>
                <a:spcPts val="7419"/>
              </a:lnSpc>
            </a:pPr>
            <a:r>
              <a:rPr lang="es-419" sz="8905" b="1" spc="-600" noProof="0" dirty="0">
                <a:solidFill>
                  <a:srgbClr val="1F3D6F"/>
                </a:solidFill>
                <a:latin typeface="Arial"/>
                <a:cs typeface="Arial"/>
              </a:rPr>
              <a:t>AE vs Arquitectura de Software</a:t>
            </a:r>
          </a:p>
        </p:txBody>
      </p:sp>
      <p:sp>
        <p:nvSpPr>
          <p:cNvPr id="14" name="CuadroTexto 13">
            <a:extLst>
              <a:ext uri="{FF2B5EF4-FFF2-40B4-BE49-F238E27FC236}">
                <a16:creationId xmlns:a16="http://schemas.microsoft.com/office/drawing/2014/main" id="{BE3D879E-6137-03D2-0758-812D2EF3DC7E}"/>
              </a:ext>
            </a:extLst>
          </p:cNvPr>
          <p:cNvSpPr txBox="1"/>
          <p:nvPr/>
        </p:nvSpPr>
        <p:spPr>
          <a:xfrm>
            <a:off x="1854990" y="4587875"/>
            <a:ext cx="7593784" cy="2062103"/>
          </a:xfrm>
          <a:prstGeom prst="rect">
            <a:avLst/>
          </a:prstGeom>
          <a:noFill/>
        </p:spPr>
        <p:txBody>
          <a:bodyPr wrap="square">
            <a:spAutoFit/>
          </a:bodyPr>
          <a:lstStyle/>
          <a:p>
            <a:r>
              <a:rPr lang="es-419" sz="3200" noProof="0" dirty="0">
                <a:latin typeface="Arial" panose="020B0604020202020204" pitchFamily="34" charset="0"/>
              </a:rPr>
              <a:t>AE:</a:t>
            </a:r>
          </a:p>
          <a:p>
            <a:pPr marL="457200" indent="-457200">
              <a:buFont typeface="Arial" panose="020B0604020202020204" pitchFamily="34" charset="0"/>
              <a:buChar char="•"/>
            </a:pPr>
            <a:r>
              <a:rPr lang="es-419" sz="3200" noProof="0" dirty="0">
                <a:latin typeface="Arial" panose="020B0604020202020204" pitchFamily="34" charset="0"/>
              </a:rPr>
              <a:t>Visión macro, estratégica</a:t>
            </a:r>
          </a:p>
          <a:p>
            <a:pPr marL="457200" indent="-457200">
              <a:buFont typeface="Arial" panose="020B0604020202020204" pitchFamily="34" charset="0"/>
              <a:buChar char="•"/>
            </a:pPr>
            <a:r>
              <a:rPr lang="es-419" sz="3200" noProof="0" dirty="0">
                <a:latin typeface="Arial" panose="020B0604020202020204" pitchFamily="34" charset="0"/>
              </a:rPr>
              <a:t>Interacción entre múltiples sistemas</a:t>
            </a:r>
          </a:p>
          <a:p>
            <a:pPr marL="457200" indent="-457200">
              <a:buFont typeface="Arial" panose="020B0604020202020204" pitchFamily="34" charset="0"/>
              <a:buChar char="•"/>
            </a:pPr>
            <a:r>
              <a:rPr lang="es-419" sz="3200" noProof="0" dirty="0">
                <a:latin typeface="Arial" panose="020B0604020202020204" pitchFamily="34" charset="0"/>
              </a:rPr>
              <a:t>Impacto organizacional</a:t>
            </a:r>
          </a:p>
        </p:txBody>
      </p:sp>
      <p:sp>
        <p:nvSpPr>
          <p:cNvPr id="16" name="CuadroTexto 15">
            <a:extLst>
              <a:ext uri="{FF2B5EF4-FFF2-40B4-BE49-F238E27FC236}">
                <a16:creationId xmlns:a16="http://schemas.microsoft.com/office/drawing/2014/main" id="{7E334914-44B7-6E1A-8195-02DB08F353FD}"/>
              </a:ext>
            </a:extLst>
          </p:cNvPr>
          <p:cNvSpPr txBox="1"/>
          <p:nvPr/>
        </p:nvSpPr>
        <p:spPr>
          <a:xfrm>
            <a:off x="10661650" y="4587875"/>
            <a:ext cx="8204398" cy="1569660"/>
          </a:xfrm>
          <a:prstGeom prst="rect">
            <a:avLst/>
          </a:prstGeom>
          <a:noFill/>
        </p:spPr>
        <p:txBody>
          <a:bodyPr wrap="square">
            <a:spAutoFit/>
          </a:bodyPr>
          <a:lstStyle/>
          <a:p>
            <a:r>
              <a:rPr lang="es-419" sz="3200" noProof="0" dirty="0">
                <a:latin typeface="Arial" panose="020B0604020202020204" pitchFamily="34" charset="0"/>
              </a:rPr>
              <a:t>Arquitectura de Software:</a:t>
            </a:r>
          </a:p>
          <a:p>
            <a:pPr marL="457200" indent="-457200">
              <a:buFont typeface="Arial" panose="020B0604020202020204" pitchFamily="34" charset="0"/>
              <a:buChar char="•"/>
            </a:pPr>
            <a:r>
              <a:rPr lang="es-419" sz="3200" noProof="0" dirty="0">
                <a:latin typeface="Arial" panose="020B0604020202020204" pitchFamily="34" charset="0"/>
              </a:rPr>
              <a:t>Foco técnico sobre un sistema</a:t>
            </a:r>
          </a:p>
          <a:p>
            <a:pPr marL="457200" indent="-457200">
              <a:buFont typeface="Arial" panose="020B0604020202020204" pitchFamily="34" charset="0"/>
              <a:buChar char="•"/>
            </a:pPr>
            <a:r>
              <a:rPr lang="es-419" sz="3200" noProof="0" dirty="0">
                <a:latin typeface="Arial" panose="020B0604020202020204" pitchFamily="34" charset="0"/>
              </a:rPr>
              <a:t>Componentes, patrones, calidad interna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64282" y="397"/>
            <a:ext cx="10339101" cy="2104196"/>
          </a:xfrm>
          <a:prstGeom prst="rect">
            <a:avLst/>
          </a:prstGeom>
          <a:blipFill>
            <a:blip r:embed="rId3" cstate="print"/>
            <a:stretch>
              <a:fillRect/>
            </a:stretch>
          </a:blipFill>
        </p:spPr>
        <p:txBody>
          <a:bodyPr wrap="square" lIns="0" tIns="0" rIns="0" bIns="0" rtlCol="0"/>
          <a:lstStyle/>
          <a:p>
            <a:endParaRPr lang="es-419" sz="1801" noProof="0" dirty="0"/>
          </a:p>
        </p:txBody>
      </p:sp>
      <p:sp>
        <p:nvSpPr>
          <p:cNvPr id="3" name="object 3"/>
          <p:cNvSpPr/>
          <p:nvPr/>
        </p:nvSpPr>
        <p:spPr>
          <a:xfrm>
            <a:off x="18816926" y="1580984"/>
            <a:ext cx="1287055" cy="241919"/>
          </a:xfrm>
          <a:custGeom>
            <a:avLst/>
            <a:gdLst/>
            <a:ahLst/>
            <a:cxnLst/>
            <a:rect l="l" t="t" r="r" b="b"/>
            <a:pathLst>
              <a:path w="1287144" h="241935">
                <a:moveTo>
                  <a:pt x="1286557" y="0"/>
                </a:moveTo>
                <a:lnTo>
                  <a:pt x="0" y="0"/>
                </a:lnTo>
                <a:lnTo>
                  <a:pt x="0" y="375"/>
                </a:lnTo>
                <a:lnTo>
                  <a:pt x="31363" y="241636"/>
                </a:lnTo>
                <a:lnTo>
                  <a:pt x="1286557" y="241636"/>
                </a:lnTo>
                <a:lnTo>
                  <a:pt x="1286557" y="0"/>
                </a:lnTo>
                <a:close/>
              </a:path>
            </a:pathLst>
          </a:custGeom>
          <a:solidFill>
            <a:srgbClr val="1F3D6F">
              <a:alpha val="51998"/>
            </a:srgbClr>
          </a:solidFill>
        </p:spPr>
        <p:txBody>
          <a:bodyPr wrap="square" lIns="0" tIns="0" rIns="0" bIns="0" rtlCol="0"/>
          <a:lstStyle/>
          <a:p>
            <a:endParaRPr lang="es-419" sz="1801" noProof="0" dirty="0"/>
          </a:p>
        </p:txBody>
      </p:sp>
      <p:sp>
        <p:nvSpPr>
          <p:cNvPr id="4" name="object 4"/>
          <p:cNvSpPr/>
          <p:nvPr/>
        </p:nvSpPr>
        <p:spPr>
          <a:xfrm>
            <a:off x="17615057" y="1515956"/>
            <a:ext cx="2482665" cy="537742"/>
          </a:xfrm>
          <a:prstGeom prst="rect">
            <a:avLst/>
          </a:prstGeom>
          <a:blipFill>
            <a:blip r:embed="rId4" cstate="print"/>
            <a:stretch>
              <a:fillRect/>
            </a:stretch>
          </a:blipFill>
        </p:spPr>
        <p:txBody>
          <a:bodyPr wrap="square" lIns="0" tIns="0" rIns="0" bIns="0" rtlCol="0"/>
          <a:lstStyle/>
          <a:p>
            <a:endParaRPr lang="es-419" sz="1801" noProof="0" dirty="0"/>
          </a:p>
        </p:txBody>
      </p:sp>
      <p:sp>
        <p:nvSpPr>
          <p:cNvPr id="5" name="object 5"/>
          <p:cNvSpPr txBox="1"/>
          <p:nvPr/>
        </p:nvSpPr>
        <p:spPr>
          <a:xfrm>
            <a:off x="19061034" y="1562430"/>
            <a:ext cx="767661"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Edificio</a:t>
            </a:r>
            <a:r>
              <a:rPr lang="es-419" sz="1400" spc="-74" noProof="0" dirty="0">
                <a:solidFill>
                  <a:srgbClr val="FFFFFF"/>
                </a:solidFill>
                <a:latin typeface="Arial"/>
                <a:cs typeface="Arial"/>
              </a:rPr>
              <a:t> </a:t>
            </a:r>
            <a:r>
              <a:rPr lang="es-419" sz="1400" noProof="0" dirty="0">
                <a:solidFill>
                  <a:srgbClr val="FFFFFF"/>
                </a:solidFill>
                <a:latin typeface="Arial"/>
                <a:cs typeface="Arial"/>
              </a:rPr>
              <a:t>K</a:t>
            </a:r>
            <a:endParaRPr lang="es-419" sz="1400" noProof="0" dirty="0">
              <a:latin typeface="Arial"/>
              <a:cs typeface="Arial"/>
            </a:endParaRPr>
          </a:p>
        </p:txBody>
      </p:sp>
      <p:sp>
        <p:nvSpPr>
          <p:cNvPr id="6" name="object 6"/>
          <p:cNvSpPr/>
          <p:nvPr/>
        </p:nvSpPr>
        <p:spPr>
          <a:xfrm>
            <a:off x="702" y="397"/>
            <a:ext cx="10508513" cy="2104242"/>
          </a:xfrm>
          <a:custGeom>
            <a:avLst/>
            <a:gdLst/>
            <a:ahLst/>
            <a:cxnLst/>
            <a:rect l="l" t="t" r="r" b="b"/>
            <a:pathLst>
              <a:path w="10509250" h="2104390">
                <a:moveTo>
                  <a:pt x="10169931" y="0"/>
                </a:moveTo>
                <a:lnTo>
                  <a:pt x="977373" y="0"/>
                </a:lnTo>
                <a:lnTo>
                  <a:pt x="0" y="795"/>
                </a:lnTo>
                <a:lnTo>
                  <a:pt x="0" y="2104344"/>
                </a:lnTo>
                <a:lnTo>
                  <a:pt x="9199793" y="2104344"/>
                </a:lnTo>
                <a:lnTo>
                  <a:pt x="10509187" y="2103307"/>
                </a:lnTo>
                <a:lnTo>
                  <a:pt x="10169931" y="0"/>
                </a:lnTo>
                <a:close/>
              </a:path>
            </a:pathLst>
          </a:custGeom>
          <a:solidFill>
            <a:srgbClr val="834E3E"/>
          </a:solidFill>
        </p:spPr>
        <p:txBody>
          <a:bodyPr wrap="square" lIns="0" tIns="0" rIns="0" bIns="0" rtlCol="0"/>
          <a:lstStyle/>
          <a:p>
            <a:endParaRPr lang="es-419" sz="1801" noProof="0" dirty="0"/>
          </a:p>
        </p:txBody>
      </p:sp>
      <p:sp>
        <p:nvSpPr>
          <p:cNvPr id="7" name="object 7"/>
          <p:cNvSpPr/>
          <p:nvPr/>
        </p:nvSpPr>
        <p:spPr>
          <a:xfrm>
            <a:off x="707" y="397"/>
            <a:ext cx="10301443" cy="2104196"/>
          </a:xfrm>
          <a:prstGeom prst="rect">
            <a:avLst/>
          </a:prstGeom>
          <a:blipFill>
            <a:blip r:embed="rId5" cstate="print"/>
            <a:stretch>
              <a:fillRect/>
            </a:stretch>
          </a:blipFill>
        </p:spPr>
        <p:txBody>
          <a:bodyPr wrap="square" lIns="0" tIns="0" rIns="0" bIns="0" rtlCol="0"/>
          <a:lstStyle/>
          <a:p>
            <a:endParaRPr lang="es-419" sz="1801" noProof="0" dirty="0"/>
          </a:p>
        </p:txBody>
      </p:sp>
      <p:sp>
        <p:nvSpPr>
          <p:cNvPr id="21" name="object 21"/>
          <p:cNvSpPr/>
          <p:nvPr/>
        </p:nvSpPr>
        <p:spPr>
          <a:xfrm>
            <a:off x="4903568" y="325321"/>
            <a:ext cx="0" cy="1393093"/>
          </a:xfrm>
          <a:custGeom>
            <a:avLst/>
            <a:gdLst/>
            <a:ahLst/>
            <a:cxnLst/>
            <a:rect l="l" t="t" r="r" b="b"/>
            <a:pathLst>
              <a:path h="1393189">
                <a:moveTo>
                  <a:pt x="0" y="0"/>
                </a:moveTo>
                <a:lnTo>
                  <a:pt x="0" y="1393172"/>
                </a:lnTo>
              </a:path>
            </a:pathLst>
          </a:custGeom>
          <a:ln w="20941">
            <a:solidFill>
              <a:srgbClr val="FFFFFF"/>
            </a:solidFill>
          </a:ln>
        </p:spPr>
        <p:txBody>
          <a:bodyPr wrap="square" lIns="0" tIns="0" rIns="0" bIns="0" rtlCol="0"/>
          <a:lstStyle/>
          <a:p>
            <a:endParaRPr lang="es-419" sz="1801" noProof="0" dirty="0"/>
          </a:p>
        </p:txBody>
      </p:sp>
      <p:sp>
        <p:nvSpPr>
          <p:cNvPr id="25" name="object 21">
            <a:extLst>
              <a:ext uri="{FF2B5EF4-FFF2-40B4-BE49-F238E27FC236}">
                <a16:creationId xmlns:a16="http://schemas.microsoft.com/office/drawing/2014/main" id="{F7A9EDDF-781A-0642-BC11-28E507BD1C60}"/>
              </a:ext>
            </a:extLst>
          </p:cNvPr>
          <p:cNvSpPr txBox="1">
            <a:spLocks/>
          </p:cNvSpPr>
          <p:nvPr/>
        </p:nvSpPr>
        <p:spPr>
          <a:xfrm>
            <a:off x="5296362" y="473441"/>
            <a:ext cx="2647129" cy="1000017"/>
          </a:xfrm>
          <a:prstGeom prst="rect">
            <a:avLst/>
          </a:prstGeom>
        </p:spPr>
        <p:txBody>
          <a:bodyPr vert="horz" wrap="square" lIns="0" tIns="15240" rIns="0" bIns="0" rtlCol="0">
            <a:spAutoFit/>
          </a:bodyPr>
          <a:lstStyle>
            <a:lvl1pPr>
              <a:defRPr sz="4100" b="0" i="0">
                <a:solidFill>
                  <a:schemeClr val="bg1"/>
                </a:solidFill>
                <a:latin typeface="Arial"/>
                <a:ea typeface="+mj-ea"/>
                <a:cs typeface="Arial"/>
              </a:defRPr>
            </a:lvl1pPr>
          </a:lstStyle>
          <a:p>
            <a:pPr marL="12699">
              <a:spcBef>
                <a:spcPts val="120"/>
              </a:spcBef>
            </a:pPr>
            <a:r>
              <a:rPr lang="es-419" sz="3199" kern="0" spc="-64" noProof="0" dirty="0"/>
              <a:t>Facultad</a:t>
            </a:r>
            <a:r>
              <a:rPr lang="es-419" sz="3199" kern="0" spc="-236" noProof="0" dirty="0"/>
              <a:t> </a:t>
            </a:r>
            <a:r>
              <a:rPr lang="es-419" sz="3199" kern="0" spc="-74" noProof="0" dirty="0"/>
              <a:t>de</a:t>
            </a:r>
          </a:p>
          <a:p>
            <a:pPr marL="12699">
              <a:spcBef>
                <a:spcPts val="30"/>
              </a:spcBef>
            </a:pPr>
            <a:r>
              <a:rPr lang="es-419" sz="3199" b="1" kern="0" spc="-74" noProof="0" dirty="0"/>
              <a:t>Ingeniería</a:t>
            </a:r>
          </a:p>
        </p:txBody>
      </p:sp>
      <p:pic>
        <p:nvPicPr>
          <p:cNvPr id="26" name="Imagen 25" descr="Imagen que contiene dibujo&#10;&#10;Descripción generada automáticamente">
            <a:extLst>
              <a:ext uri="{FF2B5EF4-FFF2-40B4-BE49-F238E27FC236}">
                <a16:creationId xmlns:a16="http://schemas.microsoft.com/office/drawing/2014/main" id="{95DE3D98-7583-4744-AC08-96E3C8272D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162" y="299095"/>
            <a:ext cx="4072010" cy="1485733"/>
          </a:xfrm>
          <a:prstGeom prst="rect">
            <a:avLst/>
          </a:prstGeom>
        </p:spPr>
      </p:pic>
      <p:sp>
        <p:nvSpPr>
          <p:cNvPr id="8" name="object 2">
            <a:extLst>
              <a:ext uri="{FF2B5EF4-FFF2-40B4-BE49-F238E27FC236}">
                <a16:creationId xmlns:a16="http://schemas.microsoft.com/office/drawing/2014/main" id="{33A52694-0E6D-7BEE-9508-439FE73D46A0}"/>
              </a:ext>
            </a:extLst>
          </p:cNvPr>
          <p:cNvSpPr txBox="1"/>
          <p:nvPr/>
        </p:nvSpPr>
        <p:spPr>
          <a:xfrm>
            <a:off x="4720386" y="2577636"/>
            <a:ext cx="10663329" cy="2829876"/>
          </a:xfrm>
          <a:prstGeom prst="rect">
            <a:avLst/>
          </a:prstGeom>
        </p:spPr>
        <p:txBody>
          <a:bodyPr vert="horz" wrap="square" lIns="0" tIns="11429" rIns="0" bIns="0" rtlCol="0">
            <a:spAutoFit/>
          </a:bodyPr>
          <a:lstStyle/>
          <a:p>
            <a:pPr marL="12699" algn="ctr">
              <a:lnSpc>
                <a:spcPts val="11380"/>
              </a:lnSpc>
              <a:spcBef>
                <a:spcPts val="91"/>
              </a:spcBef>
            </a:pPr>
            <a:r>
              <a:rPr lang="es-419" sz="8905" b="1" spc="-600" noProof="0" dirty="0">
                <a:solidFill>
                  <a:srgbClr val="1F3D6F"/>
                </a:solidFill>
                <a:latin typeface="Arial"/>
                <a:cs typeface="Arial"/>
              </a:rPr>
              <a:t>Marcos de Referencia en AE</a:t>
            </a:r>
            <a:endParaRPr lang="es-419" sz="8905" noProof="0" dirty="0">
              <a:latin typeface="Arial"/>
              <a:cs typeface="Arial"/>
            </a:endParaRPr>
          </a:p>
        </p:txBody>
      </p:sp>
      <p:graphicFrame>
        <p:nvGraphicFramePr>
          <p:cNvPr id="10" name="Content Placeholder 2">
            <a:extLst>
              <a:ext uri="{FF2B5EF4-FFF2-40B4-BE49-F238E27FC236}">
                <a16:creationId xmlns:a16="http://schemas.microsoft.com/office/drawing/2014/main" id="{C7A38CB8-2277-D532-AA11-1893A8D8A700}"/>
              </a:ext>
            </a:extLst>
          </p:cNvPr>
          <p:cNvGraphicFramePr>
            <a:graphicFrameLocks/>
          </p:cNvGraphicFramePr>
          <p:nvPr>
            <p:extLst>
              <p:ext uri="{D42A27DB-BD31-4B8C-83A1-F6EECF244321}">
                <p14:modId xmlns:p14="http://schemas.microsoft.com/office/powerpoint/2010/main" val="127406742"/>
              </p:ext>
            </p:extLst>
          </p:nvPr>
        </p:nvGraphicFramePr>
        <p:xfrm>
          <a:off x="1860550" y="5377667"/>
          <a:ext cx="16383000" cy="5257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0095" y="398"/>
            <a:ext cx="2811863" cy="3474911"/>
          </a:xfrm>
          <a:prstGeom prst="rect">
            <a:avLst/>
          </a:prstGeom>
          <a:blipFill>
            <a:blip r:embed="rId3" cstate="print"/>
            <a:stretch>
              <a:fillRect/>
            </a:stretch>
          </a:blipFill>
        </p:spPr>
        <p:txBody>
          <a:bodyPr wrap="square" lIns="0" tIns="0" rIns="0" bIns="0" rtlCol="0"/>
          <a:lstStyle/>
          <a:p>
            <a:endParaRPr lang="es-419" sz="1801" noProof="0" dirty="0"/>
          </a:p>
        </p:txBody>
      </p:sp>
      <p:sp>
        <p:nvSpPr>
          <p:cNvPr id="3" name="object 3"/>
          <p:cNvSpPr/>
          <p:nvPr/>
        </p:nvSpPr>
        <p:spPr>
          <a:xfrm>
            <a:off x="978101" y="398"/>
            <a:ext cx="2809043" cy="3440824"/>
          </a:xfrm>
          <a:custGeom>
            <a:avLst/>
            <a:gdLst/>
            <a:ahLst/>
            <a:cxnLst/>
            <a:rect l="l" t="t" r="r" b="b"/>
            <a:pathLst>
              <a:path w="2809240" h="3441065">
                <a:moveTo>
                  <a:pt x="2809118" y="0"/>
                </a:moveTo>
                <a:lnTo>
                  <a:pt x="0" y="0"/>
                </a:lnTo>
                <a:lnTo>
                  <a:pt x="0" y="2539315"/>
                </a:lnTo>
                <a:lnTo>
                  <a:pt x="1378554" y="3441005"/>
                </a:lnTo>
                <a:lnTo>
                  <a:pt x="2809118" y="2539315"/>
                </a:lnTo>
                <a:lnTo>
                  <a:pt x="2809118" y="0"/>
                </a:lnTo>
                <a:close/>
              </a:path>
            </a:pathLst>
          </a:custGeom>
          <a:solidFill>
            <a:srgbClr val="1F3D6F"/>
          </a:solidFill>
        </p:spPr>
        <p:txBody>
          <a:bodyPr wrap="square" lIns="0" tIns="0" rIns="0" bIns="0" rtlCol="0"/>
          <a:lstStyle/>
          <a:p>
            <a:endParaRPr lang="es-419" sz="1801" noProof="0" dirty="0"/>
          </a:p>
        </p:txBody>
      </p:sp>
      <p:sp>
        <p:nvSpPr>
          <p:cNvPr id="4" name="object 4"/>
          <p:cNvSpPr/>
          <p:nvPr/>
        </p:nvSpPr>
        <p:spPr>
          <a:xfrm>
            <a:off x="1207206" y="397"/>
            <a:ext cx="2541091" cy="3285259"/>
          </a:xfrm>
          <a:custGeom>
            <a:avLst/>
            <a:gdLst/>
            <a:ahLst/>
            <a:cxnLst/>
            <a:rect l="l" t="t" r="r" b="b"/>
            <a:pathLst>
              <a:path w="2541270" h="3285490">
                <a:moveTo>
                  <a:pt x="2109632" y="0"/>
                </a:moveTo>
                <a:lnTo>
                  <a:pt x="0" y="0"/>
                </a:lnTo>
                <a:lnTo>
                  <a:pt x="1361851" y="3284945"/>
                </a:lnTo>
                <a:lnTo>
                  <a:pt x="2540978" y="2539313"/>
                </a:lnTo>
                <a:lnTo>
                  <a:pt x="2109632" y="0"/>
                </a:lnTo>
                <a:close/>
              </a:path>
            </a:pathLst>
          </a:custGeom>
          <a:solidFill>
            <a:srgbClr val="FFFFFF">
              <a:alpha val="19999"/>
            </a:srgbClr>
          </a:solidFill>
        </p:spPr>
        <p:txBody>
          <a:bodyPr wrap="square" lIns="0" tIns="0" rIns="0" bIns="0" rtlCol="0"/>
          <a:lstStyle/>
          <a:p>
            <a:endParaRPr lang="es-419" sz="1801" noProof="0" dirty="0"/>
          </a:p>
        </p:txBody>
      </p:sp>
      <p:sp>
        <p:nvSpPr>
          <p:cNvPr id="5" name="object 5"/>
          <p:cNvSpPr/>
          <p:nvPr/>
        </p:nvSpPr>
        <p:spPr>
          <a:xfrm>
            <a:off x="977029" y="398"/>
            <a:ext cx="2092179" cy="2201391"/>
          </a:xfrm>
          <a:custGeom>
            <a:avLst/>
            <a:gdLst/>
            <a:ahLst/>
            <a:cxnLst/>
            <a:rect l="l" t="t" r="r" b="b"/>
            <a:pathLst>
              <a:path w="2092325" h="2201545">
                <a:moveTo>
                  <a:pt x="2091922" y="0"/>
                </a:moveTo>
                <a:lnTo>
                  <a:pt x="1436679" y="0"/>
                </a:lnTo>
                <a:lnTo>
                  <a:pt x="0" y="753264"/>
                </a:lnTo>
                <a:lnTo>
                  <a:pt x="0" y="2201178"/>
                </a:lnTo>
                <a:lnTo>
                  <a:pt x="2091922" y="0"/>
                </a:lnTo>
                <a:close/>
              </a:path>
            </a:pathLst>
          </a:custGeom>
          <a:solidFill>
            <a:srgbClr val="1F3D6F">
              <a:alpha val="14999"/>
            </a:srgbClr>
          </a:solidFill>
        </p:spPr>
        <p:txBody>
          <a:bodyPr wrap="square" lIns="0" tIns="0" rIns="0" bIns="0" rtlCol="0"/>
          <a:lstStyle/>
          <a:p>
            <a:endParaRPr lang="es-419" sz="1801" noProof="0" dirty="0"/>
          </a:p>
        </p:txBody>
      </p:sp>
      <p:sp>
        <p:nvSpPr>
          <p:cNvPr id="6" name="object 6"/>
          <p:cNvSpPr/>
          <p:nvPr/>
        </p:nvSpPr>
        <p:spPr>
          <a:xfrm>
            <a:off x="16754151" y="398"/>
            <a:ext cx="3349244" cy="7841880"/>
          </a:xfrm>
          <a:prstGeom prst="rect">
            <a:avLst/>
          </a:prstGeom>
          <a:blipFill>
            <a:blip r:embed="rId4" cstate="print"/>
            <a:stretch>
              <a:fillRect/>
            </a:stretch>
          </a:blipFill>
        </p:spPr>
        <p:txBody>
          <a:bodyPr wrap="square" lIns="0" tIns="0" rIns="0" bIns="0" rtlCol="0"/>
          <a:lstStyle/>
          <a:p>
            <a:endParaRPr lang="es-419" sz="1801" noProof="0" dirty="0"/>
          </a:p>
        </p:txBody>
      </p:sp>
      <p:sp>
        <p:nvSpPr>
          <p:cNvPr id="7" name="object 7"/>
          <p:cNvSpPr/>
          <p:nvPr/>
        </p:nvSpPr>
        <p:spPr>
          <a:xfrm>
            <a:off x="16775168" y="5955483"/>
            <a:ext cx="3328436" cy="5352674"/>
          </a:xfrm>
          <a:custGeom>
            <a:avLst/>
            <a:gdLst/>
            <a:ahLst/>
            <a:cxnLst/>
            <a:rect l="l" t="t" r="r" b="b"/>
            <a:pathLst>
              <a:path w="3328669" h="5353050">
                <a:moveTo>
                  <a:pt x="0" y="0"/>
                </a:moveTo>
                <a:lnTo>
                  <a:pt x="0" y="5353051"/>
                </a:lnTo>
                <a:lnTo>
                  <a:pt x="3328453" y="5353051"/>
                </a:lnTo>
                <a:lnTo>
                  <a:pt x="3328453" y="141451"/>
                </a:lnTo>
                <a:lnTo>
                  <a:pt x="0" y="0"/>
                </a:lnTo>
                <a:close/>
              </a:path>
            </a:pathLst>
          </a:custGeom>
          <a:solidFill>
            <a:srgbClr val="834E3E"/>
          </a:solidFill>
        </p:spPr>
        <p:txBody>
          <a:bodyPr wrap="square" lIns="0" tIns="0" rIns="0" bIns="0" rtlCol="0"/>
          <a:lstStyle/>
          <a:p>
            <a:endParaRPr lang="es-419" sz="1801" noProof="0" dirty="0"/>
          </a:p>
        </p:txBody>
      </p:sp>
      <p:sp>
        <p:nvSpPr>
          <p:cNvPr id="8" name="object 8"/>
          <p:cNvSpPr/>
          <p:nvPr/>
        </p:nvSpPr>
        <p:spPr>
          <a:xfrm>
            <a:off x="16775163" y="6196288"/>
            <a:ext cx="3328231" cy="5111871"/>
          </a:xfrm>
          <a:prstGeom prst="rect">
            <a:avLst/>
          </a:prstGeom>
          <a:blipFill>
            <a:blip r:embed="rId5" cstate="print"/>
            <a:stretch>
              <a:fillRect/>
            </a:stretch>
          </a:blipFill>
        </p:spPr>
        <p:txBody>
          <a:bodyPr wrap="square" lIns="0" tIns="0" rIns="0" bIns="0" rtlCol="0"/>
          <a:lstStyle/>
          <a:p>
            <a:endParaRPr lang="es-419" sz="1801" noProof="0" dirty="0"/>
          </a:p>
        </p:txBody>
      </p:sp>
      <p:sp>
        <p:nvSpPr>
          <p:cNvPr id="22" name="object 22"/>
          <p:cNvSpPr/>
          <p:nvPr/>
        </p:nvSpPr>
        <p:spPr>
          <a:xfrm>
            <a:off x="18321276" y="5470297"/>
            <a:ext cx="1782319" cy="241919"/>
          </a:xfrm>
          <a:custGeom>
            <a:avLst/>
            <a:gdLst/>
            <a:ahLst/>
            <a:cxnLst/>
            <a:rect l="l" t="t" r="r" b="b"/>
            <a:pathLst>
              <a:path w="1782444" h="241935">
                <a:moveTo>
                  <a:pt x="1782244" y="0"/>
                </a:moveTo>
                <a:lnTo>
                  <a:pt x="0" y="0"/>
                </a:lnTo>
                <a:lnTo>
                  <a:pt x="31412" y="241634"/>
                </a:lnTo>
                <a:lnTo>
                  <a:pt x="1782244" y="241634"/>
                </a:lnTo>
                <a:lnTo>
                  <a:pt x="1782244" y="0"/>
                </a:lnTo>
                <a:close/>
              </a:path>
            </a:pathLst>
          </a:custGeom>
          <a:solidFill>
            <a:srgbClr val="1F3D6F">
              <a:alpha val="51998"/>
            </a:srgbClr>
          </a:solidFill>
        </p:spPr>
        <p:txBody>
          <a:bodyPr wrap="square" lIns="0" tIns="0" rIns="0" bIns="0" rtlCol="0"/>
          <a:lstStyle/>
          <a:p>
            <a:endParaRPr lang="es-419" sz="1801" noProof="0" dirty="0"/>
          </a:p>
        </p:txBody>
      </p:sp>
      <p:sp>
        <p:nvSpPr>
          <p:cNvPr id="23" name="object 23"/>
          <p:cNvSpPr/>
          <p:nvPr/>
        </p:nvSpPr>
        <p:spPr>
          <a:xfrm>
            <a:off x="17726566" y="5403675"/>
            <a:ext cx="2376828" cy="540255"/>
          </a:xfrm>
          <a:prstGeom prst="rect">
            <a:avLst/>
          </a:prstGeom>
          <a:blipFill>
            <a:blip r:embed="rId6" cstate="print"/>
            <a:stretch>
              <a:fillRect/>
            </a:stretch>
          </a:blipFill>
        </p:spPr>
        <p:txBody>
          <a:bodyPr wrap="square" lIns="0" tIns="0" rIns="0" bIns="0" rtlCol="0"/>
          <a:lstStyle/>
          <a:p>
            <a:endParaRPr lang="es-419" sz="1801" noProof="0" dirty="0"/>
          </a:p>
        </p:txBody>
      </p:sp>
      <p:sp>
        <p:nvSpPr>
          <p:cNvPr id="24" name="object 24"/>
          <p:cNvSpPr txBox="1"/>
          <p:nvPr/>
        </p:nvSpPr>
        <p:spPr>
          <a:xfrm>
            <a:off x="18519552" y="5451717"/>
            <a:ext cx="1421031"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Edificio Ad</a:t>
            </a:r>
            <a:r>
              <a:rPr lang="es-419" sz="1400" spc="-160" noProof="0" dirty="0">
                <a:solidFill>
                  <a:srgbClr val="FFFFFF"/>
                </a:solidFill>
                <a:latin typeface="Arial"/>
                <a:cs typeface="Arial"/>
              </a:rPr>
              <a:t> </a:t>
            </a:r>
            <a:r>
              <a:rPr lang="es-419" sz="1400" noProof="0" dirty="0">
                <a:solidFill>
                  <a:srgbClr val="FFFFFF"/>
                </a:solidFill>
                <a:latin typeface="Arial"/>
                <a:cs typeface="Arial"/>
              </a:rPr>
              <a:t>Portas</a:t>
            </a:r>
            <a:endParaRPr lang="es-419" sz="1400" noProof="0" dirty="0">
              <a:latin typeface="Arial"/>
              <a:cs typeface="Arial"/>
            </a:endParaRPr>
          </a:p>
        </p:txBody>
      </p:sp>
      <p:sp>
        <p:nvSpPr>
          <p:cNvPr id="25" name="object 25"/>
          <p:cNvSpPr/>
          <p:nvPr/>
        </p:nvSpPr>
        <p:spPr>
          <a:xfrm>
            <a:off x="1525159" y="899710"/>
            <a:ext cx="1464207" cy="1464207"/>
          </a:xfrm>
          <a:custGeom>
            <a:avLst/>
            <a:gdLst/>
            <a:ahLst/>
            <a:cxnLst/>
            <a:rect l="l" t="t" r="r" b="b"/>
            <a:pathLst>
              <a:path w="1464310" h="1464310">
                <a:moveTo>
                  <a:pt x="732030" y="0"/>
                </a:moveTo>
                <a:lnTo>
                  <a:pt x="683970" y="1560"/>
                </a:lnTo>
                <a:lnTo>
                  <a:pt x="636730" y="6175"/>
                </a:lnTo>
                <a:lnTo>
                  <a:pt x="590407" y="13748"/>
                </a:lnTo>
                <a:lnTo>
                  <a:pt x="545098" y="24183"/>
                </a:lnTo>
                <a:lnTo>
                  <a:pt x="500900" y="37381"/>
                </a:lnTo>
                <a:lnTo>
                  <a:pt x="457910" y="53246"/>
                </a:lnTo>
                <a:lnTo>
                  <a:pt x="416227" y="71680"/>
                </a:lnTo>
                <a:lnTo>
                  <a:pt x="375946" y="92586"/>
                </a:lnTo>
                <a:lnTo>
                  <a:pt x="337165" y="115867"/>
                </a:lnTo>
                <a:lnTo>
                  <a:pt x="299982" y="141425"/>
                </a:lnTo>
                <a:lnTo>
                  <a:pt x="264493" y="169164"/>
                </a:lnTo>
                <a:lnTo>
                  <a:pt x="230795" y="198987"/>
                </a:lnTo>
                <a:lnTo>
                  <a:pt x="198987" y="230795"/>
                </a:lnTo>
                <a:lnTo>
                  <a:pt x="169164" y="264493"/>
                </a:lnTo>
                <a:lnTo>
                  <a:pt x="141425" y="299982"/>
                </a:lnTo>
                <a:lnTo>
                  <a:pt x="115867" y="337165"/>
                </a:lnTo>
                <a:lnTo>
                  <a:pt x="92586" y="375946"/>
                </a:lnTo>
                <a:lnTo>
                  <a:pt x="71680" y="416227"/>
                </a:lnTo>
                <a:lnTo>
                  <a:pt x="53246" y="457910"/>
                </a:lnTo>
                <a:lnTo>
                  <a:pt x="37381" y="500900"/>
                </a:lnTo>
                <a:lnTo>
                  <a:pt x="24183" y="545098"/>
                </a:lnTo>
                <a:lnTo>
                  <a:pt x="13748" y="590407"/>
                </a:lnTo>
                <a:lnTo>
                  <a:pt x="6175" y="636730"/>
                </a:lnTo>
                <a:lnTo>
                  <a:pt x="1560" y="683970"/>
                </a:lnTo>
                <a:lnTo>
                  <a:pt x="0" y="732030"/>
                </a:lnTo>
                <a:lnTo>
                  <a:pt x="1560" y="780088"/>
                </a:lnTo>
                <a:lnTo>
                  <a:pt x="6175" y="827327"/>
                </a:lnTo>
                <a:lnTo>
                  <a:pt x="13748" y="873649"/>
                </a:lnTo>
                <a:lnTo>
                  <a:pt x="24183" y="918957"/>
                </a:lnTo>
                <a:lnTo>
                  <a:pt x="37381" y="963154"/>
                </a:lnTo>
                <a:lnTo>
                  <a:pt x="53246" y="1006143"/>
                </a:lnTo>
                <a:lnTo>
                  <a:pt x="71680" y="1047826"/>
                </a:lnTo>
                <a:lnTo>
                  <a:pt x="92586" y="1088106"/>
                </a:lnTo>
                <a:lnTo>
                  <a:pt x="115867" y="1126886"/>
                </a:lnTo>
                <a:lnTo>
                  <a:pt x="141425" y="1164069"/>
                </a:lnTo>
                <a:lnTo>
                  <a:pt x="169164" y="1199558"/>
                </a:lnTo>
                <a:lnTo>
                  <a:pt x="198987" y="1233255"/>
                </a:lnTo>
                <a:lnTo>
                  <a:pt x="230795" y="1265063"/>
                </a:lnTo>
                <a:lnTo>
                  <a:pt x="264493" y="1294885"/>
                </a:lnTo>
                <a:lnTo>
                  <a:pt x="299982" y="1322624"/>
                </a:lnTo>
                <a:lnTo>
                  <a:pt x="337165" y="1348183"/>
                </a:lnTo>
                <a:lnTo>
                  <a:pt x="375946" y="1371463"/>
                </a:lnTo>
                <a:lnTo>
                  <a:pt x="416227" y="1392369"/>
                </a:lnTo>
                <a:lnTo>
                  <a:pt x="457910" y="1410803"/>
                </a:lnTo>
                <a:lnTo>
                  <a:pt x="500900" y="1426668"/>
                </a:lnTo>
                <a:lnTo>
                  <a:pt x="545098" y="1439866"/>
                </a:lnTo>
                <a:lnTo>
                  <a:pt x="590407" y="1450300"/>
                </a:lnTo>
                <a:lnTo>
                  <a:pt x="636730" y="1457874"/>
                </a:lnTo>
                <a:lnTo>
                  <a:pt x="683970" y="1462489"/>
                </a:lnTo>
                <a:lnTo>
                  <a:pt x="732030" y="1464049"/>
                </a:lnTo>
                <a:lnTo>
                  <a:pt x="780088" y="1462489"/>
                </a:lnTo>
                <a:lnTo>
                  <a:pt x="827327" y="1457874"/>
                </a:lnTo>
                <a:lnTo>
                  <a:pt x="873649" y="1450300"/>
                </a:lnTo>
                <a:lnTo>
                  <a:pt x="918957" y="1439866"/>
                </a:lnTo>
                <a:lnTo>
                  <a:pt x="963154" y="1426668"/>
                </a:lnTo>
                <a:lnTo>
                  <a:pt x="1006143" y="1410803"/>
                </a:lnTo>
                <a:lnTo>
                  <a:pt x="1047826" y="1392369"/>
                </a:lnTo>
                <a:lnTo>
                  <a:pt x="1088106" y="1371463"/>
                </a:lnTo>
                <a:lnTo>
                  <a:pt x="1126886" y="1348183"/>
                </a:lnTo>
                <a:lnTo>
                  <a:pt x="1132925" y="1344032"/>
                </a:lnTo>
                <a:lnTo>
                  <a:pt x="732030" y="1344032"/>
                </a:lnTo>
                <a:lnTo>
                  <a:pt x="684271" y="1342187"/>
                </a:lnTo>
                <a:lnTo>
                  <a:pt x="637506" y="1336744"/>
                </a:lnTo>
                <a:lnTo>
                  <a:pt x="591870" y="1327840"/>
                </a:lnTo>
                <a:lnTo>
                  <a:pt x="547503" y="1315612"/>
                </a:lnTo>
                <a:lnTo>
                  <a:pt x="504539" y="1300197"/>
                </a:lnTo>
                <a:lnTo>
                  <a:pt x="463118" y="1281732"/>
                </a:lnTo>
                <a:lnTo>
                  <a:pt x="423375" y="1260355"/>
                </a:lnTo>
                <a:lnTo>
                  <a:pt x="385447" y="1236202"/>
                </a:lnTo>
                <a:lnTo>
                  <a:pt x="349473" y="1209411"/>
                </a:lnTo>
                <a:lnTo>
                  <a:pt x="315589" y="1180118"/>
                </a:lnTo>
                <a:lnTo>
                  <a:pt x="283932" y="1148461"/>
                </a:lnTo>
                <a:lnTo>
                  <a:pt x="254639" y="1114577"/>
                </a:lnTo>
                <a:lnTo>
                  <a:pt x="227847" y="1078604"/>
                </a:lnTo>
                <a:lnTo>
                  <a:pt x="203694" y="1040677"/>
                </a:lnTo>
                <a:lnTo>
                  <a:pt x="182317" y="1000935"/>
                </a:lnTo>
                <a:lnTo>
                  <a:pt x="163852" y="959514"/>
                </a:lnTo>
                <a:lnTo>
                  <a:pt x="148437" y="916552"/>
                </a:lnTo>
                <a:lnTo>
                  <a:pt x="136209" y="872185"/>
                </a:lnTo>
                <a:lnTo>
                  <a:pt x="127305" y="826551"/>
                </a:lnTo>
                <a:lnTo>
                  <a:pt x="121862" y="779787"/>
                </a:lnTo>
                <a:lnTo>
                  <a:pt x="120017" y="732030"/>
                </a:lnTo>
                <a:lnTo>
                  <a:pt x="121862" y="684271"/>
                </a:lnTo>
                <a:lnTo>
                  <a:pt x="127305" y="637506"/>
                </a:lnTo>
                <a:lnTo>
                  <a:pt x="136209" y="591870"/>
                </a:lnTo>
                <a:lnTo>
                  <a:pt x="148437" y="547503"/>
                </a:lnTo>
                <a:lnTo>
                  <a:pt x="163852" y="504539"/>
                </a:lnTo>
                <a:lnTo>
                  <a:pt x="182317" y="463118"/>
                </a:lnTo>
                <a:lnTo>
                  <a:pt x="203694" y="423375"/>
                </a:lnTo>
                <a:lnTo>
                  <a:pt x="227847" y="385447"/>
                </a:lnTo>
                <a:lnTo>
                  <a:pt x="254639" y="349473"/>
                </a:lnTo>
                <a:lnTo>
                  <a:pt x="283932" y="315589"/>
                </a:lnTo>
                <a:lnTo>
                  <a:pt x="315589" y="283932"/>
                </a:lnTo>
                <a:lnTo>
                  <a:pt x="349473" y="254639"/>
                </a:lnTo>
                <a:lnTo>
                  <a:pt x="385447" y="227847"/>
                </a:lnTo>
                <a:lnTo>
                  <a:pt x="423375" y="203694"/>
                </a:lnTo>
                <a:lnTo>
                  <a:pt x="463118" y="182317"/>
                </a:lnTo>
                <a:lnTo>
                  <a:pt x="504539" y="163852"/>
                </a:lnTo>
                <a:lnTo>
                  <a:pt x="547503" y="148437"/>
                </a:lnTo>
                <a:lnTo>
                  <a:pt x="591870" y="136209"/>
                </a:lnTo>
                <a:lnTo>
                  <a:pt x="637506" y="127305"/>
                </a:lnTo>
                <a:lnTo>
                  <a:pt x="684271" y="121862"/>
                </a:lnTo>
                <a:lnTo>
                  <a:pt x="732030" y="120017"/>
                </a:lnTo>
                <a:lnTo>
                  <a:pt x="1133269" y="120017"/>
                </a:lnTo>
                <a:lnTo>
                  <a:pt x="1105316" y="102055"/>
                </a:lnTo>
                <a:lnTo>
                  <a:pt x="1062478" y="78425"/>
                </a:lnTo>
                <a:lnTo>
                  <a:pt x="1018344" y="57831"/>
                </a:lnTo>
                <a:lnTo>
                  <a:pt x="973016" y="40308"/>
                </a:lnTo>
                <a:lnTo>
                  <a:pt x="926595" y="25892"/>
                </a:lnTo>
                <a:lnTo>
                  <a:pt x="879184" y="14617"/>
                </a:lnTo>
                <a:lnTo>
                  <a:pt x="830885" y="6520"/>
                </a:lnTo>
                <a:lnTo>
                  <a:pt x="781799" y="1636"/>
                </a:lnTo>
                <a:lnTo>
                  <a:pt x="732030" y="0"/>
                </a:lnTo>
                <a:close/>
              </a:path>
              <a:path w="1464310" h="1464310">
                <a:moveTo>
                  <a:pt x="1382385" y="479173"/>
                </a:moveTo>
                <a:lnTo>
                  <a:pt x="1358639" y="481367"/>
                </a:lnTo>
                <a:lnTo>
                  <a:pt x="1337619" y="492591"/>
                </a:lnTo>
                <a:lnTo>
                  <a:pt x="1323043" y="510386"/>
                </a:lnTo>
                <a:lnTo>
                  <a:pt x="1316202" y="532348"/>
                </a:lnTo>
                <a:lnTo>
                  <a:pt x="1318389" y="556077"/>
                </a:lnTo>
                <a:lnTo>
                  <a:pt x="1329578" y="599104"/>
                </a:lnTo>
                <a:lnTo>
                  <a:pt x="1337595" y="642875"/>
                </a:lnTo>
                <a:lnTo>
                  <a:pt x="1342419" y="687235"/>
                </a:lnTo>
                <a:lnTo>
                  <a:pt x="1344032" y="732030"/>
                </a:lnTo>
                <a:lnTo>
                  <a:pt x="1342187" y="779787"/>
                </a:lnTo>
                <a:lnTo>
                  <a:pt x="1336744" y="826551"/>
                </a:lnTo>
                <a:lnTo>
                  <a:pt x="1327840" y="872185"/>
                </a:lnTo>
                <a:lnTo>
                  <a:pt x="1315613" y="916552"/>
                </a:lnTo>
                <a:lnTo>
                  <a:pt x="1300198" y="959514"/>
                </a:lnTo>
                <a:lnTo>
                  <a:pt x="1281734" y="1000935"/>
                </a:lnTo>
                <a:lnTo>
                  <a:pt x="1260357" y="1040677"/>
                </a:lnTo>
                <a:lnTo>
                  <a:pt x="1236205" y="1078604"/>
                </a:lnTo>
                <a:lnTo>
                  <a:pt x="1209414" y="1114577"/>
                </a:lnTo>
                <a:lnTo>
                  <a:pt x="1180122" y="1148461"/>
                </a:lnTo>
                <a:lnTo>
                  <a:pt x="1148465" y="1180118"/>
                </a:lnTo>
                <a:lnTo>
                  <a:pt x="1114582" y="1209411"/>
                </a:lnTo>
                <a:lnTo>
                  <a:pt x="1078608" y="1236202"/>
                </a:lnTo>
                <a:lnTo>
                  <a:pt x="1040682" y="1260355"/>
                </a:lnTo>
                <a:lnTo>
                  <a:pt x="1000939" y="1281732"/>
                </a:lnTo>
                <a:lnTo>
                  <a:pt x="959518" y="1300197"/>
                </a:lnTo>
                <a:lnTo>
                  <a:pt x="916556" y="1315612"/>
                </a:lnTo>
                <a:lnTo>
                  <a:pt x="872188" y="1327840"/>
                </a:lnTo>
                <a:lnTo>
                  <a:pt x="826553" y="1336744"/>
                </a:lnTo>
                <a:lnTo>
                  <a:pt x="779788" y="1342187"/>
                </a:lnTo>
                <a:lnTo>
                  <a:pt x="732030" y="1344032"/>
                </a:lnTo>
                <a:lnTo>
                  <a:pt x="1132925" y="1344032"/>
                </a:lnTo>
                <a:lnTo>
                  <a:pt x="1199558" y="1294885"/>
                </a:lnTo>
                <a:lnTo>
                  <a:pt x="1233255" y="1265063"/>
                </a:lnTo>
                <a:lnTo>
                  <a:pt x="1265063" y="1233255"/>
                </a:lnTo>
                <a:lnTo>
                  <a:pt x="1294885" y="1199558"/>
                </a:lnTo>
                <a:lnTo>
                  <a:pt x="1322624" y="1164069"/>
                </a:lnTo>
                <a:lnTo>
                  <a:pt x="1348183" y="1126886"/>
                </a:lnTo>
                <a:lnTo>
                  <a:pt x="1371463" y="1088106"/>
                </a:lnTo>
                <a:lnTo>
                  <a:pt x="1392369" y="1047826"/>
                </a:lnTo>
                <a:lnTo>
                  <a:pt x="1410803" y="1006143"/>
                </a:lnTo>
                <a:lnTo>
                  <a:pt x="1426668" y="963154"/>
                </a:lnTo>
                <a:lnTo>
                  <a:pt x="1439866" y="918957"/>
                </a:lnTo>
                <a:lnTo>
                  <a:pt x="1450300" y="873649"/>
                </a:lnTo>
                <a:lnTo>
                  <a:pt x="1457874" y="827327"/>
                </a:lnTo>
                <a:lnTo>
                  <a:pt x="1462489" y="780088"/>
                </a:lnTo>
                <a:lnTo>
                  <a:pt x="1464049" y="732030"/>
                </a:lnTo>
                <a:lnTo>
                  <a:pt x="1462118" y="678496"/>
                </a:lnTo>
                <a:lnTo>
                  <a:pt x="1456340" y="625462"/>
                </a:lnTo>
                <a:lnTo>
                  <a:pt x="1446742" y="573112"/>
                </a:lnTo>
                <a:lnTo>
                  <a:pt x="1433349" y="521628"/>
                </a:lnTo>
                <a:lnTo>
                  <a:pt x="1404345" y="486019"/>
                </a:lnTo>
                <a:lnTo>
                  <a:pt x="1382385" y="479173"/>
                </a:lnTo>
                <a:close/>
              </a:path>
              <a:path w="1464310" h="1464310">
                <a:moveTo>
                  <a:pt x="1133269" y="120017"/>
                </a:moveTo>
                <a:lnTo>
                  <a:pt x="732030" y="120017"/>
                </a:lnTo>
                <a:lnTo>
                  <a:pt x="783957" y="122151"/>
                </a:lnTo>
                <a:lnTo>
                  <a:pt x="834955" y="128517"/>
                </a:lnTo>
                <a:lnTo>
                  <a:pt x="884856" y="139055"/>
                </a:lnTo>
                <a:lnTo>
                  <a:pt x="933495" y="153707"/>
                </a:lnTo>
                <a:lnTo>
                  <a:pt x="980704" y="172415"/>
                </a:lnTo>
                <a:lnTo>
                  <a:pt x="1026317" y="195122"/>
                </a:lnTo>
                <a:lnTo>
                  <a:pt x="1070168" y="221768"/>
                </a:lnTo>
                <a:lnTo>
                  <a:pt x="1112091" y="252295"/>
                </a:lnTo>
                <a:lnTo>
                  <a:pt x="1133303" y="263114"/>
                </a:lnTo>
                <a:lnTo>
                  <a:pt x="1178182" y="257947"/>
                </a:lnTo>
                <a:lnTo>
                  <a:pt x="1207228" y="221352"/>
                </a:lnTo>
                <a:lnTo>
                  <a:pt x="1209005" y="198418"/>
                </a:lnTo>
                <a:lnTo>
                  <a:pt x="1202056" y="176488"/>
                </a:lnTo>
                <a:lnTo>
                  <a:pt x="1186696" y="158277"/>
                </a:lnTo>
                <a:lnTo>
                  <a:pt x="1146756" y="128684"/>
                </a:lnTo>
                <a:lnTo>
                  <a:pt x="1133269" y="120017"/>
                </a:lnTo>
                <a:close/>
              </a:path>
            </a:pathLst>
          </a:custGeom>
          <a:solidFill>
            <a:srgbClr val="FFFFFF"/>
          </a:solidFill>
        </p:spPr>
        <p:txBody>
          <a:bodyPr wrap="square" lIns="0" tIns="0" rIns="0" bIns="0" rtlCol="0"/>
          <a:lstStyle/>
          <a:p>
            <a:endParaRPr lang="es-419" sz="1801" noProof="0" dirty="0"/>
          </a:p>
        </p:txBody>
      </p:sp>
      <p:sp>
        <p:nvSpPr>
          <p:cNvPr id="26" name="object 26"/>
          <p:cNvSpPr/>
          <p:nvPr/>
        </p:nvSpPr>
        <p:spPr>
          <a:xfrm>
            <a:off x="1672148" y="1050086"/>
            <a:ext cx="1149270" cy="1149270"/>
          </a:xfrm>
          <a:custGeom>
            <a:avLst/>
            <a:gdLst/>
            <a:ahLst/>
            <a:cxnLst/>
            <a:rect l="l" t="t" r="r" b="b"/>
            <a:pathLst>
              <a:path w="1149350" h="1149350">
                <a:moveTo>
                  <a:pt x="574600" y="0"/>
                </a:moveTo>
                <a:lnTo>
                  <a:pt x="527542" y="1908"/>
                </a:lnTo>
                <a:lnTo>
                  <a:pt x="481519" y="7534"/>
                </a:lnTo>
                <a:lnTo>
                  <a:pt x="436681" y="16728"/>
                </a:lnTo>
                <a:lnTo>
                  <a:pt x="393175" y="29341"/>
                </a:lnTo>
                <a:lnTo>
                  <a:pt x="351152" y="45225"/>
                </a:lnTo>
                <a:lnTo>
                  <a:pt x="310760" y="64231"/>
                </a:lnTo>
                <a:lnTo>
                  <a:pt x="272149" y="86208"/>
                </a:lnTo>
                <a:lnTo>
                  <a:pt x="235466" y="111009"/>
                </a:lnTo>
                <a:lnTo>
                  <a:pt x="200862" y="138485"/>
                </a:lnTo>
                <a:lnTo>
                  <a:pt x="168485" y="168485"/>
                </a:lnTo>
                <a:lnTo>
                  <a:pt x="138485" y="200862"/>
                </a:lnTo>
                <a:lnTo>
                  <a:pt x="111009" y="235466"/>
                </a:lnTo>
                <a:lnTo>
                  <a:pt x="86208" y="272149"/>
                </a:lnTo>
                <a:lnTo>
                  <a:pt x="64231" y="310760"/>
                </a:lnTo>
                <a:lnTo>
                  <a:pt x="45225" y="351152"/>
                </a:lnTo>
                <a:lnTo>
                  <a:pt x="29341" y="393175"/>
                </a:lnTo>
                <a:lnTo>
                  <a:pt x="16728" y="436681"/>
                </a:lnTo>
                <a:lnTo>
                  <a:pt x="7534" y="481519"/>
                </a:lnTo>
                <a:lnTo>
                  <a:pt x="1908" y="527542"/>
                </a:lnTo>
                <a:lnTo>
                  <a:pt x="0" y="574600"/>
                </a:lnTo>
                <a:lnTo>
                  <a:pt x="1908" y="621656"/>
                </a:lnTo>
                <a:lnTo>
                  <a:pt x="7534" y="667678"/>
                </a:lnTo>
                <a:lnTo>
                  <a:pt x="16728" y="712515"/>
                </a:lnTo>
                <a:lnTo>
                  <a:pt x="29341" y="756019"/>
                </a:lnTo>
                <a:lnTo>
                  <a:pt x="45225" y="798041"/>
                </a:lnTo>
                <a:lnTo>
                  <a:pt x="64231" y="838432"/>
                </a:lnTo>
                <a:lnTo>
                  <a:pt x="86208" y="877043"/>
                </a:lnTo>
                <a:lnTo>
                  <a:pt x="111009" y="913725"/>
                </a:lnTo>
                <a:lnTo>
                  <a:pt x="138485" y="948329"/>
                </a:lnTo>
                <a:lnTo>
                  <a:pt x="168485" y="980705"/>
                </a:lnTo>
                <a:lnTo>
                  <a:pt x="200862" y="1010705"/>
                </a:lnTo>
                <a:lnTo>
                  <a:pt x="235466" y="1038180"/>
                </a:lnTo>
                <a:lnTo>
                  <a:pt x="272149" y="1062981"/>
                </a:lnTo>
                <a:lnTo>
                  <a:pt x="310760" y="1084959"/>
                </a:lnTo>
                <a:lnTo>
                  <a:pt x="351152" y="1103964"/>
                </a:lnTo>
                <a:lnTo>
                  <a:pt x="393175" y="1119848"/>
                </a:lnTo>
                <a:lnTo>
                  <a:pt x="436681" y="1132461"/>
                </a:lnTo>
                <a:lnTo>
                  <a:pt x="481519" y="1141655"/>
                </a:lnTo>
                <a:lnTo>
                  <a:pt x="527542" y="1147281"/>
                </a:lnTo>
                <a:lnTo>
                  <a:pt x="574600" y="1149190"/>
                </a:lnTo>
                <a:lnTo>
                  <a:pt x="621658" y="1147281"/>
                </a:lnTo>
                <a:lnTo>
                  <a:pt x="667680" y="1141655"/>
                </a:lnTo>
                <a:lnTo>
                  <a:pt x="712518" y="1132461"/>
                </a:lnTo>
                <a:lnTo>
                  <a:pt x="756023" y="1119848"/>
                </a:lnTo>
                <a:lnTo>
                  <a:pt x="798046" y="1103964"/>
                </a:lnTo>
                <a:lnTo>
                  <a:pt x="838437" y="1084959"/>
                </a:lnTo>
                <a:lnTo>
                  <a:pt x="848256" y="1079370"/>
                </a:lnTo>
                <a:lnTo>
                  <a:pt x="574600" y="1079370"/>
                </a:lnTo>
                <a:lnTo>
                  <a:pt x="526056" y="1077055"/>
                </a:lnTo>
                <a:lnTo>
                  <a:pt x="478803" y="1070252"/>
                </a:lnTo>
                <a:lnTo>
                  <a:pt x="433053" y="1059173"/>
                </a:lnTo>
                <a:lnTo>
                  <a:pt x="389021" y="1044034"/>
                </a:lnTo>
                <a:lnTo>
                  <a:pt x="346919" y="1025045"/>
                </a:lnTo>
                <a:lnTo>
                  <a:pt x="306960" y="1002422"/>
                </a:lnTo>
                <a:lnTo>
                  <a:pt x="269357" y="976376"/>
                </a:lnTo>
                <a:lnTo>
                  <a:pt x="234325" y="947121"/>
                </a:lnTo>
                <a:lnTo>
                  <a:pt x="202075" y="914871"/>
                </a:lnTo>
                <a:lnTo>
                  <a:pt x="172820" y="879838"/>
                </a:lnTo>
                <a:lnTo>
                  <a:pt x="146775" y="842235"/>
                </a:lnTo>
                <a:lnTo>
                  <a:pt x="124152" y="802276"/>
                </a:lnTo>
                <a:lnTo>
                  <a:pt x="105165" y="760174"/>
                </a:lnTo>
                <a:lnTo>
                  <a:pt x="90025" y="716143"/>
                </a:lnTo>
                <a:lnTo>
                  <a:pt x="78948" y="670394"/>
                </a:lnTo>
                <a:lnTo>
                  <a:pt x="72145" y="623142"/>
                </a:lnTo>
                <a:lnTo>
                  <a:pt x="69830" y="574600"/>
                </a:lnTo>
                <a:lnTo>
                  <a:pt x="72145" y="526056"/>
                </a:lnTo>
                <a:lnTo>
                  <a:pt x="78948" y="478802"/>
                </a:lnTo>
                <a:lnTo>
                  <a:pt x="90025" y="433052"/>
                </a:lnTo>
                <a:lnTo>
                  <a:pt x="105165" y="389019"/>
                </a:lnTo>
                <a:lnTo>
                  <a:pt x="124152" y="346917"/>
                </a:lnTo>
                <a:lnTo>
                  <a:pt x="146775" y="306957"/>
                </a:lnTo>
                <a:lnTo>
                  <a:pt x="172820" y="269354"/>
                </a:lnTo>
                <a:lnTo>
                  <a:pt x="202075" y="234320"/>
                </a:lnTo>
                <a:lnTo>
                  <a:pt x="234325" y="202069"/>
                </a:lnTo>
                <a:lnTo>
                  <a:pt x="269357" y="172814"/>
                </a:lnTo>
                <a:lnTo>
                  <a:pt x="306960" y="146768"/>
                </a:lnTo>
                <a:lnTo>
                  <a:pt x="346919" y="124144"/>
                </a:lnTo>
                <a:lnTo>
                  <a:pt x="389021" y="105156"/>
                </a:lnTo>
                <a:lnTo>
                  <a:pt x="433053" y="90016"/>
                </a:lnTo>
                <a:lnTo>
                  <a:pt x="478803" y="78938"/>
                </a:lnTo>
                <a:lnTo>
                  <a:pt x="526056" y="72134"/>
                </a:lnTo>
                <a:lnTo>
                  <a:pt x="574600" y="69819"/>
                </a:lnTo>
                <a:lnTo>
                  <a:pt x="848220" y="69819"/>
                </a:lnTo>
                <a:lnTo>
                  <a:pt x="829156" y="59233"/>
                </a:lnTo>
                <a:lnTo>
                  <a:pt x="781136" y="38108"/>
                </a:lnTo>
                <a:lnTo>
                  <a:pt x="731445" y="21548"/>
                </a:lnTo>
                <a:lnTo>
                  <a:pt x="680309" y="9626"/>
                </a:lnTo>
                <a:lnTo>
                  <a:pt x="627952" y="2419"/>
                </a:lnTo>
                <a:lnTo>
                  <a:pt x="574600" y="0"/>
                </a:lnTo>
                <a:close/>
              </a:path>
              <a:path w="1149350" h="1149350">
                <a:moveTo>
                  <a:pt x="1110395" y="501042"/>
                </a:moveTo>
                <a:lnTo>
                  <a:pt x="1097035" y="504759"/>
                </a:lnTo>
                <a:lnTo>
                  <a:pt x="1086502" y="513021"/>
                </a:lnTo>
                <a:lnTo>
                  <a:pt x="1079834" y="524628"/>
                </a:lnTo>
                <a:lnTo>
                  <a:pt x="1078071" y="538381"/>
                </a:lnTo>
                <a:lnTo>
                  <a:pt x="1078636" y="547340"/>
                </a:lnTo>
                <a:lnTo>
                  <a:pt x="1079043" y="556384"/>
                </a:lnTo>
                <a:lnTo>
                  <a:pt x="1079254" y="564230"/>
                </a:lnTo>
                <a:lnTo>
                  <a:pt x="1079370" y="574600"/>
                </a:lnTo>
                <a:lnTo>
                  <a:pt x="1077055" y="623142"/>
                </a:lnTo>
                <a:lnTo>
                  <a:pt x="1070252" y="670394"/>
                </a:lnTo>
                <a:lnTo>
                  <a:pt x="1059173" y="716143"/>
                </a:lnTo>
                <a:lnTo>
                  <a:pt x="1044034" y="760174"/>
                </a:lnTo>
                <a:lnTo>
                  <a:pt x="1025045" y="802276"/>
                </a:lnTo>
                <a:lnTo>
                  <a:pt x="1002422" y="842235"/>
                </a:lnTo>
                <a:lnTo>
                  <a:pt x="976376" y="879838"/>
                </a:lnTo>
                <a:lnTo>
                  <a:pt x="947121" y="914871"/>
                </a:lnTo>
                <a:lnTo>
                  <a:pt x="914871" y="947121"/>
                </a:lnTo>
                <a:lnTo>
                  <a:pt x="879838" y="976376"/>
                </a:lnTo>
                <a:lnTo>
                  <a:pt x="842235" y="1002422"/>
                </a:lnTo>
                <a:lnTo>
                  <a:pt x="802276" y="1025045"/>
                </a:lnTo>
                <a:lnTo>
                  <a:pt x="760174" y="1044034"/>
                </a:lnTo>
                <a:lnTo>
                  <a:pt x="716143" y="1059173"/>
                </a:lnTo>
                <a:lnTo>
                  <a:pt x="670394" y="1070252"/>
                </a:lnTo>
                <a:lnTo>
                  <a:pt x="623142" y="1077055"/>
                </a:lnTo>
                <a:lnTo>
                  <a:pt x="574600" y="1079370"/>
                </a:lnTo>
                <a:lnTo>
                  <a:pt x="848256" y="1079370"/>
                </a:lnTo>
                <a:lnTo>
                  <a:pt x="913730" y="1038180"/>
                </a:lnTo>
                <a:lnTo>
                  <a:pt x="948333" y="1010705"/>
                </a:lnTo>
                <a:lnTo>
                  <a:pt x="980709" y="980705"/>
                </a:lnTo>
                <a:lnTo>
                  <a:pt x="1010709" y="948329"/>
                </a:lnTo>
                <a:lnTo>
                  <a:pt x="1038184" y="913725"/>
                </a:lnTo>
                <a:lnTo>
                  <a:pt x="1062984" y="877043"/>
                </a:lnTo>
                <a:lnTo>
                  <a:pt x="1084961" y="838432"/>
                </a:lnTo>
                <a:lnTo>
                  <a:pt x="1103965" y="798041"/>
                </a:lnTo>
                <a:lnTo>
                  <a:pt x="1119849" y="756019"/>
                </a:lnTo>
                <a:lnTo>
                  <a:pt x="1132462" y="712515"/>
                </a:lnTo>
                <a:lnTo>
                  <a:pt x="1141656" y="667678"/>
                </a:lnTo>
                <a:lnTo>
                  <a:pt x="1147281" y="621656"/>
                </a:lnTo>
                <a:lnTo>
                  <a:pt x="1149190" y="574600"/>
                </a:lnTo>
                <a:lnTo>
                  <a:pt x="1149098" y="564230"/>
                </a:lnTo>
                <a:lnTo>
                  <a:pt x="1144016" y="520006"/>
                </a:lnTo>
                <a:lnTo>
                  <a:pt x="1124157" y="502817"/>
                </a:lnTo>
                <a:lnTo>
                  <a:pt x="1110395" y="501042"/>
                </a:lnTo>
                <a:close/>
              </a:path>
              <a:path w="1149350" h="1149350">
                <a:moveTo>
                  <a:pt x="848220" y="69819"/>
                </a:moveTo>
                <a:lnTo>
                  <a:pt x="574600" y="69819"/>
                </a:lnTo>
                <a:lnTo>
                  <a:pt x="621467" y="71944"/>
                </a:lnTo>
                <a:lnTo>
                  <a:pt x="667458" y="78273"/>
                </a:lnTo>
                <a:lnTo>
                  <a:pt x="712373" y="88742"/>
                </a:lnTo>
                <a:lnTo>
                  <a:pt x="756016" y="103285"/>
                </a:lnTo>
                <a:lnTo>
                  <a:pt x="798189" y="121835"/>
                </a:lnTo>
                <a:lnTo>
                  <a:pt x="838694" y="144327"/>
                </a:lnTo>
                <a:lnTo>
                  <a:pt x="877334" y="170696"/>
                </a:lnTo>
                <a:lnTo>
                  <a:pt x="889845" y="176664"/>
                </a:lnTo>
                <a:lnTo>
                  <a:pt x="926212" y="163754"/>
                </a:lnTo>
                <a:lnTo>
                  <a:pt x="932873" y="137878"/>
                </a:lnTo>
                <a:lnTo>
                  <a:pt x="928496" y="125231"/>
                </a:lnTo>
                <a:lnTo>
                  <a:pt x="919280" y="114876"/>
                </a:lnTo>
                <a:lnTo>
                  <a:pt x="875279" y="84847"/>
                </a:lnTo>
                <a:lnTo>
                  <a:pt x="848220" y="69819"/>
                </a:lnTo>
                <a:close/>
              </a:path>
            </a:pathLst>
          </a:custGeom>
          <a:solidFill>
            <a:srgbClr val="FFFFFF"/>
          </a:solidFill>
        </p:spPr>
        <p:txBody>
          <a:bodyPr wrap="square" lIns="0" tIns="0" rIns="0" bIns="0" rtlCol="0"/>
          <a:lstStyle/>
          <a:p>
            <a:endParaRPr lang="es-419" sz="1801" noProof="0" dirty="0"/>
          </a:p>
        </p:txBody>
      </p:sp>
      <p:sp>
        <p:nvSpPr>
          <p:cNvPr id="27" name="object 27"/>
          <p:cNvSpPr/>
          <p:nvPr/>
        </p:nvSpPr>
        <p:spPr>
          <a:xfrm>
            <a:off x="1834149" y="1090748"/>
            <a:ext cx="1143554" cy="889572"/>
          </a:xfrm>
          <a:custGeom>
            <a:avLst/>
            <a:gdLst/>
            <a:ahLst/>
            <a:cxnLst/>
            <a:rect l="l" t="t" r="r" b="b"/>
            <a:pathLst>
              <a:path w="1143635" h="889635">
                <a:moveTo>
                  <a:pt x="155407" y="324712"/>
                </a:moveTo>
                <a:lnTo>
                  <a:pt x="113688" y="324712"/>
                </a:lnTo>
                <a:lnTo>
                  <a:pt x="73565" y="337458"/>
                </a:lnTo>
                <a:lnTo>
                  <a:pt x="38237" y="362950"/>
                </a:lnTo>
                <a:lnTo>
                  <a:pt x="12745" y="398274"/>
                </a:lnTo>
                <a:lnTo>
                  <a:pt x="0" y="438396"/>
                </a:lnTo>
                <a:lnTo>
                  <a:pt x="0" y="480117"/>
                </a:lnTo>
                <a:lnTo>
                  <a:pt x="12745" y="520238"/>
                </a:lnTo>
                <a:lnTo>
                  <a:pt x="38237" y="555562"/>
                </a:lnTo>
                <a:lnTo>
                  <a:pt x="345359" y="862694"/>
                </a:lnTo>
                <a:lnTo>
                  <a:pt x="391936" y="887432"/>
                </a:lnTo>
                <a:lnTo>
                  <a:pt x="409190" y="889081"/>
                </a:lnTo>
                <a:lnTo>
                  <a:pt x="426435" y="887432"/>
                </a:lnTo>
                <a:lnTo>
                  <a:pt x="443164" y="882484"/>
                </a:lnTo>
                <a:lnTo>
                  <a:pt x="458857" y="874238"/>
                </a:lnTo>
                <a:lnTo>
                  <a:pt x="472999" y="862694"/>
                </a:lnTo>
                <a:lnTo>
                  <a:pt x="516401" y="819292"/>
                </a:lnTo>
                <a:lnTo>
                  <a:pt x="409183" y="819292"/>
                </a:lnTo>
                <a:lnTo>
                  <a:pt x="401492" y="817800"/>
                </a:lnTo>
                <a:lnTo>
                  <a:pt x="394740" y="813324"/>
                </a:lnTo>
                <a:lnTo>
                  <a:pt x="87618" y="506202"/>
                </a:lnTo>
                <a:lnTo>
                  <a:pt x="73058" y="484254"/>
                </a:lnTo>
                <a:lnTo>
                  <a:pt x="68205" y="459263"/>
                </a:lnTo>
                <a:lnTo>
                  <a:pt x="73058" y="434274"/>
                </a:lnTo>
                <a:lnTo>
                  <a:pt x="98015" y="403833"/>
                </a:lnTo>
                <a:lnTo>
                  <a:pt x="134549" y="392918"/>
                </a:lnTo>
                <a:lnTo>
                  <a:pt x="260819" y="392918"/>
                </a:lnTo>
                <a:lnTo>
                  <a:pt x="230849" y="362950"/>
                </a:lnTo>
                <a:lnTo>
                  <a:pt x="195527" y="337458"/>
                </a:lnTo>
                <a:lnTo>
                  <a:pt x="155407" y="324712"/>
                </a:lnTo>
                <a:close/>
              </a:path>
              <a:path w="1143635" h="889635">
                <a:moveTo>
                  <a:pt x="1126459" y="68195"/>
                </a:moveTo>
                <a:lnTo>
                  <a:pt x="1008534" y="68195"/>
                </a:lnTo>
                <a:lnTo>
                  <a:pt x="1033525" y="73048"/>
                </a:lnTo>
                <a:lnTo>
                  <a:pt x="1055474" y="87608"/>
                </a:lnTo>
                <a:lnTo>
                  <a:pt x="1070027" y="109555"/>
                </a:lnTo>
                <a:lnTo>
                  <a:pt x="1074879" y="134543"/>
                </a:lnTo>
                <a:lnTo>
                  <a:pt x="1070027" y="159532"/>
                </a:lnTo>
                <a:lnTo>
                  <a:pt x="1055474" y="181479"/>
                </a:lnTo>
                <a:lnTo>
                  <a:pt x="423618" y="813324"/>
                </a:lnTo>
                <a:lnTo>
                  <a:pt x="416872" y="817800"/>
                </a:lnTo>
                <a:lnTo>
                  <a:pt x="409183" y="819292"/>
                </a:lnTo>
                <a:lnTo>
                  <a:pt x="516401" y="819292"/>
                </a:lnTo>
                <a:lnTo>
                  <a:pt x="1104844" y="230849"/>
                </a:lnTo>
                <a:lnTo>
                  <a:pt x="1130331" y="195522"/>
                </a:lnTo>
                <a:lnTo>
                  <a:pt x="1143074" y="155399"/>
                </a:lnTo>
                <a:lnTo>
                  <a:pt x="1143074" y="113680"/>
                </a:lnTo>
                <a:lnTo>
                  <a:pt x="1130331" y="73560"/>
                </a:lnTo>
                <a:lnTo>
                  <a:pt x="1126459" y="68195"/>
                </a:lnTo>
                <a:close/>
              </a:path>
              <a:path w="1143635" h="889635">
                <a:moveTo>
                  <a:pt x="260819" y="392918"/>
                </a:moveTo>
                <a:lnTo>
                  <a:pt x="134549" y="392918"/>
                </a:lnTo>
                <a:lnTo>
                  <a:pt x="147233" y="394131"/>
                </a:lnTo>
                <a:lnTo>
                  <a:pt x="159537" y="397771"/>
                </a:lnTo>
                <a:lnTo>
                  <a:pt x="171081" y="403838"/>
                </a:lnTo>
                <a:lnTo>
                  <a:pt x="181479" y="412331"/>
                </a:lnTo>
                <a:lnTo>
                  <a:pt x="364929" y="595781"/>
                </a:lnTo>
                <a:lnTo>
                  <a:pt x="374481" y="603627"/>
                </a:lnTo>
                <a:lnTo>
                  <a:pt x="385222" y="609372"/>
                </a:lnTo>
                <a:lnTo>
                  <a:pt x="396882" y="612903"/>
                </a:lnTo>
                <a:lnTo>
                  <a:pt x="409190" y="614105"/>
                </a:lnTo>
                <a:lnTo>
                  <a:pt x="421491" y="612903"/>
                </a:lnTo>
                <a:lnTo>
                  <a:pt x="433148" y="609372"/>
                </a:lnTo>
                <a:lnTo>
                  <a:pt x="443888" y="603627"/>
                </a:lnTo>
                <a:lnTo>
                  <a:pt x="453440" y="595781"/>
                </a:lnTo>
                <a:lnTo>
                  <a:pt x="507939" y="541280"/>
                </a:lnTo>
                <a:lnTo>
                  <a:pt x="409190" y="541280"/>
                </a:lnTo>
                <a:lnTo>
                  <a:pt x="260819" y="392918"/>
                </a:lnTo>
                <a:close/>
              </a:path>
              <a:path w="1143635" h="889635">
                <a:moveTo>
                  <a:pt x="1029398" y="0"/>
                </a:moveTo>
                <a:lnTo>
                  <a:pt x="987677" y="0"/>
                </a:lnTo>
                <a:lnTo>
                  <a:pt x="947556" y="12745"/>
                </a:lnTo>
                <a:lnTo>
                  <a:pt x="912232" y="38237"/>
                </a:lnTo>
                <a:lnTo>
                  <a:pt x="409190" y="541280"/>
                </a:lnTo>
                <a:lnTo>
                  <a:pt x="507939" y="541280"/>
                </a:lnTo>
                <a:lnTo>
                  <a:pt x="961602" y="87608"/>
                </a:lnTo>
                <a:lnTo>
                  <a:pt x="983545" y="73048"/>
                </a:lnTo>
                <a:lnTo>
                  <a:pt x="1008534" y="68195"/>
                </a:lnTo>
                <a:lnTo>
                  <a:pt x="1126459" y="68195"/>
                </a:lnTo>
                <a:lnTo>
                  <a:pt x="1104844" y="38237"/>
                </a:lnTo>
                <a:lnTo>
                  <a:pt x="1069520" y="12745"/>
                </a:lnTo>
                <a:lnTo>
                  <a:pt x="1029398" y="0"/>
                </a:lnTo>
                <a:close/>
              </a:path>
            </a:pathLst>
          </a:custGeom>
          <a:solidFill>
            <a:srgbClr val="FFFFFF"/>
          </a:solidFill>
        </p:spPr>
        <p:txBody>
          <a:bodyPr wrap="square" lIns="0" tIns="0" rIns="0" bIns="0" rtlCol="0"/>
          <a:lstStyle/>
          <a:p>
            <a:endParaRPr lang="es-419" sz="1801" noProof="0" dirty="0"/>
          </a:p>
        </p:txBody>
      </p:sp>
      <p:sp>
        <p:nvSpPr>
          <p:cNvPr id="28" name="object 28"/>
          <p:cNvSpPr txBox="1">
            <a:spLocks noGrp="1"/>
          </p:cNvSpPr>
          <p:nvPr>
            <p:ph type="title"/>
          </p:nvPr>
        </p:nvSpPr>
        <p:spPr>
          <a:xfrm>
            <a:off x="4068839" y="955463"/>
            <a:ext cx="11776006" cy="2641812"/>
          </a:xfrm>
          <a:prstGeom prst="rect">
            <a:avLst/>
          </a:prstGeom>
        </p:spPr>
        <p:txBody>
          <a:bodyPr vert="horz" wrap="square" lIns="0" tIns="11429" rIns="0" bIns="0" rtlCol="0" anchor="ctr">
            <a:spAutoFit/>
          </a:bodyPr>
          <a:lstStyle/>
          <a:p>
            <a:pPr marR="54608">
              <a:lnSpc>
                <a:spcPts val="11249"/>
              </a:lnSpc>
              <a:spcBef>
                <a:spcPts val="91"/>
              </a:spcBef>
            </a:pPr>
            <a:r>
              <a:rPr lang="es-419" sz="6600" b="1" spc="-600" noProof="0" dirty="0">
                <a:solidFill>
                  <a:srgbClr val="1F3D6F"/>
                </a:solidFill>
              </a:rPr>
              <a:t>TOGAF en 1 minuto</a:t>
            </a:r>
            <a:br>
              <a:rPr lang="es-419" sz="8905" b="1" spc="-600" noProof="0" dirty="0">
                <a:solidFill>
                  <a:srgbClr val="1F3D6F"/>
                </a:solidFill>
              </a:rPr>
            </a:br>
            <a:r>
              <a:rPr lang="es-419" sz="4000" spc="-405" noProof="0" dirty="0">
                <a:solidFill>
                  <a:srgbClr val="1F3D6F"/>
                </a:solidFill>
              </a:rPr>
              <a:t>Un marco para desarrollar arquitecturas empresariales</a:t>
            </a:r>
            <a:endParaRPr lang="es-419" sz="6600" spc="-405" noProof="0" dirty="0">
              <a:solidFill>
                <a:srgbClr val="1F3D6F"/>
              </a:solidFill>
            </a:endParaRPr>
          </a:p>
        </p:txBody>
      </p:sp>
      <p:sp>
        <p:nvSpPr>
          <p:cNvPr id="34" name="object 34"/>
          <p:cNvSpPr txBox="1"/>
          <p:nvPr/>
        </p:nvSpPr>
        <p:spPr>
          <a:xfrm>
            <a:off x="17081642" y="6873790"/>
            <a:ext cx="2647129" cy="1000017"/>
          </a:xfrm>
          <a:prstGeom prst="rect">
            <a:avLst/>
          </a:prstGeom>
        </p:spPr>
        <p:txBody>
          <a:bodyPr vert="horz" wrap="square" lIns="0" tIns="15240" rIns="0" bIns="0" rtlCol="0">
            <a:spAutoFit/>
          </a:bodyPr>
          <a:lstStyle/>
          <a:p>
            <a:pPr algn="ctr">
              <a:spcBef>
                <a:spcPts val="120"/>
              </a:spcBef>
            </a:pPr>
            <a:r>
              <a:rPr lang="es-419" sz="3199" spc="-64" noProof="0" dirty="0">
                <a:solidFill>
                  <a:srgbClr val="FFFFFF"/>
                </a:solidFill>
                <a:latin typeface="Arial"/>
                <a:cs typeface="Arial"/>
              </a:rPr>
              <a:t>Facultad</a:t>
            </a:r>
            <a:r>
              <a:rPr lang="es-419" sz="3199" spc="-241" noProof="0" dirty="0">
                <a:solidFill>
                  <a:srgbClr val="FFFFFF"/>
                </a:solidFill>
                <a:latin typeface="Arial"/>
                <a:cs typeface="Arial"/>
              </a:rPr>
              <a:t> </a:t>
            </a:r>
            <a:r>
              <a:rPr lang="es-419" sz="3199" spc="-74" noProof="0" dirty="0">
                <a:solidFill>
                  <a:srgbClr val="FFFFFF"/>
                </a:solidFill>
                <a:latin typeface="Arial"/>
                <a:cs typeface="Arial"/>
              </a:rPr>
              <a:t>de</a:t>
            </a:r>
            <a:endParaRPr lang="es-419" sz="3199" noProof="0" dirty="0">
              <a:latin typeface="Arial"/>
              <a:cs typeface="Arial"/>
            </a:endParaRPr>
          </a:p>
          <a:p>
            <a:pPr algn="ctr">
              <a:spcBef>
                <a:spcPts val="30"/>
              </a:spcBef>
            </a:pPr>
            <a:r>
              <a:rPr lang="es-419" sz="3199" b="1" spc="-74" noProof="0" dirty="0">
                <a:solidFill>
                  <a:srgbClr val="FFFFFF"/>
                </a:solidFill>
                <a:latin typeface="Arial"/>
                <a:cs typeface="Arial"/>
              </a:rPr>
              <a:t>Ingeniería</a:t>
            </a:r>
            <a:endParaRPr lang="es-419" sz="3199" noProof="0" dirty="0">
              <a:latin typeface="Arial"/>
              <a:cs typeface="Arial"/>
            </a:endParaRPr>
          </a:p>
        </p:txBody>
      </p:sp>
      <p:pic>
        <p:nvPicPr>
          <p:cNvPr id="35" name="Imagen 34" descr="Imagen que contiene dibujo&#10;&#10;Descripción generada automáticamente">
            <a:extLst>
              <a:ext uri="{FF2B5EF4-FFF2-40B4-BE49-F238E27FC236}">
                <a16:creationId xmlns:a16="http://schemas.microsoft.com/office/drawing/2014/main" id="{17E67028-184F-BD48-BB91-7A376E91C6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081643" y="8564854"/>
            <a:ext cx="2726257" cy="1949273"/>
          </a:xfrm>
          <a:prstGeom prst="rect">
            <a:avLst/>
          </a:prstGeom>
        </p:spPr>
      </p:pic>
      <p:sp>
        <p:nvSpPr>
          <p:cNvPr id="36" name="object 21">
            <a:extLst>
              <a:ext uri="{FF2B5EF4-FFF2-40B4-BE49-F238E27FC236}">
                <a16:creationId xmlns:a16="http://schemas.microsoft.com/office/drawing/2014/main" id="{FA4991C9-5C2A-C349-8E66-6EAF7E497CBA}"/>
              </a:ext>
            </a:extLst>
          </p:cNvPr>
          <p:cNvSpPr/>
          <p:nvPr/>
        </p:nvSpPr>
        <p:spPr>
          <a:xfrm rot="5400000">
            <a:off x="18434590" y="7247477"/>
            <a:ext cx="57699" cy="2291579"/>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lang="es-419" sz="1801" noProof="0" dirty="0"/>
          </a:p>
        </p:txBody>
      </p:sp>
      <p:graphicFrame>
        <p:nvGraphicFramePr>
          <p:cNvPr id="9" name="Content Placeholder 2">
            <a:extLst>
              <a:ext uri="{FF2B5EF4-FFF2-40B4-BE49-F238E27FC236}">
                <a16:creationId xmlns:a16="http://schemas.microsoft.com/office/drawing/2014/main" id="{15078BD3-DC75-7011-2DA5-73F362DF5F30}"/>
              </a:ext>
            </a:extLst>
          </p:cNvPr>
          <p:cNvGraphicFramePr>
            <a:graphicFrameLocks/>
          </p:cNvGraphicFramePr>
          <p:nvPr>
            <p:extLst>
              <p:ext uri="{D42A27DB-BD31-4B8C-83A1-F6EECF244321}">
                <p14:modId xmlns:p14="http://schemas.microsoft.com/office/powerpoint/2010/main" val="2528783036"/>
              </p:ext>
            </p:extLst>
          </p:nvPr>
        </p:nvGraphicFramePr>
        <p:xfrm>
          <a:off x="1834149" y="6197483"/>
          <a:ext cx="13113621" cy="51118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 name="Rectangle 1">
            <a:extLst>
              <a:ext uri="{FF2B5EF4-FFF2-40B4-BE49-F238E27FC236}">
                <a16:creationId xmlns:a16="http://schemas.microsoft.com/office/drawing/2014/main" id="{6CE69C91-FA9F-2283-A297-9C6A3850C219}"/>
              </a:ext>
            </a:extLst>
          </p:cNvPr>
          <p:cNvSpPr>
            <a:spLocks noChangeArrowheads="1"/>
          </p:cNvSpPr>
          <p:nvPr/>
        </p:nvSpPr>
        <p:spPr bwMode="auto">
          <a:xfrm>
            <a:off x="977028" y="4254227"/>
            <a:ext cx="1539962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s-419" sz="2800" b="1" i="0" u="none" strike="noStrike" cap="none" normalizeH="0" baseline="0" noProof="0" dirty="0">
                <a:ln>
                  <a:noFill/>
                </a:ln>
                <a:solidFill>
                  <a:schemeClr val="tx1"/>
                </a:solidFill>
                <a:effectLst/>
                <a:latin typeface="Arial" panose="020B0604020202020204" pitchFamily="34" charset="0"/>
              </a:rPr>
              <a:t>TOGAF (</a:t>
            </a:r>
            <a:r>
              <a:rPr kumimoji="0" lang="es-419" sz="2800" b="1" i="0" u="none" strike="noStrike" cap="none" normalizeH="0" baseline="0" noProof="0" dirty="0" err="1">
                <a:ln>
                  <a:noFill/>
                </a:ln>
                <a:solidFill>
                  <a:schemeClr val="tx1"/>
                </a:solidFill>
                <a:effectLst/>
                <a:latin typeface="Arial" panose="020B0604020202020204" pitchFamily="34" charset="0"/>
              </a:rPr>
              <a:t>The</a:t>
            </a:r>
            <a:r>
              <a:rPr kumimoji="0" lang="es-419" sz="2800" b="1" i="0" u="none" strike="noStrike" cap="none" normalizeH="0" baseline="0" noProof="0" dirty="0">
                <a:ln>
                  <a:noFill/>
                </a:ln>
                <a:solidFill>
                  <a:schemeClr val="tx1"/>
                </a:solidFill>
                <a:effectLst/>
                <a:latin typeface="Arial" panose="020B0604020202020204" pitchFamily="34" charset="0"/>
              </a:rPr>
              <a:t> Open </a:t>
            </a:r>
            <a:r>
              <a:rPr kumimoji="0" lang="es-419" sz="2800" b="1" i="0" u="none" strike="noStrike" cap="none" normalizeH="0" baseline="0" noProof="0" dirty="0" err="1">
                <a:ln>
                  <a:noFill/>
                </a:ln>
                <a:solidFill>
                  <a:schemeClr val="tx1"/>
                </a:solidFill>
                <a:effectLst/>
                <a:latin typeface="Arial" panose="020B0604020202020204" pitchFamily="34" charset="0"/>
              </a:rPr>
              <a:t>Group</a:t>
            </a:r>
            <a:r>
              <a:rPr kumimoji="0" lang="es-419" sz="2800" b="1" i="0" u="none" strike="noStrike" cap="none" normalizeH="0" baseline="0" noProof="0" dirty="0">
                <a:ln>
                  <a:noFill/>
                </a:ln>
                <a:solidFill>
                  <a:schemeClr val="tx1"/>
                </a:solidFill>
                <a:effectLst/>
                <a:latin typeface="Arial" panose="020B0604020202020204" pitchFamily="34" charset="0"/>
              </a:rPr>
              <a:t> </a:t>
            </a:r>
            <a:r>
              <a:rPr kumimoji="0" lang="es-419" sz="2800" b="1" i="0" u="none" strike="noStrike" cap="none" normalizeH="0" baseline="0" noProof="0" dirty="0" err="1">
                <a:ln>
                  <a:noFill/>
                </a:ln>
                <a:solidFill>
                  <a:schemeClr val="tx1"/>
                </a:solidFill>
                <a:effectLst/>
                <a:latin typeface="Arial" panose="020B0604020202020204" pitchFamily="34" charset="0"/>
              </a:rPr>
              <a:t>Architecture</a:t>
            </a:r>
            <a:r>
              <a:rPr kumimoji="0" lang="es-419" sz="2800" b="1" i="0" u="none" strike="noStrike" cap="none" normalizeH="0" baseline="0" noProof="0" dirty="0">
                <a:ln>
                  <a:noFill/>
                </a:ln>
                <a:solidFill>
                  <a:schemeClr val="tx1"/>
                </a:solidFill>
                <a:effectLst/>
                <a:latin typeface="Arial" panose="020B0604020202020204" pitchFamily="34" charset="0"/>
              </a:rPr>
              <a:t> Framework) </a:t>
            </a:r>
            <a:r>
              <a:rPr kumimoji="0" lang="es-419" sz="2800" b="0" i="0" u="none" strike="noStrike" cap="none" normalizeH="0" baseline="0" noProof="0" dirty="0">
                <a:ln>
                  <a:noFill/>
                </a:ln>
                <a:solidFill>
                  <a:schemeClr val="tx1"/>
                </a:solidFill>
                <a:effectLst/>
                <a:latin typeface="Arial" panose="020B0604020202020204" pitchFamily="34" charset="0"/>
              </a:rPr>
              <a:t>es un marco de trabajo abierto y ampliamente adoptado para desarrollar, mantener y gestionar arquitecturas empresariales.</a:t>
            </a:r>
          </a:p>
          <a:p>
            <a:pPr marL="0" marR="0" lvl="0" indent="0" algn="just" defTabSz="914400" rtl="0" eaLnBrk="0" fontAlgn="base" latinLnBrk="0" hangingPunct="0">
              <a:lnSpc>
                <a:spcPct val="100000"/>
              </a:lnSpc>
              <a:spcBef>
                <a:spcPct val="0"/>
              </a:spcBef>
              <a:spcAft>
                <a:spcPct val="0"/>
              </a:spcAft>
              <a:buClrTx/>
              <a:buSzTx/>
              <a:tabLst/>
            </a:pPr>
            <a:endParaRPr kumimoji="0" lang="es-419" sz="2800" b="0" i="0" u="none" strike="noStrike" cap="none" normalizeH="0" baseline="0" noProof="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s-419" sz="2800" b="0" i="0" u="none" strike="noStrike" cap="none" normalizeH="0" baseline="0" noProof="0" dirty="0">
                <a:ln>
                  <a:noFill/>
                </a:ln>
                <a:solidFill>
                  <a:schemeClr val="tx1"/>
                </a:solidFill>
                <a:effectLst/>
                <a:latin typeface="Arial" panose="020B0604020202020204" pitchFamily="34" charset="0"/>
              </a:rPr>
              <a:t>Se basa en buenas prácticas y es </a:t>
            </a:r>
            <a:r>
              <a:rPr kumimoji="0" lang="es-419" sz="2800" b="1" i="0" u="none" strike="noStrike" cap="none" normalizeH="0" baseline="0" noProof="0" dirty="0">
                <a:ln>
                  <a:noFill/>
                </a:ln>
                <a:solidFill>
                  <a:schemeClr val="tx1"/>
                </a:solidFill>
                <a:effectLst/>
                <a:latin typeface="Arial" panose="020B0604020202020204" pitchFamily="34" charset="0"/>
              </a:rPr>
              <a:t>flexible y adaptable</a:t>
            </a:r>
            <a:r>
              <a:rPr kumimoji="0" lang="es-419" sz="2800" b="0" i="0" u="none" strike="noStrike" cap="none" normalizeH="0" baseline="0" noProof="0" dirty="0">
                <a:ln>
                  <a:noFill/>
                </a:ln>
                <a:solidFill>
                  <a:schemeClr val="tx1"/>
                </a:solidFill>
                <a:effectLst/>
                <a:latin typeface="Arial" panose="020B0604020202020204" pitchFamily="34" charset="0"/>
              </a:rPr>
              <a:t> para diferentes tipos de organizaciones.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08233" y="9212129"/>
            <a:ext cx="9995161" cy="2096031"/>
          </a:xfrm>
          <a:prstGeom prst="rect">
            <a:avLst/>
          </a:prstGeom>
          <a:blipFill>
            <a:blip r:embed="rId2" cstate="print"/>
            <a:stretch>
              <a:fillRect/>
            </a:stretch>
          </a:blipFill>
        </p:spPr>
        <p:txBody>
          <a:bodyPr wrap="square" lIns="0" tIns="0" rIns="0" bIns="0" rtlCol="0"/>
          <a:lstStyle/>
          <a:p>
            <a:endParaRPr lang="es-419" sz="1801" noProof="0" dirty="0"/>
          </a:p>
        </p:txBody>
      </p:sp>
      <p:sp>
        <p:nvSpPr>
          <p:cNvPr id="3" name="object 3"/>
          <p:cNvSpPr/>
          <p:nvPr/>
        </p:nvSpPr>
        <p:spPr>
          <a:xfrm>
            <a:off x="707" y="9204565"/>
            <a:ext cx="10470415" cy="2103607"/>
          </a:xfrm>
          <a:custGeom>
            <a:avLst/>
            <a:gdLst/>
            <a:ahLst/>
            <a:cxnLst/>
            <a:rect l="l" t="t" r="r" b="b"/>
            <a:pathLst>
              <a:path w="10471150" h="2103754">
                <a:moveTo>
                  <a:pt x="10131377" y="0"/>
                </a:moveTo>
                <a:lnTo>
                  <a:pt x="0" y="8292"/>
                </a:lnTo>
                <a:lnTo>
                  <a:pt x="0" y="2103747"/>
                </a:lnTo>
                <a:lnTo>
                  <a:pt x="10470707" y="2103747"/>
                </a:lnTo>
                <a:lnTo>
                  <a:pt x="10131377" y="0"/>
                </a:lnTo>
                <a:close/>
              </a:path>
            </a:pathLst>
          </a:custGeom>
          <a:solidFill>
            <a:srgbClr val="834E3E"/>
          </a:solidFill>
        </p:spPr>
        <p:txBody>
          <a:bodyPr wrap="square" lIns="0" tIns="0" rIns="0" bIns="0" rtlCol="0"/>
          <a:lstStyle/>
          <a:p>
            <a:endParaRPr lang="es-419" sz="1801" noProof="0" dirty="0"/>
          </a:p>
        </p:txBody>
      </p:sp>
      <p:sp>
        <p:nvSpPr>
          <p:cNvPr id="4" name="object 4"/>
          <p:cNvSpPr/>
          <p:nvPr/>
        </p:nvSpPr>
        <p:spPr>
          <a:xfrm>
            <a:off x="707" y="9204571"/>
            <a:ext cx="10262851" cy="2103588"/>
          </a:xfrm>
          <a:prstGeom prst="rect">
            <a:avLst/>
          </a:prstGeom>
          <a:blipFill>
            <a:blip r:embed="rId3" cstate="print"/>
            <a:stretch>
              <a:fillRect/>
            </a:stretch>
          </a:blipFill>
        </p:spPr>
        <p:txBody>
          <a:bodyPr wrap="square" lIns="0" tIns="0" rIns="0" bIns="0" rtlCol="0"/>
          <a:lstStyle/>
          <a:p>
            <a:endParaRPr lang="es-419" sz="1801" noProof="0" dirty="0"/>
          </a:p>
        </p:txBody>
      </p:sp>
      <p:sp>
        <p:nvSpPr>
          <p:cNvPr id="18" name="object 18"/>
          <p:cNvSpPr/>
          <p:nvPr/>
        </p:nvSpPr>
        <p:spPr>
          <a:xfrm>
            <a:off x="4866238" y="9537007"/>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lang="es-419" sz="1801" noProof="0" dirty="0"/>
          </a:p>
        </p:txBody>
      </p:sp>
      <p:sp>
        <p:nvSpPr>
          <p:cNvPr id="19" name="object 19"/>
          <p:cNvSpPr/>
          <p:nvPr/>
        </p:nvSpPr>
        <p:spPr>
          <a:xfrm>
            <a:off x="18622194" y="10805645"/>
            <a:ext cx="1481352" cy="241919"/>
          </a:xfrm>
          <a:custGeom>
            <a:avLst/>
            <a:gdLst/>
            <a:ahLst/>
            <a:cxnLst/>
            <a:rect l="l" t="t" r="r" b="b"/>
            <a:pathLst>
              <a:path w="1481455" h="241934">
                <a:moveTo>
                  <a:pt x="1481305" y="0"/>
                </a:moveTo>
                <a:lnTo>
                  <a:pt x="0" y="0"/>
                </a:lnTo>
                <a:lnTo>
                  <a:pt x="31411" y="241631"/>
                </a:lnTo>
                <a:lnTo>
                  <a:pt x="1481305" y="241631"/>
                </a:lnTo>
                <a:lnTo>
                  <a:pt x="1481305" y="0"/>
                </a:lnTo>
                <a:close/>
              </a:path>
            </a:pathLst>
          </a:custGeom>
          <a:solidFill>
            <a:srgbClr val="1F3D6F">
              <a:alpha val="51998"/>
            </a:srgbClr>
          </a:solidFill>
        </p:spPr>
        <p:txBody>
          <a:bodyPr wrap="square" lIns="0" tIns="0" rIns="0" bIns="0" rtlCol="0"/>
          <a:lstStyle/>
          <a:p>
            <a:endParaRPr lang="es-419" sz="1801" noProof="0" dirty="0"/>
          </a:p>
        </p:txBody>
      </p:sp>
      <p:sp>
        <p:nvSpPr>
          <p:cNvPr id="20" name="object 20"/>
          <p:cNvSpPr/>
          <p:nvPr/>
        </p:nvSpPr>
        <p:spPr>
          <a:xfrm>
            <a:off x="17682905" y="10739242"/>
            <a:ext cx="2420489" cy="540260"/>
          </a:xfrm>
          <a:prstGeom prst="rect">
            <a:avLst/>
          </a:prstGeom>
          <a:blipFill>
            <a:blip r:embed="rId4" cstate="print"/>
            <a:stretch>
              <a:fillRect/>
            </a:stretch>
          </a:blipFill>
        </p:spPr>
        <p:txBody>
          <a:bodyPr wrap="square" lIns="0" tIns="0" rIns="0" bIns="0" rtlCol="0"/>
          <a:lstStyle/>
          <a:p>
            <a:endParaRPr lang="es-419" sz="1801" noProof="0" dirty="0"/>
          </a:p>
        </p:txBody>
      </p:sp>
      <p:sp>
        <p:nvSpPr>
          <p:cNvPr id="21" name="object 21"/>
          <p:cNvSpPr txBox="1"/>
          <p:nvPr/>
        </p:nvSpPr>
        <p:spPr>
          <a:xfrm>
            <a:off x="18880839" y="10787070"/>
            <a:ext cx="1015293"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Aulas</a:t>
            </a:r>
            <a:r>
              <a:rPr lang="es-419" sz="1400" spc="-150" noProof="0" dirty="0">
                <a:solidFill>
                  <a:srgbClr val="FFFFFF"/>
                </a:solidFill>
                <a:latin typeface="Arial"/>
                <a:cs typeface="Arial"/>
              </a:rPr>
              <a:t> </a:t>
            </a:r>
            <a:r>
              <a:rPr lang="es-419" sz="1400" noProof="0" dirty="0">
                <a:solidFill>
                  <a:srgbClr val="FFFFFF"/>
                </a:solidFill>
                <a:latin typeface="Arial"/>
                <a:cs typeface="Arial"/>
              </a:rPr>
              <a:t>Atelier</a:t>
            </a:r>
            <a:endParaRPr lang="es-419" sz="1400" noProof="0" dirty="0">
              <a:latin typeface="Arial"/>
              <a:cs typeface="Arial"/>
            </a:endParaRPr>
          </a:p>
        </p:txBody>
      </p:sp>
      <p:sp>
        <p:nvSpPr>
          <p:cNvPr id="22" name="object 22"/>
          <p:cNvSpPr txBox="1">
            <a:spLocks noGrp="1"/>
          </p:cNvSpPr>
          <p:nvPr>
            <p:ph type="title"/>
          </p:nvPr>
        </p:nvSpPr>
        <p:spPr>
          <a:xfrm>
            <a:off x="5160362" y="9693086"/>
            <a:ext cx="2647129" cy="1000017"/>
          </a:xfrm>
          <a:prstGeom prst="rect">
            <a:avLst/>
          </a:prstGeom>
        </p:spPr>
        <p:txBody>
          <a:bodyPr vert="horz" wrap="square" lIns="0" tIns="15240" rIns="0" bIns="0" rtlCol="0" anchor="ctr">
            <a:spAutoFit/>
          </a:bodyPr>
          <a:lstStyle/>
          <a:p>
            <a:pPr marL="12699">
              <a:spcBef>
                <a:spcPts val="120"/>
              </a:spcBef>
            </a:pPr>
            <a:r>
              <a:rPr lang="es-419" sz="3199" spc="-64" noProof="0" dirty="0"/>
              <a:t>Facultad</a:t>
            </a:r>
            <a:r>
              <a:rPr lang="es-419" sz="3199" spc="-236" noProof="0" dirty="0"/>
              <a:t> </a:t>
            </a:r>
            <a:r>
              <a:rPr lang="es-419" sz="3199" spc="-74" noProof="0" dirty="0"/>
              <a:t>de</a:t>
            </a:r>
          </a:p>
          <a:p>
            <a:pPr marL="12699">
              <a:spcBef>
                <a:spcPts val="30"/>
              </a:spcBef>
            </a:pPr>
            <a:r>
              <a:rPr lang="es-419" sz="3199" b="1" spc="-74" noProof="0" dirty="0"/>
              <a:t>Ingeniería</a:t>
            </a:r>
          </a:p>
        </p:txBody>
      </p:sp>
      <p:pic>
        <p:nvPicPr>
          <p:cNvPr id="23" name="Imagen 22" descr="Imagen que contiene dibujo&#10;&#10;Descripción generada automáticamente">
            <a:extLst>
              <a:ext uri="{FF2B5EF4-FFF2-40B4-BE49-F238E27FC236}">
                <a16:creationId xmlns:a16="http://schemas.microsoft.com/office/drawing/2014/main" id="{EC7BF844-7C9B-E947-B382-F29AAE9FE1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pic>
        <p:nvPicPr>
          <p:cNvPr id="6" name="Imagen 5" descr="Captura de pantalla de un celular&#10;&#10;El contenido generado por IA puede ser incorrecto.">
            <a:extLst>
              <a:ext uri="{FF2B5EF4-FFF2-40B4-BE49-F238E27FC236}">
                <a16:creationId xmlns:a16="http://schemas.microsoft.com/office/drawing/2014/main" id="{EE5539DE-54D7-E67D-A82B-A4F4FE7D80AE}"/>
              </a:ext>
            </a:extLst>
          </p:cNvPr>
          <p:cNvPicPr>
            <a:picLocks noChangeAspect="1"/>
          </p:cNvPicPr>
          <p:nvPr/>
        </p:nvPicPr>
        <p:blipFill>
          <a:blip r:embed="rId6"/>
          <a:stretch>
            <a:fillRect/>
          </a:stretch>
        </p:blipFill>
        <p:spPr>
          <a:xfrm>
            <a:off x="222250" y="474906"/>
            <a:ext cx="19843564" cy="8429838"/>
          </a:xfrm>
          <a:prstGeom prst="rect">
            <a:avLst/>
          </a:prstGeom>
        </p:spPr>
      </p:pic>
    </p:spTree>
    <p:extLst>
      <p:ext uri="{BB962C8B-B14F-4D97-AF65-F5344CB8AC3E}">
        <p14:creationId xmlns:p14="http://schemas.microsoft.com/office/powerpoint/2010/main" val="2959069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5715A-DD76-680A-C03C-A2DB5DAE9FCB}"/>
            </a:ext>
          </a:extLst>
        </p:cNvPr>
        <p:cNvGrpSpPr/>
        <p:nvPr/>
      </p:nvGrpSpPr>
      <p:grpSpPr>
        <a:xfrm>
          <a:off x="0" y="0"/>
          <a:ext cx="0" cy="0"/>
          <a:chOff x="0" y="0"/>
          <a:chExt cx="0" cy="0"/>
        </a:xfrm>
      </p:grpSpPr>
      <p:pic>
        <p:nvPicPr>
          <p:cNvPr id="1026" name="Picture 2" descr="The Open Group Architecture Framework (TOGAF) - Architecture Development Method ">
            <a:extLst>
              <a:ext uri="{FF2B5EF4-FFF2-40B4-BE49-F238E27FC236}">
                <a16:creationId xmlns:a16="http://schemas.microsoft.com/office/drawing/2014/main" id="{0A9062D1-4605-6DB5-2722-B54233D410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7052" y="-159342"/>
            <a:ext cx="10678798" cy="9696349"/>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47679E19-1588-32E7-E2E3-77CF79B3AD9B}"/>
              </a:ext>
            </a:extLst>
          </p:cNvPr>
          <p:cNvSpPr/>
          <p:nvPr/>
        </p:nvSpPr>
        <p:spPr>
          <a:xfrm>
            <a:off x="10108233" y="9212129"/>
            <a:ext cx="9995161" cy="2096031"/>
          </a:xfrm>
          <a:prstGeom prst="rect">
            <a:avLst/>
          </a:prstGeom>
          <a:blipFill>
            <a:blip r:embed="rId3" cstate="print"/>
            <a:stretch>
              <a:fillRect/>
            </a:stretch>
          </a:blipFill>
        </p:spPr>
        <p:txBody>
          <a:bodyPr wrap="square" lIns="0" tIns="0" rIns="0" bIns="0" rtlCol="0"/>
          <a:lstStyle/>
          <a:p>
            <a:endParaRPr lang="es-419" sz="1801" noProof="0" dirty="0"/>
          </a:p>
        </p:txBody>
      </p:sp>
      <p:sp>
        <p:nvSpPr>
          <p:cNvPr id="3" name="object 3">
            <a:extLst>
              <a:ext uri="{FF2B5EF4-FFF2-40B4-BE49-F238E27FC236}">
                <a16:creationId xmlns:a16="http://schemas.microsoft.com/office/drawing/2014/main" id="{2A2E50D5-7308-BF59-E818-FC2AF9DD9AF5}"/>
              </a:ext>
            </a:extLst>
          </p:cNvPr>
          <p:cNvSpPr/>
          <p:nvPr/>
        </p:nvSpPr>
        <p:spPr>
          <a:xfrm>
            <a:off x="707" y="9204565"/>
            <a:ext cx="10470415" cy="2103607"/>
          </a:xfrm>
          <a:custGeom>
            <a:avLst/>
            <a:gdLst/>
            <a:ahLst/>
            <a:cxnLst/>
            <a:rect l="l" t="t" r="r" b="b"/>
            <a:pathLst>
              <a:path w="10471150" h="2103754">
                <a:moveTo>
                  <a:pt x="10131377" y="0"/>
                </a:moveTo>
                <a:lnTo>
                  <a:pt x="0" y="8292"/>
                </a:lnTo>
                <a:lnTo>
                  <a:pt x="0" y="2103747"/>
                </a:lnTo>
                <a:lnTo>
                  <a:pt x="10470707" y="2103747"/>
                </a:lnTo>
                <a:lnTo>
                  <a:pt x="10131377" y="0"/>
                </a:lnTo>
                <a:close/>
              </a:path>
            </a:pathLst>
          </a:custGeom>
          <a:solidFill>
            <a:srgbClr val="834E3E"/>
          </a:solidFill>
        </p:spPr>
        <p:txBody>
          <a:bodyPr wrap="square" lIns="0" tIns="0" rIns="0" bIns="0" rtlCol="0"/>
          <a:lstStyle/>
          <a:p>
            <a:endParaRPr lang="es-419" sz="1801" noProof="0" dirty="0"/>
          </a:p>
        </p:txBody>
      </p:sp>
      <p:sp>
        <p:nvSpPr>
          <p:cNvPr id="4" name="object 4">
            <a:extLst>
              <a:ext uri="{FF2B5EF4-FFF2-40B4-BE49-F238E27FC236}">
                <a16:creationId xmlns:a16="http://schemas.microsoft.com/office/drawing/2014/main" id="{BA67A303-A005-2226-C93A-188C41891613}"/>
              </a:ext>
            </a:extLst>
          </p:cNvPr>
          <p:cNvSpPr/>
          <p:nvPr/>
        </p:nvSpPr>
        <p:spPr>
          <a:xfrm>
            <a:off x="707" y="9204571"/>
            <a:ext cx="10262851" cy="2103588"/>
          </a:xfrm>
          <a:prstGeom prst="rect">
            <a:avLst/>
          </a:prstGeom>
          <a:blipFill>
            <a:blip r:embed="rId4" cstate="print"/>
            <a:stretch>
              <a:fillRect/>
            </a:stretch>
          </a:blipFill>
        </p:spPr>
        <p:txBody>
          <a:bodyPr wrap="square" lIns="0" tIns="0" rIns="0" bIns="0" rtlCol="0"/>
          <a:lstStyle/>
          <a:p>
            <a:endParaRPr lang="es-419" sz="1801" noProof="0" dirty="0"/>
          </a:p>
        </p:txBody>
      </p:sp>
      <p:sp>
        <p:nvSpPr>
          <p:cNvPr id="18" name="object 18">
            <a:extLst>
              <a:ext uri="{FF2B5EF4-FFF2-40B4-BE49-F238E27FC236}">
                <a16:creationId xmlns:a16="http://schemas.microsoft.com/office/drawing/2014/main" id="{B41E77E6-671C-EC0C-7166-7592D7D92A0A}"/>
              </a:ext>
            </a:extLst>
          </p:cNvPr>
          <p:cNvSpPr/>
          <p:nvPr/>
        </p:nvSpPr>
        <p:spPr>
          <a:xfrm>
            <a:off x="4866238" y="9537007"/>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lang="es-419" sz="1801" noProof="0" dirty="0"/>
          </a:p>
        </p:txBody>
      </p:sp>
      <p:sp>
        <p:nvSpPr>
          <p:cNvPr id="19" name="object 19">
            <a:extLst>
              <a:ext uri="{FF2B5EF4-FFF2-40B4-BE49-F238E27FC236}">
                <a16:creationId xmlns:a16="http://schemas.microsoft.com/office/drawing/2014/main" id="{045888ED-8738-FAC0-6A4C-AB651CEB693B}"/>
              </a:ext>
            </a:extLst>
          </p:cNvPr>
          <p:cNvSpPr/>
          <p:nvPr/>
        </p:nvSpPr>
        <p:spPr>
          <a:xfrm>
            <a:off x="18622194" y="10805645"/>
            <a:ext cx="1481352" cy="241919"/>
          </a:xfrm>
          <a:custGeom>
            <a:avLst/>
            <a:gdLst/>
            <a:ahLst/>
            <a:cxnLst/>
            <a:rect l="l" t="t" r="r" b="b"/>
            <a:pathLst>
              <a:path w="1481455" h="241934">
                <a:moveTo>
                  <a:pt x="1481305" y="0"/>
                </a:moveTo>
                <a:lnTo>
                  <a:pt x="0" y="0"/>
                </a:lnTo>
                <a:lnTo>
                  <a:pt x="31411" y="241631"/>
                </a:lnTo>
                <a:lnTo>
                  <a:pt x="1481305" y="241631"/>
                </a:lnTo>
                <a:lnTo>
                  <a:pt x="1481305" y="0"/>
                </a:lnTo>
                <a:close/>
              </a:path>
            </a:pathLst>
          </a:custGeom>
          <a:solidFill>
            <a:srgbClr val="1F3D6F">
              <a:alpha val="51998"/>
            </a:srgbClr>
          </a:solidFill>
        </p:spPr>
        <p:txBody>
          <a:bodyPr wrap="square" lIns="0" tIns="0" rIns="0" bIns="0" rtlCol="0"/>
          <a:lstStyle/>
          <a:p>
            <a:endParaRPr lang="es-419" sz="1801" noProof="0" dirty="0"/>
          </a:p>
        </p:txBody>
      </p:sp>
      <p:sp>
        <p:nvSpPr>
          <p:cNvPr id="20" name="object 20">
            <a:extLst>
              <a:ext uri="{FF2B5EF4-FFF2-40B4-BE49-F238E27FC236}">
                <a16:creationId xmlns:a16="http://schemas.microsoft.com/office/drawing/2014/main" id="{C91BD96B-A1D6-5854-BB40-1D57A5ACA49E}"/>
              </a:ext>
            </a:extLst>
          </p:cNvPr>
          <p:cNvSpPr/>
          <p:nvPr/>
        </p:nvSpPr>
        <p:spPr>
          <a:xfrm>
            <a:off x="17682905" y="10739242"/>
            <a:ext cx="2420489" cy="540260"/>
          </a:xfrm>
          <a:prstGeom prst="rect">
            <a:avLst/>
          </a:prstGeom>
          <a:blipFill>
            <a:blip r:embed="rId5" cstate="print"/>
            <a:stretch>
              <a:fillRect/>
            </a:stretch>
          </a:blipFill>
        </p:spPr>
        <p:txBody>
          <a:bodyPr wrap="square" lIns="0" tIns="0" rIns="0" bIns="0" rtlCol="0"/>
          <a:lstStyle/>
          <a:p>
            <a:endParaRPr lang="es-419" sz="1801" noProof="0" dirty="0"/>
          </a:p>
        </p:txBody>
      </p:sp>
      <p:sp>
        <p:nvSpPr>
          <p:cNvPr id="21" name="object 21">
            <a:extLst>
              <a:ext uri="{FF2B5EF4-FFF2-40B4-BE49-F238E27FC236}">
                <a16:creationId xmlns:a16="http://schemas.microsoft.com/office/drawing/2014/main" id="{2B9A0BED-4E3E-6BFF-3C19-6A41E487FC65}"/>
              </a:ext>
            </a:extLst>
          </p:cNvPr>
          <p:cNvSpPr txBox="1"/>
          <p:nvPr/>
        </p:nvSpPr>
        <p:spPr>
          <a:xfrm>
            <a:off x="18880839" y="10787070"/>
            <a:ext cx="1015293"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Aulas</a:t>
            </a:r>
            <a:r>
              <a:rPr lang="es-419" sz="1400" spc="-150" noProof="0" dirty="0">
                <a:solidFill>
                  <a:srgbClr val="FFFFFF"/>
                </a:solidFill>
                <a:latin typeface="Arial"/>
                <a:cs typeface="Arial"/>
              </a:rPr>
              <a:t> </a:t>
            </a:r>
            <a:r>
              <a:rPr lang="es-419" sz="1400" noProof="0" dirty="0">
                <a:solidFill>
                  <a:srgbClr val="FFFFFF"/>
                </a:solidFill>
                <a:latin typeface="Arial"/>
                <a:cs typeface="Arial"/>
              </a:rPr>
              <a:t>Atelier</a:t>
            </a:r>
            <a:endParaRPr lang="es-419" sz="1400" noProof="0" dirty="0">
              <a:latin typeface="Arial"/>
              <a:cs typeface="Arial"/>
            </a:endParaRPr>
          </a:p>
        </p:txBody>
      </p:sp>
      <p:sp>
        <p:nvSpPr>
          <p:cNvPr id="22" name="object 22">
            <a:extLst>
              <a:ext uri="{FF2B5EF4-FFF2-40B4-BE49-F238E27FC236}">
                <a16:creationId xmlns:a16="http://schemas.microsoft.com/office/drawing/2014/main" id="{E01FD9EF-F83E-290E-F3D3-351760513527}"/>
              </a:ext>
            </a:extLst>
          </p:cNvPr>
          <p:cNvSpPr txBox="1">
            <a:spLocks noGrp="1"/>
          </p:cNvSpPr>
          <p:nvPr>
            <p:ph type="title"/>
          </p:nvPr>
        </p:nvSpPr>
        <p:spPr>
          <a:xfrm>
            <a:off x="5160362" y="9693086"/>
            <a:ext cx="2647129" cy="1000017"/>
          </a:xfrm>
          <a:prstGeom prst="rect">
            <a:avLst/>
          </a:prstGeom>
        </p:spPr>
        <p:txBody>
          <a:bodyPr vert="horz" wrap="square" lIns="0" tIns="15240" rIns="0" bIns="0" rtlCol="0" anchor="ctr">
            <a:spAutoFit/>
          </a:bodyPr>
          <a:lstStyle/>
          <a:p>
            <a:pPr marL="12699">
              <a:spcBef>
                <a:spcPts val="120"/>
              </a:spcBef>
            </a:pPr>
            <a:r>
              <a:rPr lang="es-419" sz="3199" spc="-64" noProof="0" dirty="0"/>
              <a:t>Facultad</a:t>
            </a:r>
            <a:r>
              <a:rPr lang="es-419" sz="3199" spc="-236" noProof="0" dirty="0"/>
              <a:t> </a:t>
            </a:r>
            <a:r>
              <a:rPr lang="es-419" sz="3199" spc="-74" noProof="0" dirty="0"/>
              <a:t>de</a:t>
            </a:r>
          </a:p>
          <a:p>
            <a:pPr marL="12699">
              <a:spcBef>
                <a:spcPts val="30"/>
              </a:spcBef>
            </a:pPr>
            <a:r>
              <a:rPr lang="es-419" sz="3199" b="1" spc="-74" noProof="0" dirty="0"/>
              <a:t>Ingeniería</a:t>
            </a:r>
          </a:p>
        </p:txBody>
      </p:sp>
      <p:pic>
        <p:nvPicPr>
          <p:cNvPr id="23" name="Imagen 22" descr="Imagen que contiene dibujo&#10;&#10;Descripción generada automáticamente">
            <a:extLst>
              <a:ext uri="{FF2B5EF4-FFF2-40B4-BE49-F238E27FC236}">
                <a16:creationId xmlns:a16="http://schemas.microsoft.com/office/drawing/2014/main" id="{6192E979-B249-D215-81F1-D462E6211C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sp>
        <p:nvSpPr>
          <p:cNvPr id="7" name="CuadroTexto 6">
            <a:extLst>
              <a:ext uri="{FF2B5EF4-FFF2-40B4-BE49-F238E27FC236}">
                <a16:creationId xmlns:a16="http://schemas.microsoft.com/office/drawing/2014/main" id="{A8EBA906-93A9-BFBC-B75F-93DDBA9C902A}"/>
              </a:ext>
            </a:extLst>
          </p:cNvPr>
          <p:cNvSpPr txBox="1"/>
          <p:nvPr/>
        </p:nvSpPr>
        <p:spPr>
          <a:xfrm>
            <a:off x="831850" y="2272782"/>
            <a:ext cx="8899772" cy="5693866"/>
          </a:xfrm>
          <a:prstGeom prst="rect">
            <a:avLst/>
          </a:prstGeom>
          <a:noFill/>
        </p:spPr>
        <p:txBody>
          <a:bodyPr wrap="square">
            <a:spAutoFit/>
          </a:bodyPr>
          <a:lstStyle/>
          <a:p>
            <a:r>
              <a:rPr lang="es-419" sz="2800" noProof="0" dirty="0">
                <a:latin typeface="Arial" panose="020B0604020202020204" pitchFamily="34" charset="0"/>
              </a:rPr>
              <a:t>El marco TOGAF no solo describe los componentes clave de una arquitectura empresarial a través de sus cuatro dominios arquitectónicos, sino que también proporciona una hoja de ruta clara para crear dicha arquitectura. Esta hoja de ruta se conoce como el Método de Desarrollo de Arquitectura (MDA) y consiste en un proceso secuencial de nueve fases.</a:t>
            </a:r>
          </a:p>
          <a:p>
            <a:endParaRPr lang="es-419" sz="2800" noProof="0" dirty="0">
              <a:latin typeface="Arial" panose="020B0604020202020204" pitchFamily="34" charset="0"/>
            </a:endParaRPr>
          </a:p>
          <a:p>
            <a:r>
              <a:rPr lang="es-419" sz="2800" noProof="0" dirty="0">
                <a:latin typeface="Arial" panose="020B0604020202020204" pitchFamily="34" charset="0"/>
              </a:rPr>
              <a:t>Este método, independiente de la industria, busca reducir las conjeturas y fomentar la madurez en los programas de arquitectura empresarial, a la vez que se recopilan repositorios arquitectónicos específicos de la empresa para respaldar proyectos futuros.</a:t>
            </a:r>
          </a:p>
        </p:txBody>
      </p:sp>
      <p:sp>
        <p:nvSpPr>
          <p:cNvPr id="9" name="CuadroTexto 8">
            <a:extLst>
              <a:ext uri="{FF2B5EF4-FFF2-40B4-BE49-F238E27FC236}">
                <a16:creationId xmlns:a16="http://schemas.microsoft.com/office/drawing/2014/main" id="{B760B10A-6DDC-717C-78CD-506B8443D9BC}"/>
              </a:ext>
            </a:extLst>
          </p:cNvPr>
          <p:cNvSpPr txBox="1"/>
          <p:nvPr/>
        </p:nvSpPr>
        <p:spPr>
          <a:xfrm>
            <a:off x="831850" y="8757877"/>
            <a:ext cx="10066564" cy="415498"/>
          </a:xfrm>
          <a:prstGeom prst="rect">
            <a:avLst/>
          </a:prstGeom>
          <a:noFill/>
        </p:spPr>
        <p:txBody>
          <a:bodyPr wrap="square">
            <a:spAutoFit/>
          </a:bodyPr>
          <a:lstStyle/>
          <a:p>
            <a:r>
              <a:rPr lang="es-419" sz="700" noProof="0" dirty="0"/>
              <a:t>https://www.leanix.net/en/wiki/ea/togaf?utm_term=togaf&amp;utm_source=google-ads&amp;utm_medium=ppc&amp;utm_campaign=AMERICAS-LAC_TOGAF_AO_Search_ENG&amp;hsa_ver=3&amp;hsa_cam=22643262901&amp;hsa_grp=178370562857&amp;hsa_acc=2468165327&amp;hsa_kw=togaf&amp;hsa_mt=e&amp;hsa_net=adwords&amp;hsa_src=g&amp;hsa_tgt=kwd-882195768&amp;hsa_ad=756348200863&amp;gad_source=1&amp;gad_campaignid=22643262901&amp;gbraid=0AAAAACe0l9ys93rBYEB80Wa548ULkjLjw&amp;gclid=CjwKCAjwy7HEBhBJEiwA5hQNoqKjxUPipbL0Z24vAIAV6C-yvgr3yzpfvEdcGJwBgyrNYNpOwdnAtRoC9HYQAvD_BwE</a:t>
            </a:r>
          </a:p>
        </p:txBody>
      </p:sp>
      <p:sp>
        <p:nvSpPr>
          <p:cNvPr id="10" name="object 2">
            <a:extLst>
              <a:ext uri="{FF2B5EF4-FFF2-40B4-BE49-F238E27FC236}">
                <a16:creationId xmlns:a16="http://schemas.microsoft.com/office/drawing/2014/main" id="{0FC87195-80BD-06CD-EC43-B23C4A90CE83}"/>
              </a:ext>
            </a:extLst>
          </p:cNvPr>
          <p:cNvSpPr txBox="1"/>
          <p:nvPr/>
        </p:nvSpPr>
        <p:spPr>
          <a:xfrm>
            <a:off x="682246" y="616247"/>
            <a:ext cx="10985668" cy="880946"/>
          </a:xfrm>
          <a:prstGeom prst="rect">
            <a:avLst/>
          </a:prstGeom>
        </p:spPr>
        <p:txBody>
          <a:bodyPr vert="horz" wrap="square" lIns="0" tIns="11429" rIns="0" bIns="0" rtlCol="0">
            <a:spAutoFit/>
          </a:bodyPr>
          <a:lstStyle/>
          <a:p>
            <a:pPr marL="68577" algn="ctr">
              <a:lnSpc>
                <a:spcPts val="7419"/>
              </a:lnSpc>
            </a:pPr>
            <a:r>
              <a:rPr lang="es-419" sz="4400" b="1" spc="-600" noProof="0" dirty="0">
                <a:solidFill>
                  <a:srgbClr val="1F3D6F"/>
                </a:solidFill>
                <a:latin typeface="Arial"/>
                <a:cs typeface="Arial"/>
              </a:rPr>
              <a:t>El Modelo de Desarrollo de Arquitectura TOGAF (MDA)</a:t>
            </a:r>
          </a:p>
        </p:txBody>
      </p:sp>
    </p:spTree>
    <p:extLst>
      <p:ext uri="{BB962C8B-B14F-4D97-AF65-F5344CB8AC3E}">
        <p14:creationId xmlns:p14="http://schemas.microsoft.com/office/powerpoint/2010/main" val="3929580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085566" y="9201491"/>
            <a:ext cx="10017829" cy="2106668"/>
          </a:xfrm>
          <a:prstGeom prst="rect">
            <a:avLst/>
          </a:prstGeom>
          <a:blipFill>
            <a:blip r:embed="rId2" cstate="print"/>
            <a:stretch>
              <a:fillRect/>
            </a:stretch>
          </a:blipFill>
        </p:spPr>
        <p:txBody>
          <a:bodyPr wrap="square" lIns="0" tIns="0" rIns="0" bIns="0" rtlCol="0"/>
          <a:lstStyle/>
          <a:p>
            <a:endParaRPr lang="es-419" sz="1801" noProof="0" dirty="0"/>
          </a:p>
        </p:txBody>
      </p:sp>
      <p:sp>
        <p:nvSpPr>
          <p:cNvPr id="3" name="object 3"/>
          <p:cNvSpPr/>
          <p:nvPr/>
        </p:nvSpPr>
        <p:spPr>
          <a:xfrm>
            <a:off x="18362880" y="10810305"/>
            <a:ext cx="1741048" cy="241919"/>
          </a:xfrm>
          <a:custGeom>
            <a:avLst/>
            <a:gdLst/>
            <a:ahLst/>
            <a:cxnLst/>
            <a:rect l="l" t="t" r="r" b="b"/>
            <a:pathLst>
              <a:path w="1741169" h="241934">
                <a:moveTo>
                  <a:pt x="1740636" y="0"/>
                </a:moveTo>
                <a:lnTo>
                  <a:pt x="0" y="0"/>
                </a:lnTo>
                <a:lnTo>
                  <a:pt x="31412" y="241634"/>
                </a:lnTo>
                <a:lnTo>
                  <a:pt x="1740636" y="241634"/>
                </a:lnTo>
                <a:lnTo>
                  <a:pt x="1740636" y="0"/>
                </a:lnTo>
                <a:close/>
              </a:path>
            </a:pathLst>
          </a:custGeom>
          <a:solidFill>
            <a:srgbClr val="1F3D6F">
              <a:alpha val="51998"/>
            </a:srgbClr>
          </a:solidFill>
        </p:spPr>
        <p:txBody>
          <a:bodyPr wrap="square" lIns="0" tIns="0" rIns="0" bIns="0" rtlCol="0"/>
          <a:lstStyle/>
          <a:p>
            <a:endParaRPr lang="es-419" sz="1801" noProof="0" dirty="0"/>
          </a:p>
        </p:txBody>
      </p:sp>
      <p:sp>
        <p:nvSpPr>
          <p:cNvPr id="4" name="object 4"/>
          <p:cNvSpPr/>
          <p:nvPr/>
        </p:nvSpPr>
        <p:spPr>
          <a:xfrm>
            <a:off x="17842157" y="10745602"/>
            <a:ext cx="2261238" cy="537747"/>
          </a:xfrm>
          <a:prstGeom prst="rect">
            <a:avLst/>
          </a:prstGeom>
          <a:blipFill>
            <a:blip r:embed="rId3" cstate="print"/>
            <a:stretch>
              <a:fillRect/>
            </a:stretch>
          </a:blipFill>
        </p:spPr>
        <p:txBody>
          <a:bodyPr wrap="square" lIns="0" tIns="0" rIns="0" bIns="0" rtlCol="0"/>
          <a:lstStyle/>
          <a:p>
            <a:endParaRPr lang="es-419" sz="1801" noProof="0" dirty="0"/>
          </a:p>
        </p:txBody>
      </p:sp>
      <p:sp>
        <p:nvSpPr>
          <p:cNvPr id="5" name="object 5"/>
          <p:cNvSpPr txBox="1"/>
          <p:nvPr/>
        </p:nvSpPr>
        <p:spPr>
          <a:xfrm>
            <a:off x="18634651" y="10791738"/>
            <a:ext cx="1421031"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Edificio Ad</a:t>
            </a:r>
            <a:r>
              <a:rPr lang="es-419" sz="1400" spc="-160" noProof="0" dirty="0">
                <a:solidFill>
                  <a:srgbClr val="FFFFFF"/>
                </a:solidFill>
                <a:latin typeface="Arial"/>
                <a:cs typeface="Arial"/>
              </a:rPr>
              <a:t> </a:t>
            </a:r>
            <a:r>
              <a:rPr lang="es-419" sz="1400" noProof="0" dirty="0">
                <a:solidFill>
                  <a:srgbClr val="FFFFFF"/>
                </a:solidFill>
                <a:latin typeface="Arial"/>
                <a:cs typeface="Arial"/>
              </a:rPr>
              <a:t>Portas</a:t>
            </a:r>
            <a:endParaRPr lang="es-419" sz="1400" noProof="0" dirty="0">
              <a:latin typeface="Arial"/>
              <a:cs typeface="Arial"/>
            </a:endParaRPr>
          </a:p>
        </p:txBody>
      </p:sp>
      <p:sp>
        <p:nvSpPr>
          <p:cNvPr id="6" name="object 6"/>
          <p:cNvSpPr/>
          <p:nvPr/>
        </p:nvSpPr>
        <p:spPr>
          <a:xfrm>
            <a:off x="26693" y="9207032"/>
            <a:ext cx="10509148" cy="2101703"/>
          </a:xfrm>
          <a:custGeom>
            <a:avLst/>
            <a:gdLst/>
            <a:ahLst/>
            <a:cxnLst/>
            <a:rect l="l" t="t" r="r" b="b"/>
            <a:pathLst>
              <a:path w="10509885" h="2101850">
                <a:moveTo>
                  <a:pt x="10170370" y="0"/>
                </a:moveTo>
                <a:lnTo>
                  <a:pt x="0" y="8313"/>
                </a:lnTo>
                <a:lnTo>
                  <a:pt x="0" y="2101276"/>
                </a:lnTo>
                <a:lnTo>
                  <a:pt x="10509303" y="2101276"/>
                </a:lnTo>
                <a:lnTo>
                  <a:pt x="10170370" y="0"/>
                </a:lnTo>
                <a:close/>
              </a:path>
            </a:pathLst>
          </a:custGeom>
          <a:solidFill>
            <a:srgbClr val="834E3E"/>
          </a:solidFill>
        </p:spPr>
        <p:txBody>
          <a:bodyPr wrap="square" lIns="0" tIns="0" rIns="0" bIns="0" rtlCol="0"/>
          <a:lstStyle/>
          <a:p>
            <a:endParaRPr lang="es-419" sz="1801" noProof="0" dirty="0"/>
          </a:p>
        </p:txBody>
      </p:sp>
      <p:sp>
        <p:nvSpPr>
          <p:cNvPr id="7" name="object 7"/>
          <p:cNvSpPr/>
          <p:nvPr/>
        </p:nvSpPr>
        <p:spPr>
          <a:xfrm>
            <a:off x="706" y="9207041"/>
            <a:ext cx="10327452" cy="2101118"/>
          </a:xfrm>
          <a:prstGeom prst="rect">
            <a:avLst/>
          </a:prstGeom>
          <a:blipFill>
            <a:blip r:embed="rId4" cstate="print"/>
            <a:stretch>
              <a:fillRect/>
            </a:stretch>
          </a:blipFill>
        </p:spPr>
        <p:txBody>
          <a:bodyPr wrap="square" lIns="0" tIns="0" rIns="0" bIns="0" rtlCol="0"/>
          <a:lstStyle/>
          <a:p>
            <a:endParaRPr lang="es-419" sz="1801" noProof="0" dirty="0"/>
          </a:p>
        </p:txBody>
      </p:sp>
      <p:sp>
        <p:nvSpPr>
          <p:cNvPr id="21" name="object 21"/>
          <p:cNvSpPr/>
          <p:nvPr/>
        </p:nvSpPr>
        <p:spPr>
          <a:xfrm>
            <a:off x="4931228" y="9539472"/>
            <a:ext cx="0" cy="1393093"/>
          </a:xfrm>
          <a:custGeom>
            <a:avLst/>
            <a:gdLst/>
            <a:ahLst/>
            <a:cxnLst/>
            <a:rect l="l" t="t" r="r" b="b"/>
            <a:pathLst>
              <a:path h="1393190">
                <a:moveTo>
                  <a:pt x="0" y="0"/>
                </a:moveTo>
                <a:lnTo>
                  <a:pt x="0" y="1393172"/>
                </a:lnTo>
              </a:path>
            </a:pathLst>
          </a:custGeom>
          <a:ln w="20941">
            <a:solidFill>
              <a:srgbClr val="FFFFFF"/>
            </a:solidFill>
          </a:ln>
        </p:spPr>
        <p:txBody>
          <a:bodyPr wrap="square" lIns="0" tIns="0" rIns="0" bIns="0" rtlCol="0"/>
          <a:lstStyle/>
          <a:p>
            <a:endParaRPr lang="es-419" sz="1801" noProof="0" dirty="0"/>
          </a:p>
        </p:txBody>
      </p:sp>
      <p:sp>
        <p:nvSpPr>
          <p:cNvPr id="25" name="object 22">
            <a:extLst>
              <a:ext uri="{FF2B5EF4-FFF2-40B4-BE49-F238E27FC236}">
                <a16:creationId xmlns:a16="http://schemas.microsoft.com/office/drawing/2014/main" id="{943DEC0D-DE0A-4A46-9B05-FF7697DB1C55}"/>
              </a:ext>
            </a:extLst>
          </p:cNvPr>
          <p:cNvSpPr txBox="1">
            <a:spLocks/>
          </p:cNvSpPr>
          <p:nvPr/>
        </p:nvSpPr>
        <p:spPr>
          <a:xfrm>
            <a:off x="5271471" y="9692993"/>
            <a:ext cx="2647129" cy="1000017"/>
          </a:xfrm>
          <a:prstGeom prst="rect">
            <a:avLst/>
          </a:prstGeom>
        </p:spPr>
        <p:txBody>
          <a:bodyPr vert="horz" wrap="square" lIns="0" tIns="15240" rIns="0" bIns="0" rtlCol="0">
            <a:spAutoFit/>
          </a:bodyPr>
          <a:lstStyle>
            <a:lvl1pPr>
              <a:defRPr sz="4100" b="0" i="0">
                <a:solidFill>
                  <a:schemeClr val="bg1"/>
                </a:solidFill>
                <a:latin typeface="Arial"/>
                <a:ea typeface="+mj-ea"/>
                <a:cs typeface="Arial"/>
              </a:defRPr>
            </a:lvl1pPr>
          </a:lstStyle>
          <a:p>
            <a:pPr marL="12699">
              <a:spcBef>
                <a:spcPts val="120"/>
              </a:spcBef>
            </a:pPr>
            <a:r>
              <a:rPr lang="es-419" sz="3199" kern="0" spc="-64" noProof="0" dirty="0"/>
              <a:t>Facultad</a:t>
            </a:r>
            <a:r>
              <a:rPr lang="es-419" sz="3199" kern="0" spc="-236" noProof="0" dirty="0"/>
              <a:t> </a:t>
            </a:r>
            <a:r>
              <a:rPr lang="es-419" sz="3199" kern="0" spc="-74" noProof="0" dirty="0"/>
              <a:t>de</a:t>
            </a:r>
          </a:p>
          <a:p>
            <a:pPr marL="12699">
              <a:spcBef>
                <a:spcPts val="30"/>
              </a:spcBef>
            </a:pPr>
            <a:r>
              <a:rPr lang="es-419" sz="3199" b="1" kern="0" spc="-74" noProof="0" dirty="0"/>
              <a:t>Ingeniería</a:t>
            </a:r>
          </a:p>
        </p:txBody>
      </p:sp>
      <p:pic>
        <p:nvPicPr>
          <p:cNvPr id="26" name="Imagen 25" descr="Imagen que contiene dibujo&#10;&#10;Descripción generada automáticamente">
            <a:extLst>
              <a:ext uri="{FF2B5EF4-FFF2-40B4-BE49-F238E27FC236}">
                <a16:creationId xmlns:a16="http://schemas.microsoft.com/office/drawing/2014/main" id="{678A3088-C458-2A4E-AF9A-D40FBDBFB5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sp>
        <p:nvSpPr>
          <p:cNvPr id="8" name="object 2">
            <a:extLst>
              <a:ext uri="{FF2B5EF4-FFF2-40B4-BE49-F238E27FC236}">
                <a16:creationId xmlns:a16="http://schemas.microsoft.com/office/drawing/2014/main" id="{43AB09D9-B080-55BA-BD8A-1152F5B74F30}"/>
              </a:ext>
            </a:extLst>
          </p:cNvPr>
          <p:cNvSpPr txBox="1"/>
          <p:nvPr/>
        </p:nvSpPr>
        <p:spPr>
          <a:xfrm>
            <a:off x="2661056" y="920405"/>
            <a:ext cx="14781985" cy="983217"/>
          </a:xfrm>
          <a:prstGeom prst="rect">
            <a:avLst/>
          </a:prstGeom>
        </p:spPr>
        <p:txBody>
          <a:bodyPr vert="horz" wrap="square" lIns="0" tIns="11429" rIns="0" bIns="0" rtlCol="0">
            <a:spAutoFit/>
          </a:bodyPr>
          <a:lstStyle/>
          <a:p>
            <a:pPr marL="68577" algn="ctr">
              <a:lnSpc>
                <a:spcPts val="7419"/>
              </a:lnSpc>
            </a:pPr>
            <a:r>
              <a:rPr lang="es-419" sz="8905" b="1" spc="-600" noProof="0" dirty="0">
                <a:solidFill>
                  <a:srgbClr val="1F3D6F"/>
                </a:solidFill>
                <a:latin typeface="Arial"/>
                <a:cs typeface="Arial"/>
              </a:rPr>
              <a:t>Componentes de una AE</a:t>
            </a:r>
          </a:p>
        </p:txBody>
      </p:sp>
      <p:graphicFrame>
        <p:nvGraphicFramePr>
          <p:cNvPr id="11" name="Content Placeholder 2">
            <a:extLst>
              <a:ext uri="{FF2B5EF4-FFF2-40B4-BE49-F238E27FC236}">
                <a16:creationId xmlns:a16="http://schemas.microsoft.com/office/drawing/2014/main" id="{FCA87667-0D7F-EA7D-A1A4-2A4FFD1CE143}"/>
              </a:ext>
            </a:extLst>
          </p:cNvPr>
          <p:cNvGraphicFramePr>
            <a:graphicFrameLocks/>
          </p:cNvGraphicFramePr>
          <p:nvPr>
            <p:extLst>
              <p:ext uri="{D42A27DB-BD31-4B8C-83A1-F6EECF244321}">
                <p14:modId xmlns:p14="http://schemas.microsoft.com/office/powerpoint/2010/main" val="1093009442"/>
              </p:ext>
            </p:extLst>
          </p:nvPr>
        </p:nvGraphicFramePr>
        <p:xfrm>
          <a:off x="1112130" y="2398001"/>
          <a:ext cx="17879838" cy="590429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692898" y="397"/>
            <a:ext cx="3410494" cy="6183985"/>
          </a:xfrm>
          <a:prstGeom prst="rect">
            <a:avLst/>
          </a:prstGeom>
          <a:blipFill>
            <a:blip r:embed="rId2" cstate="print"/>
            <a:stretch>
              <a:fillRect/>
            </a:stretch>
          </a:blipFill>
        </p:spPr>
        <p:txBody>
          <a:bodyPr wrap="square" lIns="0" tIns="0" rIns="0" bIns="0" rtlCol="0"/>
          <a:lstStyle/>
          <a:p>
            <a:endParaRPr lang="es-419" sz="1801" noProof="0" dirty="0"/>
          </a:p>
        </p:txBody>
      </p:sp>
      <p:sp>
        <p:nvSpPr>
          <p:cNvPr id="3" name="object 3"/>
          <p:cNvSpPr/>
          <p:nvPr/>
        </p:nvSpPr>
        <p:spPr>
          <a:xfrm>
            <a:off x="16688787" y="5950165"/>
            <a:ext cx="3414790" cy="5358389"/>
          </a:xfrm>
          <a:custGeom>
            <a:avLst/>
            <a:gdLst/>
            <a:ahLst/>
            <a:cxnLst/>
            <a:rect l="l" t="t" r="r" b="b"/>
            <a:pathLst>
              <a:path w="3415030" h="5358765">
                <a:moveTo>
                  <a:pt x="0" y="0"/>
                </a:moveTo>
                <a:lnTo>
                  <a:pt x="0" y="5358370"/>
                </a:lnTo>
                <a:lnTo>
                  <a:pt x="3414848" y="5358370"/>
                </a:lnTo>
                <a:lnTo>
                  <a:pt x="3414848" y="145136"/>
                </a:lnTo>
                <a:lnTo>
                  <a:pt x="0" y="0"/>
                </a:lnTo>
                <a:close/>
              </a:path>
            </a:pathLst>
          </a:custGeom>
          <a:solidFill>
            <a:srgbClr val="834E3E"/>
          </a:solidFill>
        </p:spPr>
        <p:txBody>
          <a:bodyPr wrap="square" lIns="0" tIns="0" rIns="0" bIns="0" rtlCol="0"/>
          <a:lstStyle/>
          <a:p>
            <a:endParaRPr lang="es-419" sz="1801" noProof="0" dirty="0"/>
          </a:p>
        </p:txBody>
      </p:sp>
      <p:sp>
        <p:nvSpPr>
          <p:cNvPr id="4" name="object 4"/>
          <p:cNvSpPr/>
          <p:nvPr/>
        </p:nvSpPr>
        <p:spPr>
          <a:xfrm>
            <a:off x="16688786" y="6190978"/>
            <a:ext cx="3414610" cy="5117181"/>
          </a:xfrm>
          <a:prstGeom prst="rect">
            <a:avLst/>
          </a:prstGeom>
          <a:blipFill>
            <a:blip r:embed="rId3" cstate="print"/>
            <a:stretch>
              <a:fillRect/>
            </a:stretch>
          </a:blipFill>
        </p:spPr>
        <p:txBody>
          <a:bodyPr wrap="square" lIns="0" tIns="0" rIns="0" bIns="0" rtlCol="0"/>
          <a:lstStyle/>
          <a:p>
            <a:endParaRPr lang="es-419" sz="1801" noProof="0" dirty="0"/>
          </a:p>
        </p:txBody>
      </p:sp>
      <p:sp>
        <p:nvSpPr>
          <p:cNvPr id="18" name="object 18"/>
          <p:cNvSpPr/>
          <p:nvPr/>
        </p:nvSpPr>
        <p:spPr>
          <a:xfrm>
            <a:off x="18323715" y="5517363"/>
            <a:ext cx="1779780" cy="241919"/>
          </a:xfrm>
          <a:custGeom>
            <a:avLst/>
            <a:gdLst/>
            <a:ahLst/>
            <a:cxnLst/>
            <a:rect l="l" t="t" r="r" b="b"/>
            <a:pathLst>
              <a:path w="1779905" h="241935">
                <a:moveTo>
                  <a:pt x="1779803" y="0"/>
                </a:moveTo>
                <a:lnTo>
                  <a:pt x="0" y="0"/>
                </a:lnTo>
                <a:lnTo>
                  <a:pt x="31412" y="241633"/>
                </a:lnTo>
                <a:lnTo>
                  <a:pt x="1779803" y="241633"/>
                </a:lnTo>
                <a:lnTo>
                  <a:pt x="1779803" y="0"/>
                </a:lnTo>
                <a:close/>
              </a:path>
            </a:pathLst>
          </a:custGeom>
          <a:solidFill>
            <a:srgbClr val="1F3D6F">
              <a:alpha val="51998"/>
            </a:srgbClr>
          </a:solidFill>
        </p:spPr>
        <p:txBody>
          <a:bodyPr wrap="square" lIns="0" tIns="0" rIns="0" bIns="0" rtlCol="0"/>
          <a:lstStyle/>
          <a:p>
            <a:endParaRPr lang="es-419" sz="1801" noProof="0" dirty="0"/>
          </a:p>
        </p:txBody>
      </p:sp>
      <p:sp>
        <p:nvSpPr>
          <p:cNvPr id="19" name="object 19"/>
          <p:cNvSpPr/>
          <p:nvPr/>
        </p:nvSpPr>
        <p:spPr>
          <a:xfrm>
            <a:off x="17731276" y="5451057"/>
            <a:ext cx="2372117" cy="540255"/>
          </a:xfrm>
          <a:prstGeom prst="rect">
            <a:avLst/>
          </a:prstGeom>
          <a:blipFill>
            <a:blip r:embed="rId4" cstate="print"/>
            <a:stretch>
              <a:fillRect/>
            </a:stretch>
          </a:blipFill>
        </p:spPr>
        <p:txBody>
          <a:bodyPr wrap="square" lIns="0" tIns="0" rIns="0" bIns="0" rtlCol="0"/>
          <a:lstStyle/>
          <a:p>
            <a:endParaRPr lang="es-419" sz="1801" noProof="0" dirty="0"/>
          </a:p>
        </p:txBody>
      </p:sp>
      <p:sp>
        <p:nvSpPr>
          <p:cNvPr id="20" name="object 20"/>
          <p:cNvSpPr txBox="1"/>
          <p:nvPr/>
        </p:nvSpPr>
        <p:spPr>
          <a:xfrm>
            <a:off x="18522004" y="5498797"/>
            <a:ext cx="1421031"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Edificio Ad</a:t>
            </a:r>
            <a:r>
              <a:rPr lang="es-419" sz="1400" spc="-160" noProof="0" dirty="0">
                <a:solidFill>
                  <a:srgbClr val="FFFFFF"/>
                </a:solidFill>
                <a:latin typeface="Arial"/>
                <a:cs typeface="Arial"/>
              </a:rPr>
              <a:t> </a:t>
            </a:r>
            <a:r>
              <a:rPr lang="es-419" sz="1400" noProof="0" dirty="0">
                <a:solidFill>
                  <a:srgbClr val="FFFFFF"/>
                </a:solidFill>
                <a:latin typeface="Arial"/>
                <a:cs typeface="Arial"/>
              </a:rPr>
              <a:t>Portas</a:t>
            </a:r>
            <a:endParaRPr lang="es-419" sz="1400" noProof="0" dirty="0">
              <a:latin typeface="Arial"/>
              <a:cs typeface="Arial"/>
            </a:endParaRPr>
          </a:p>
        </p:txBody>
      </p:sp>
      <p:sp>
        <p:nvSpPr>
          <p:cNvPr id="21" name="object 21"/>
          <p:cNvSpPr txBox="1">
            <a:spLocks noGrp="1"/>
          </p:cNvSpPr>
          <p:nvPr>
            <p:ph type="title"/>
          </p:nvPr>
        </p:nvSpPr>
        <p:spPr>
          <a:xfrm>
            <a:off x="318680" y="6642544"/>
            <a:ext cx="19466743" cy="1000017"/>
          </a:xfrm>
          <a:prstGeom prst="rect">
            <a:avLst/>
          </a:prstGeom>
        </p:spPr>
        <p:txBody>
          <a:bodyPr vert="horz" wrap="square" lIns="0" tIns="15240" rIns="0" bIns="0" rtlCol="0" anchor="ctr">
            <a:spAutoFit/>
          </a:bodyPr>
          <a:lstStyle/>
          <a:p>
            <a:pPr marL="16652102" algn="ctr">
              <a:spcBef>
                <a:spcPts val="120"/>
              </a:spcBef>
            </a:pPr>
            <a:r>
              <a:rPr lang="es-419" sz="3199" spc="-64" noProof="0" dirty="0"/>
              <a:t>Facultad</a:t>
            </a:r>
            <a:r>
              <a:rPr lang="es-419" sz="3199" spc="-241" noProof="0" dirty="0"/>
              <a:t> </a:t>
            </a:r>
            <a:r>
              <a:rPr lang="es-419" sz="3199" spc="-74" noProof="0" dirty="0"/>
              <a:t>de</a:t>
            </a:r>
          </a:p>
          <a:p>
            <a:pPr marL="16652102" algn="ctr">
              <a:spcBef>
                <a:spcPts val="30"/>
              </a:spcBef>
            </a:pPr>
            <a:r>
              <a:rPr lang="es-419" sz="3199" b="1" spc="-74" noProof="0" dirty="0"/>
              <a:t>Ingeniería</a:t>
            </a:r>
          </a:p>
        </p:txBody>
      </p:sp>
      <p:pic>
        <p:nvPicPr>
          <p:cNvPr id="22" name="Imagen 21" descr="Imagen que contiene dibujo&#10;&#10;Descripción generada automáticamente">
            <a:extLst>
              <a:ext uri="{FF2B5EF4-FFF2-40B4-BE49-F238E27FC236}">
                <a16:creationId xmlns:a16="http://schemas.microsoft.com/office/drawing/2014/main" id="{781130DA-470C-C34D-9BDE-E450197139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59164" y="8400550"/>
            <a:ext cx="2726257" cy="1949273"/>
          </a:xfrm>
          <a:prstGeom prst="rect">
            <a:avLst/>
          </a:prstGeom>
        </p:spPr>
      </p:pic>
      <p:sp>
        <p:nvSpPr>
          <p:cNvPr id="23" name="object 21">
            <a:extLst>
              <a:ext uri="{FF2B5EF4-FFF2-40B4-BE49-F238E27FC236}">
                <a16:creationId xmlns:a16="http://schemas.microsoft.com/office/drawing/2014/main" id="{9562BB04-20B3-5C4D-9ABB-105125248BCB}"/>
              </a:ext>
            </a:extLst>
          </p:cNvPr>
          <p:cNvSpPr/>
          <p:nvPr/>
        </p:nvSpPr>
        <p:spPr>
          <a:xfrm rot="5400000">
            <a:off x="18412113" y="7083173"/>
            <a:ext cx="57699" cy="2291579"/>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lang="es-419" sz="1801" noProof="0" dirty="0"/>
          </a:p>
        </p:txBody>
      </p:sp>
      <p:sp>
        <p:nvSpPr>
          <p:cNvPr id="5" name="object 28">
            <a:extLst>
              <a:ext uri="{FF2B5EF4-FFF2-40B4-BE49-F238E27FC236}">
                <a16:creationId xmlns:a16="http://schemas.microsoft.com/office/drawing/2014/main" id="{72B513D8-CD16-6D01-BC09-7AF7EAA28262}"/>
              </a:ext>
            </a:extLst>
          </p:cNvPr>
          <p:cNvSpPr txBox="1">
            <a:spLocks/>
          </p:cNvSpPr>
          <p:nvPr/>
        </p:nvSpPr>
        <p:spPr>
          <a:xfrm>
            <a:off x="4085861" y="698945"/>
            <a:ext cx="11776006" cy="1281375"/>
          </a:xfrm>
          <a:prstGeom prst="rect">
            <a:avLst/>
          </a:prstGeom>
        </p:spPr>
        <p:txBody>
          <a:bodyPr vert="horz" wrap="square" lIns="0" tIns="11429" rIns="0" bIns="0" rtlCol="0" anchor="ctr">
            <a:spAutoFit/>
          </a:bodyPr>
          <a:lstStyle>
            <a:lvl1pPr>
              <a:defRPr sz="4100" b="0" i="0">
                <a:solidFill>
                  <a:schemeClr val="bg1"/>
                </a:solidFill>
                <a:latin typeface="Arial"/>
                <a:ea typeface="+mj-ea"/>
                <a:cs typeface="Arial"/>
              </a:defRPr>
            </a:lvl1pPr>
          </a:lstStyle>
          <a:p>
            <a:pPr marR="54608">
              <a:lnSpc>
                <a:spcPts val="11249"/>
              </a:lnSpc>
              <a:spcBef>
                <a:spcPts val="91"/>
              </a:spcBef>
            </a:pPr>
            <a:r>
              <a:rPr lang="es-419" sz="6600" b="1" kern="0" spc="-600" noProof="0" dirty="0">
                <a:solidFill>
                  <a:srgbClr val="1F3D6F"/>
                </a:solidFill>
              </a:rPr>
              <a:t>El rol del Arquitecto Empresarial</a:t>
            </a:r>
            <a:endParaRPr lang="es-419" sz="6600" kern="0" spc="-405" noProof="0" dirty="0">
              <a:solidFill>
                <a:srgbClr val="1F3D6F"/>
              </a:solidFill>
            </a:endParaRPr>
          </a:p>
        </p:txBody>
      </p:sp>
      <p:sp>
        <p:nvSpPr>
          <p:cNvPr id="6" name="object 2">
            <a:extLst>
              <a:ext uri="{FF2B5EF4-FFF2-40B4-BE49-F238E27FC236}">
                <a16:creationId xmlns:a16="http://schemas.microsoft.com/office/drawing/2014/main" id="{ABA7C769-777F-8EDA-0B0B-F3169944755A}"/>
              </a:ext>
            </a:extLst>
          </p:cNvPr>
          <p:cNvSpPr/>
          <p:nvPr/>
        </p:nvSpPr>
        <p:spPr>
          <a:xfrm>
            <a:off x="1050095" y="398"/>
            <a:ext cx="2811863" cy="3474911"/>
          </a:xfrm>
          <a:prstGeom prst="rect">
            <a:avLst/>
          </a:prstGeom>
          <a:blipFill>
            <a:blip r:embed="rId6" cstate="print"/>
            <a:stretch>
              <a:fillRect/>
            </a:stretch>
          </a:blipFill>
        </p:spPr>
        <p:txBody>
          <a:bodyPr wrap="square" lIns="0" tIns="0" rIns="0" bIns="0" rtlCol="0"/>
          <a:lstStyle/>
          <a:p>
            <a:endParaRPr lang="es-419" sz="1801" noProof="0" dirty="0"/>
          </a:p>
        </p:txBody>
      </p:sp>
      <p:sp>
        <p:nvSpPr>
          <p:cNvPr id="7" name="object 3">
            <a:extLst>
              <a:ext uri="{FF2B5EF4-FFF2-40B4-BE49-F238E27FC236}">
                <a16:creationId xmlns:a16="http://schemas.microsoft.com/office/drawing/2014/main" id="{3C37E1B4-35C7-2DBB-49D0-75D686419C03}"/>
              </a:ext>
            </a:extLst>
          </p:cNvPr>
          <p:cNvSpPr/>
          <p:nvPr/>
        </p:nvSpPr>
        <p:spPr>
          <a:xfrm>
            <a:off x="978101" y="398"/>
            <a:ext cx="2809043" cy="3440824"/>
          </a:xfrm>
          <a:custGeom>
            <a:avLst/>
            <a:gdLst/>
            <a:ahLst/>
            <a:cxnLst/>
            <a:rect l="l" t="t" r="r" b="b"/>
            <a:pathLst>
              <a:path w="2809240" h="3441065">
                <a:moveTo>
                  <a:pt x="2809118" y="0"/>
                </a:moveTo>
                <a:lnTo>
                  <a:pt x="0" y="0"/>
                </a:lnTo>
                <a:lnTo>
                  <a:pt x="0" y="2539315"/>
                </a:lnTo>
                <a:lnTo>
                  <a:pt x="1378554" y="3441005"/>
                </a:lnTo>
                <a:lnTo>
                  <a:pt x="2809118" y="2539315"/>
                </a:lnTo>
                <a:lnTo>
                  <a:pt x="2809118" y="0"/>
                </a:lnTo>
                <a:close/>
              </a:path>
            </a:pathLst>
          </a:custGeom>
          <a:solidFill>
            <a:srgbClr val="1F3D6F"/>
          </a:solidFill>
        </p:spPr>
        <p:txBody>
          <a:bodyPr wrap="square" lIns="0" tIns="0" rIns="0" bIns="0" rtlCol="0"/>
          <a:lstStyle/>
          <a:p>
            <a:endParaRPr lang="es-419" sz="1801" noProof="0" dirty="0"/>
          </a:p>
        </p:txBody>
      </p:sp>
      <p:sp>
        <p:nvSpPr>
          <p:cNvPr id="31" name="object 4">
            <a:extLst>
              <a:ext uri="{FF2B5EF4-FFF2-40B4-BE49-F238E27FC236}">
                <a16:creationId xmlns:a16="http://schemas.microsoft.com/office/drawing/2014/main" id="{12958BD9-495C-C40F-4E42-011D1C84847C}"/>
              </a:ext>
            </a:extLst>
          </p:cNvPr>
          <p:cNvSpPr/>
          <p:nvPr/>
        </p:nvSpPr>
        <p:spPr>
          <a:xfrm>
            <a:off x="1207206" y="397"/>
            <a:ext cx="2541091" cy="3285259"/>
          </a:xfrm>
          <a:custGeom>
            <a:avLst/>
            <a:gdLst/>
            <a:ahLst/>
            <a:cxnLst/>
            <a:rect l="l" t="t" r="r" b="b"/>
            <a:pathLst>
              <a:path w="2541270" h="3285490">
                <a:moveTo>
                  <a:pt x="2109632" y="0"/>
                </a:moveTo>
                <a:lnTo>
                  <a:pt x="0" y="0"/>
                </a:lnTo>
                <a:lnTo>
                  <a:pt x="1361851" y="3284945"/>
                </a:lnTo>
                <a:lnTo>
                  <a:pt x="2540978" y="2539313"/>
                </a:lnTo>
                <a:lnTo>
                  <a:pt x="2109632" y="0"/>
                </a:lnTo>
                <a:close/>
              </a:path>
            </a:pathLst>
          </a:custGeom>
          <a:solidFill>
            <a:srgbClr val="FFFFFF">
              <a:alpha val="19999"/>
            </a:srgbClr>
          </a:solidFill>
        </p:spPr>
        <p:txBody>
          <a:bodyPr wrap="square" lIns="0" tIns="0" rIns="0" bIns="0" rtlCol="0"/>
          <a:lstStyle/>
          <a:p>
            <a:endParaRPr lang="es-419" sz="1801" noProof="0" dirty="0"/>
          </a:p>
        </p:txBody>
      </p:sp>
      <p:sp>
        <p:nvSpPr>
          <p:cNvPr id="32" name="object 5">
            <a:extLst>
              <a:ext uri="{FF2B5EF4-FFF2-40B4-BE49-F238E27FC236}">
                <a16:creationId xmlns:a16="http://schemas.microsoft.com/office/drawing/2014/main" id="{925D08EF-688F-76FC-92D2-ACE84D8B8444}"/>
              </a:ext>
            </a:extLst>
          </p:cNvPr>
          <p:cNvSpPr/>
          <p:nvPr/>
        </p:nvSpPr>
        <p:spPr>
          <a:xfrm>
            <a:off x="977029" y="398"/>
            <a:ext cx="2092179" cy="2201391"/>
          </a:xfrm>
          <a:custGeom>
            <a:avLst/>
            <a:gdLst/>
            <a:ahLst/>
            <a:cxnLst/>
            <a:rect l="l" t="t" r="r" b="b"/>
            <a:pathLst>
              <a:path w="2092325" h="2201545">
                <a:moveTo>
                  <a:pt x="2091922" y="0"/>
                </a:moveTo>
                <a:lnTo>
                  <a:pt x="1436679" y="0"/>
                </a:lnTo>
                <a:lnTo>
                  <a:pt x="0" y="753264"/>
                </a:lnTo>
                <a:lnTo>
                  <a:pt x="0" y="2201178"/>
                </a:lnTo>
                <a:lnTo>
                  <a:pt x="2091922" y="0"/>
                </a:lnTo>
                <a:close/>
              </a:path>
            </a:pathLst>
          </a:custGeom>
          <a:solidFill>
            <a:srgbClr val="1F3D6F">
              <a:alpha val="14999"/>
            </a:srgbClr>
          </a:solidFill>
        </p:spPr>
        <p:txBody>
          <a:bodyPr wrap="square" lIns="0" tIns="0" rIns="0" bIns="0" rtlCol="0"/>
          <a:lstStyle/>
          <a:p>
            <a:endParaRPr lang="es-419" sz="1801" noProof="0" dirty="0"/>
          </a:p>
        </p:txBody>
      </p:sp>
      <p:sp>
        <p:nvSpPr>
          <p:cNvPr id="33" name="object 25">
            <a:extLst>
              <a:ext uri="{FF2B5EF4-FFF2-40B4-BE49-F238E27FC236}">
                <a16:creationId xmlns:a16="http://schemas.microsoft.com/office/drawing/2014/main" id="{DBD3E27B-8E9C-1AFC-CF22-1D34FA9864D7}"/>
              </a:ext>
            </a:extLst>
          </p:cNvPr>
          <p:cNvSpPr/>
          <p:nvPr/>
        </p:nvSpPr>
        <p:spPr>
          <a:xfrm>
            <a:off x="1525159" y="899710"/>
            <a:ext cx="1464207" cy="1464207"/>
          </a:xfrm>
          <a:custGeom>
            <a:avLst/>
            <a:gdLst/>
            <a:ahLst/>
            <a:cxnLst/>
            <a:rect l="l" t="t" r="r" b="b"/>
            <a:pathLst>
              <a:path w="1464310" h="1464310">
                <a:moveTo>
                  <a:pt x="732030" y="0"/>
                </a:moveTo>
                <a:lnTo>
                  <a:pt x="683970" y="1560"/>
                </a:lnTo>
                <a:lnTo>
                  <a:pt x="636730" y="6175"/>
                </a:lnTo>
                <a:lnTo>
                  <a:pt x="590407" y="13748"/>
                </a:lnTo>
                <a:lnTo>
                  <a:pt x="545098" y="24183"/>
                </a:lnTo>
                <a:lnTo>
                  <a:pt x="500900" y="37381"/>
                </a:lnTo>
                <a:lnTo>
                  <a:pt x="457910" y="53246"/>
                </a:lnTo>
                <a:lnTo>
                  <a:pt x="416227" y="71680"/>
                </a:lnTo>
                <a:lnTo>
                  <a:pt x="375946" y="92586"/>
                </a:lnTo>
                <a:lnTo>
                  <a:pt x="337165" y="115867"/>
                </a:lnTo>
                <a:lnTo>
                  <a:pt x="299982" y="141425"/>
                </a:lnTo>
                <a:lnTo>
                  <a:pt x="264493" y="169164"/>
                </a:lnTo>
                <a:lnTo>
                  <a:pt x="230795" y="198987"/>
                </a:lnTo>
                <a:lnTo>
                  <a:pt x="198987" y="230795"/>
                </a:lnTo>
                <a:lnTo>
                  <a:pt x="169164" y="264493"/>
                </a:lnTo>
                <a:lnTo>
                  <a:pt x="141425" y="299982"/>
                </a:lnTo>
                <a:lnTo>
                  <a:pt x="115867" y="337165"/>
                </a:lnTo>
                <a:lnTo>
                  <a:pt x="92586" y="375946"/>
                </a:lnTo>
                <a:lnTo>
                  <a:pt x="71680" y="416227"/>
                </a:lnTo>
                <a:lnTo>
                  <a:pt x="53246" y="457910"/>
                </a:lnTo>
                <a:lnTo>
                  <a:pt x="37381" y="500900"/>
                </a:lnTo>
                <a:lnTo>
                  <a:pt x="24183" y="545098"/>
                </a:lnTo>
                <a:lnTo>
                  <a:pt x="13748" y="590407"/>
                </a:lnTo>
                <a:lnTo>
                  <a:pt x="6175" y="636730"/>
                </a:lnTo>
                <a:lnTo>
                  <a:pt x="1560" y="683970"/>
                </a:lnTo>
                <a:lnTo>
                  <a:pt x="0" y="732030"/>
                </a:lnTo>
                <a:lnTo>
                  <a:pt x="1560" y="780088"/>
                </a:lnTo>
                <a:lnTo>
                  <a:pt x="6175" y="827327"/>
                </a:lnTo>
                <a:lnTo>
                  <a:pt x="13748" y="873649"/>
                </a:lnTo>
                <a:lnTo>
                  <a:pt x="24183" y="918957"/>
                </a:lnTo>
                <a:lnTo>
                  <a:pt x="37381" y="963154"/>
                </a:lnTo>
                <a:lnTo>
                  <a:pt x="53246" y="1006143"/>
                </a:lnTo>
                <a:lnTo>
                  <a:pt x="71680" y="1047826"/>
                </a:lnTo>
                <a:lnTo>
                  <a:pt x="92586" y="1088106"/>
                </a:lnTo>
                <a:lnTo>
                  <a:pt x="115867" y="1126886"/>
                </a:lnTo>
                <a:lnTo>
                  <a:pt x="141425" y="1164069"/>
                </a:lnTo>
                <a:lnTo>
                  <a:pt x="169164" y="1199558"/>
                </a:lnTo>
                <a:lnTo>
                  <a:pt x="198987" y="1233255"/>
                </a:lnTo>
                <a:lnTo>
                  <a:pt x="230795" y="1265063"/>
                </a:lnTo>
                <a:lnTo>
                  <a:pt x="264493" y="1294885"/>
                </a:lnTo>
                <a:lnTo>
                  <a:pt x="299982" y="1322624"/>
                </a:lnTo>
                <a:lnTo>
                  <a:pt x="337165" y="1348183"/>
                </a:lnTo>
                <a:lnTo>
                  <a:pt x="375946" y="1371463"/>
                </a:lnTo>
                <a:lnTo>
                  <a:pt x="416227" y="1392369"/>
                </a:lnTo>
                <a:lnTo>
                  <a:pt x="457910" y="1410803"/>
                </a:lnTo>
                <a:lnTo>
                  <a:pt x="500900" y="1426668"/>
                </a:lnTo>
                <a:lnTo>
                  <a:pt x="545098" y="1439866"/>
                </a:lnTo>
                <a:lnTo>
                  <a:pt x="590407" y="1450300"/>
                </a:lnTo>
                <a:lnTo>
                  <a:pt x="636730" y="1457874"/>
                </a:lnTo>
                <a:lnTo>
                  <a:pt x="683970" y="1462489"/>
                </a:lnTo>
                <a:lnTo>
                  <a:pt x="732030" y="1464049"/>
                </a:lnTo>
                <a:lnTo>
                  <a:pt x="780088" y="1462489"/>
                </a:lnTo>
                <a:lnTo>
                  <a:pt x="827327" y="1457874"/>
                </a:lnTo>
                <a:lnTo>
                  <a:pt x="873649" y="1450300"/>
                </a:lnTo>
                <a:lnTo>
                  <a:pt x="918957" y="1439866"/>
                </a:lnTo>
                <a:lnTo>
                  <a:pt x="963154" y="1426668"/>
                </a:lnTo>
                <a:lnTo>
                  <a:pt x="1006143" y="1410803"/>
                </a:lnTo>
                <a:lnTo>
                  <a:pt x="1047826" y="1392369"/>
                </a:lnTo>
                <a:lnTo>
                  <a:pt x="1088106" y="1371463"/>
                </a:lnTo>
                <a:lnTo>
                  <a:pt x="1126886" y="1348183"/>
                </a:lnTo>
                <a:lnTo>
                  <a:pt x="1132925" y="1344032"/>
                </a:lnTo>
                <a:lnTo>
                  <a:pt x="732030" y="1344032"/>
                </a:lnTo>
                <a:lnTo>
                  <a:pt x="684271" y="1342187"/>
                </a:lnTo>
                <a:lnTo>
                  <a:pt x="637506" y="1336744"/>
                </a:lnTo>
                <a:lnTo>
                  <a:pt x="591870" y="1327840"/>
                </a:lnTo>
                <a:lnTo>
                  <a:pt x="547503" y="1315612"/>
                </a:lnTo>
                <a:lnTo>
                  <a:pt x="504539" y="1300197"/>
                </a:lnTo>
                <a:lnTo>
                  <a:pt x="463118" y="1281732"/>
                </a:lnTo>
                <a:lnTo>
                  <a:pt x="423375" y="1260355"/>
                </a:lnTo>
                <a:lnTo>
                  <a:pt x="385447" y="1236202"/>
                </a:lnTo>
                <a:lnTo>
                  <a:pt x="349473" y="1209411"/>
                </a:lnTo>
                <a:lnTo>
                  <a:pt x="315589" y="1180118"/>
                </a:lnTo>
                <a:lnTo>
                  <a:pt x="283932" y="1148461"/>
                </a:lnTo>
                <a:lnTo>
                  <a:pt x="254639" y="1114577"/>
                </a:lnTo>
                <a:lnTo>
                  <a:pt x="227847" y="1078604"/>
                </a:lnTo>
                <a:lnTo>
                  <a:pt x="203694" y="1040677"/>
                </a:lnTo>
                <a:lnTo>
                  <a:pt x="182317" y="1000935"/>
                </a:lnTo>
                <a:lnTo>
                  <a:pt x="163852" y="959514"/>
                </a:lnTo>
                <a:lnTo>
                  <a:pt x="148437" y="916552"/>
                </a:lnTo>
                <a:lnTo>
                  <a:pt x="136209" y="872185"/>
                </a:lnTo>
                <a:lnTo>
                  <a:pt x="127305" y="826551"/>
                </a:lnTo>
                <a:lnTo>
                  <a:pt x="121862" y="779787"/>
                </a:lnTo>
                <a:lnTo>
                  <a:pt x="120017" y="732030"/>
                </a:lnTo>
                <a:lnTo>
                  <a:pt x="121862" y="684271"/>
                </a:lnTo>
                <a:lnTo>
                  <a:pt x="127305" y="637506"/>
                </a:lnTo>
                <a:lnTo>
                  <a:pt x="136209" y="591870"/>
                </a:lnTo>
                <a:lnTo>
                  <a:pt x="148437" y="547503"/>
                </a:lnTo>
                <a:lnTo>
                  <a:pt x="163852" y="504539"/>
                </a:lnTo>
                <a:lnTo>
                  <a:pt x="182317" y="463118"/>
                </a:lnTo>
                <a:lnTo>
                  <a:pt x="203694" y="423375"/>
                </a:lnTo>
                <a:lnTo>
                  <a:pt x="227847" y="385447"/>
                </a:lnTo>
                <a:lnTo>
                  <a:pt x="254639" y="349473"/>
                </a:lnTo>
                <a:lnTo>
                  <a:pt x="283932" y="315589"/>
                </a:lnTo>
                <a:lnTo>
                  <a:pt x="315589" y="283932"/>
                </a:lnTo>
                <a:lnTo>
                  <a:pt x="349473" y="254639"/>
                </a:lnTo>
                <a:lnTo>
                  <a:pt x="385447" y="227847"/>
                </a:lnTo>
                <a:lnTo>
                  <a:pt x="423375" y="203694"/>
                </a:lnTo>
                <a:lnTo>
                  <a:pt x="463118" y="182317"/>
                </a:lnTo>
                <a:lnTo>
                  <a:pt x="504539" y="163852"/>
                </a:lnTo>
                <a:lnTo>
                  <a:pt x="547503" y="148437"/>
                </a:lnTo>
                <a:lnTo>
                  <a:pt x="591870" y="136209"/>
                </a:lnTo>
                <a:lnTo>
                  <a:pt x="637506" y="127305"/>
                </a:lnTo>
                <a:lnTo>
                  <a:pt x="684271" y="121862"/>
                </a:lnTo>
                <a:lnTo>
                  <a:pt x="732030" y="120017"/>
                </a:lnTo>
                <a:lnTo>
                  <a:pt x="1133269" y="120017"/>
                </a:lnTo>
                <a:lnTo>
                  <a:pt x="1105316" y="102055"/>
                </a:lnTo>
                <a:lnTo>
                  <a:pt x="1062478" y="78425"/>
                </a:lnTo>
                <a:lnTo>
                  <a:pt x="1018344" y="57831"/>
                </a:lnTo>
                <a:lnTo>
                  <a:pt x="973016" y="40308"/>
                </a:lnTo>
                <a:lnTo>
                  <a:pt x="926595" y="25892"/>
                </a:lnTo>
                <a:lnTo>
                  <a:pt x="879184" y="14617"/>
                </a:lnTo>
                <a:lnTo>
                  <a:pt x="830885" y="6520"/>
                </a:lnTo>
                <a:lnTo>
                  <a:pt x="781799" y="1636"/>
                </a:lnTo>
                <a:lnTo>
                  <a:pt x="732030" y="0"/>
                </a:lnTo>
                <a:close/>
              </a:path>
              <a:path w="1464310" h="1464310">
                <a:moveTo>
                  <a:pt x="1382385" y="479173"/>
                </a:moveTo>
                <a:lnTo>
                  <a:pt x="1358639" y="481367"/>
                </a:lnTo>
                <a:lnTo>
                  <a:pt x="1337619" y="492591"/>
                </a:lnTo>
                <a:lnTo>
                  <a:pt x="1323043" y="510386"/>
                </a:lnTo>
                <a:lnTo>
                  <a:pt x="1316202" y="532348"/>
                </a:lnTo>
                <a:lnTo>
                  <a:pt x="1318389" y="556077"/>
                </a:lnTo>
                <a:lnTo>
                  <a:pt x="1329578" y="599104"/>
                </a:lnTo>
                <a:lnTo>
                  <a:pt x="1337595" y="642875"/>
                </a:lnTo>
                <a:lnTo>
                  <a:pt x="1342419" y="687235"/>
                </a:lnTo>
                <a:lnTo>
                  <a:pt x="1344032" y="732030"/>
                </a:lnTo>
                <a:lnTo>
                  <a:pt x="1342187" y="779787"/>
                </a:lnTo>
                <a:lnTo>
                  <a:pt x="1336744" y="826551"/>
                </a:lnTo>
                <a:lnTo>
                  <a:pt x="1327840" y="872185"/>
                </a:lnTo>
                <a:lnTo>
                  <a:pt x="1315613" y="916552"/>
                </a:lnTo>
                <a:lnTo>
                  <a:pt x="1300198" y="959514"/>
                </a:lnTo>
                <a:lnTo>
                  <a:pt x="1281734" y="1000935"/>
                </a:lnTo>
                <a:lnTo>
                  <a:pt x="1260357" y="1040677"/>
                </a:lnTo>
                <a:lnTo>
                  <a:pt x="1236205" y="1078604"/>
                </a:lnTo>
                <a:lnTo>
                  <a:pt x="1209414" y="1114577"/>
                </a:lnTo>
                <a:lnTo>
                  <a:pt x="1180122" y="1148461"/>
                </a:lnTo>
                <a:lnTo>
                  <a:pt x="1148465" y="1180118"/>
                </a:lnTo>
                <a:lnTo>
                  <a:pt x="1114582" y="1209411"/>
                </a:lnTo>
                <a:lnTo>
                  <a:pt x="1078608" y="1236202"/>
                </a:lnTo>
                <a:lnTo>
                  <a:pt x="1040682" y="1260355"/>
                </a:lnTo>
                <a:lnTo>
                  <a:pt x="1000939" y="1281732"/>
                </a:lnTo>
                <a:lnTo>
                  <a:pt x="959518" y="1300197"/>
                </a:lnTo>
                <a:lnTo>
                  <a:pt x="916556" y="1315612"/>
                </a:lnTo>
                <a:lnTo>
                  <a:pt x="872188" y="1327840"/>
                </a:lnTo>
                <a:lnTo>
                  <a:pt x="826553" y="1336744"/>
                </a:lnTo>
                <a:lnTo>
                  <a:pt x="779788" y="1342187"/>
                </a:lnTo>
                <a:lnTo>
                  <a:pt x="732030" y="1344032"/>
                </a:lnTo>
                <a:lnTo>
                  <a:pt x="1132925" y="1344032"/>
                </a:lnTo>
                <a:lnTo>
                  <a:pt x="1199558" y="1294885"/>
                </a:lnTo>
                <a:lnTo>
                  <a:pt x="1233255" y="1265063"/>
                </a:lnTo>
                <a:lnTo>
                  <a:pt x="1265063" y="1233255"/>
                </a:lnTo>
                <a:lnTo>
                  <a:pt x="1294885" y="1199558"/>
                </a:lnTo>
                <a:lnTo>
                  <a:pt x="1322624" y="1164069"/>
                </a:lnTo>
                <a:lnTo>
                  <a:pt x="1348183" y="1126886"/>
                </a:lnTo>
                <a:lnTo>
                  <a:pt x="1371463" y="1088106"/>
                </a:lnTo>
                <a:lnTo>
                  <a:pt x="1392369" y="1047826"/>
                </a:lnTo>
                <a:lnTo>
                  <a:pt x="1410803" y="1006143"/>
                </a:lnTo>
                <a:lnTo>
                  <a:pt x="1426668" y="963154"/>
                </a:lnTo>
                <a:lnTo>
                  <a:pt x="1439866" y="918957"/>
                </a:lnTo>
                <a:lnTo>
                  <a:pt x="1450300" y="873649"/>
                </a:lnTo>
                <a:lnTo>
                  <a:pt x="1457874" y="827327"/>
                </a:lnTo>
                <a:lnTo>
                  <a:pt x="1462489" y="780088"/>
                </a:lnTo>
                <a:lnTo>
                  <a:pt x="1464049" y="732030"/>
                </a:lnTo>
                <a:lnTo>
                  <a:pt x="1462118" y="678496"/>
                </a:lnTo>
                <a:lnTo>
                  <a:pt x="1456340" y="625462"/>
                </a:lnTo>
                <a:lnTo>
                  <a:pt x="1446742" y="573112"/>
                </a:lnTo>
                <a:lnTo>
                  <a:pt x="1433349" y="521628"/>
                </a:lnTo>
                <a:lnTo>
                  <a:pt x="1404345" y="486019"/>
                </a:lnTo>
                <a:lnTo>
                  <a:pt x="1382385" y="479173"/>
                </a:lnTo>
                <a:close/>
              </a:path>
              <a:path w="1464310" h="1464310">
                <a:moveTo>
                  <a:pt x="1133269" y="120017"/>
                </a:moveTo>
                <a:lnTo>
                  <a:pt x="732030" y="120017"/>
                </a:lnTo>
                <a:lnTo>
                  <a:pt x="783957" y="122151"/>
                </a:lnTo>
                <a:lnTo>
                  <a:pt x="834955" y="128517"/>
                </a:lnTo>
                <a:lnTo>
                  <a:pt x="884856" y="139055"/>
                </a:lnTo>
                <a:lnTo>
                  <a:pt x="933495" y="153707"/>
                </a:lnTo>
                <a:lnTo>
                  <a:pt x="980704" y="172415"/>
                </a:lnTo>
                <a:lnTo>
                  <a:pt x="1026317" y="195122"/>
                </a:lnTo>
                <a:lnTo>
                  <a:pt x="1070168" y="221768"/>
                </a:lnTo>
                <a:lnTo>
                  <a:pt x="1112091" y="252295"/>
                </a:lnTo>
                <a:lnTo>
                  <a:pt x="1133303" y="263114"/>
                </a:lnTo>
                <a:lnTo>
                  <a:pt x="1178182" y="257947"/>
                </a:lnTo>
                <a:lnTo>
                  <a:pt x="1207228" y="221352"/>
                </a:lnTo>
                <a:lnTo>
                  <a:pt x="1209005" y="198418"/>
                </a:lnTo>
                <a:lnTo>
                  <a:pt x="1202056" y="176488"/>
                </a:lnTo>
                <a:lnTo>
                  <a:pt x="1186696" y="158277"/>
                </a:lnTo>
                <a:lnTo>
                  <a:pt x="1146756" y="128684"/>
                </a:lnTo>
                <a:lnTo>
                  <a:pt x="1133269" y="120017"/>
                </a:lnTo>
                <a:close/>
              </a:path>
            </a:pathLst>
          </a:custGeom>
          <a:solidFill>
            <a:srgbClr val="FFFFFF"/>
          </a:solidFill>
        </p:spPr>
        <p:txBody>
          <a:bodyPr wrap="square" lIns="0" tIns="0" rIns="0" bIns="0" rtlCol="0"/>
          <a:lstStyle/>
          <a:p>
            <a:endParaRPr lang="es-419" sz="1801" noProof="0" dirty="0"/>
          </a:p>
        </p:txBody>
      </p:sp>
      <p:sp>
        <p:nvSpPr>
          <p:cNvPr id="34" name="object 26">
            <a:extLst>
              <a:ext uri="{FF2B5EF4-FFF2-40B4-BE49-F238E27FC236}">
                <a16:creationId xmlns:a16="http://schemas.microsoft.com/office/drawing/2014/main" id="{CD851ECA-D0F8-9616-0F56-F3275B0381ED}"/>
              </a:ext>
            </a:extLst>
          </p:cNvPr>
          <p:cNvSpPr/>
          <p:nvPr/>
        </p:nvSpPr>
        <p:spPr>
          <a:xfrm>
            <a:off x="1672148" y="1050086"/>
            <a:ext cx="1149270" cy="1149270"/>
          </a:xfrm>
          <a:custGeom>
            <a:avLst/>
            <a:gdLst/>
            <a:ahLst/>
            <a:cxnLst/>
            <a:rect l="l" t="t" r="r" b="b"/>
            <a:pathLst>
              <a:path w="1149350" h="1149350">
                <a:moveTo>
                  <a:pt x="574600" y="0"/>
                </a:moveTo>
                <a:lnTo>
                  <a:pt x="527542" y="1908"/>
                </a:lnTo>
                <a:lnTo>
                  <a:pt x="481519" y="7534"/>
                </a:lnTo>
                <a:lnTo>
                  <a:pt x="436681" y="16728"/>
                </a:lnTo>
                <a:lnTo>
                  <a:pt x="393175" y="29341"/>
                </a:lnTo>
                <a:lnTo>
                  <a:pt x="351152" y="45225"/>
                </a:lnTo>
                <a:lnTo>
                  <a:pt x="310760" y="64231"/>
                </a:lnTo>
                <a:lnTo>
                  <a:pt x="272149" y="86208"/>
                </a:lnTo>
                <a:lnTo>
                  <a:pt x="235466" y="111009"/>
                </a:lnTo>
                <a:lnTo>
                  <a:pt x="200862" y="138485"/>
                </a:lnTo>
                <a:lnTo>
                  <a:pt x="168485" y="168485"/>
                </a:lnTo>
                <a:lnTo>
                  <a:pt x="138485" y="200862"/>
                </a:lnTo>
                <a:lnTo>
                  <a:pt x="111009" y="235466"/>
                </a:lnTo>
                <a:lnTo>
                  <a:pt x="86208" y="272149"/>
                </a:lnTo>
                <a:lnTo>
                  <a:pt x="64231" y="310760"/>
                </a:lnTo>
                <a:lnTo>
                  <a:pt x="45225" y="351152"/>
                </a:lnTo>
                <a:lnTo>
                  <a:pt x="29341" y="393175"/>
                </a:lnTo>
                <a:lnTo>
                  <a:pt x="16728" y="436681"/>
                </a:lnTo>
                <a:lnTo>
                  <a:pt x="7534" y="481519"/>
                </a:lnTo>
                <a:lnTo>
                  <a:pt x="1908" y="527542"/>
                </a:lnTo>
                <a:lnTo>
                  <a:pt x="0" y="574600"/>
                </a:lnTo>
                <a:lnTo>
                  <a:pt x="1908" y="621656"/>
                </a:lnTo>
                <a:lnTo>
                  <a:pt x="7534" y="667678"/>
                </a:lnTo>
                <a:lnTo>
                  <a:pt x="16728" y="712515"/>
                </a:lnTo>
                <a:lnTo>
                  <a:pt x="29341" y="756019"/>
                </a:lnTo>
                <a:lnTo>
                  <a:pt x="45225" y="798041"/>
                </a:lnTo>
                <a:lnTo>
                  <a:pt x="64231" y="838432"/>
                </a:lnTo>
                <a:lnTo>
                  <a:pt x="86208" y="877043"/>
                </a:lnTo>
                <a:lnTo>
                  <a:pt x="111009" y="913725"/>
                </a:lnTo>
                <a:lnTo>
                  <a:pt x="138485" y="948329"/>
                </a:lnTo>
                <a:lnTo>
                  <a:pt x="168485" y="980705"/>
                </a:lnTo>
                <a:lnTo>
                  <a:pt x="200862" y="1010705"/>
                </a:lnTo>
                <a:lnTo>
                  <a:pt x="235466" y="1038180"/>
                </a:lnTo>
                <a:lnTo>
                  <a:pt x="272149" y="1062981"/>
                </a:lnTo>
                <a:lnTo>
                  <a:pt x="310760" y="1084959"/>
                </a:lnTo>
                <a:lnTo>
                  <a:pt x="351152" y="1103964"/>
                </a:lnTo>
                <a:lnTo>
                  <a:pt x="393175" y="1119848"/>
                </a:lnTo>
                <a:lnTo>
                  <a:pt x="436681" y="1132461"/>
                </a:lnTo>
                <a:lnTo>
                  <a:pt x="481519" y="1141655"/>
                </a:lnTo>
                <a:lnTo>
                  <a:pt x="527542" y="1147281"/>
                </a:lnTo>
                <a:lnTo>
                  <a:pt x="574600" y="1149190"/>
                </a:lnTo>
                <a:lnTo>
                  <a:pt x="621658" y="1147281"/>
                </a:lnTo>
                <a:lnTo>
                  <a:pt x="667680" y="1141655"/>
                </a:lnTo>
                <a:lnTo>
                  <a:pt x="712518" y="1132461"/>
                </a:lnTo>
                <a:lnTo>
                  <a:pt x="756023" y="1119848"/>
                </a:lnTo>
                <a:lnTo>
                  <a:pt x="798046" y="1103964"/>
                </a:lnTo>
                <a:lnTo>
                  <a:pt x="838437" y="1084959"/>
                </a:lnTo>
                <a:lnTo>
                  <a:pt x="848256" y="1079370"/>
                </a:lnTo>
                <a:lnTo>
                  <a:pt x="574600" y="1079370"/>
                </a:lnTo>
                <a:lnTo>
                  <a:pt x="526056" y="1077055"/>
                </a:lnTo>
                <a:lnTo>
                  <a:pt x="478803" y="1070252"/>
                </a:lnTo>
                <a:lnTo>
                  <a:pt x="433053" y="1059173"/>
                </a:lnTo>
                <a:lnTo>
                  <a:pt x="389021" y="1044034"/>
                </a:lnTo>
                <a:lnTo>
                  <a:pt x="346919" y="1025045"/>
                </a:lnTo>
                <a:lnTo>
                  <a:pt x="306960" y="1002422"/>
                </a:lnTo>
                <a:lnTo>
                  <a:pt x="269357" y="976376"/>
                </a:lnTo>
                <a:lnTo>
                  <a:pt x="234325" y="947121"/>
                </a:lnTo>
                <a:lnTo>
                  <a:pt x="202075" y="914871"/>
                </a:lnTo>
                <a:lnTo>
                  <a:pt x="172820" y="879838"/>
                </a:lnTo>
                <a:lnTo>
                  <a:pt x="146775" y="842235"/>
                </a:lnTo>
                <a:lnTo>
                  <a:pt x="124152" y="802276"/>
                </a:lnTo>
                <a:lnTo>
                  <a:pt x="105165" y="760174"/>
                </a:lnTo>
                <a:lnTo>
                  <a:pt x="90025" y="716143"/>
                </a:lnTo>
                <a:lnTo>
                  <a:pt x="78948" y="670394"/>
                </a:lnTo>
                <a:lnTo>
                  <a:pt x="72145" y="623142"/>
                </a:lnTo>
                <a:lnTo>
                  <a:pt x="69830" y="574600"/>
                </a:lnTo>
                <a:lnTo>
                  <a:pt x="72145" y="526056"/>
                </a:lnTo>
                <a:lnTo>
                  <a:pt x="78948" y="478802"/>
                </a:lnTo>
                <a:lnTo>
                  <a:pt x="90025" y="433052"/>
                </a:lnTo>
                <a:lnTo>
                  <a:pt x="105165" y="389019"/>
                </a:lnTo>
                <a:lnTo>
                  <a:pt x="124152" y="346917"/>
                </a:lnTo>
                <a:lnTo>
                  <a:pt x="146775" y="306957"/>
                </a:lnTo>
                <a:lnTo>
                  <a:pt x="172820" y="269354"/>
                </a:lnTo>
                <a:lnTo>
                  <a:pt x="202075" y="234320"/>
                </a:lnTo>
                <a:lnTo>
                  <a:pt x="234325" y="202069"/>
                </a:lnTo>
                <a:lnTo>
                  <a:pt x="269357" y="172814"/>
                </a:lnTo>
                <a:lnTo>
                  <a:pt x="306960" y="146768"/>
                </a:lnTo>
                <a:lnTo>
                  <a:pt x="346919" y="124144"/>
                </a:lnTo>
                <a:lnTo>
                  <a:pt x="389021" y="105156"/>
                </a:lnTo>
                <a:lnTo>
                  <a:pt x="433053" y="90016"/>
                </a:lnTo>
                <a:lnTo>
                  <a:pt x="478803" y="78938"/>
                </a:lnTo>
                <a:lnTo>
                  <a:pt x="526056" y="72134"/>
                </a:lnTo>
                <a:lnTo>
                  <a:pt x="574600" y="69819"/>
                </a:lnTo>
                <a:lnTo>
                  <a:pt x="848220" y="69819"/>
                </a:lnTo>
                <a:lnTo>
                  <a:pt x="829156" y="59233"/>
                </a:lnTo>
                <a:lnTo>
                  <a:pt x="781136" y="38108"/>
                </a:lnTo>
                <a:lnTo>
                  <a:pt x="731445" y="21548"/>
                </a:lnTo>
                <a:lnTo>
                  <a:pt x="680309" y="9626"/>
                </a:lnTo>
                <a:lnTo>
                  <a:pt x="627952" y="2419"/>
                </a:lnTo>
                <a:lnTo>
                  <a:pt x="574600" y="0"/>
                </a:lnTo>
                <a:close/>
              </a:path>
              <a:path w="1149350" h="1149350">
                <a:moveTo>
                  <a:pt x="1110395" y="501042"/>
                </a:moveTo>
                <a:lnTo>
                  <a:pt x="1097035" y="504759"/>
                </a:lnTo>
                <a:lnTo>
                  <a:pt x="1086502" y="513021"/>
                </a:lnTo>
                <a:lnTo>
                  <a:pt x="1079834" y="524628"/>
                </a:lnTo>
                <a:lnTo>
                  <a:pt x="1078071" y="538381"/>
                </a:lnTo>
                <a:lnTo>
                  <a:pt x="1078636" y="547340"/>
                </a:lnTo>
                <a:lnTo>
                  <a:pt x="1079043" y="556384"/>
                </a:lnTo>
                <a:lnTo>
                  <a:pt x="1079254" y="564230"/>
                </a:lnTo>
                <a:lnTo>
                  <a:pt x="1079370" y="574600"/>
                </a:lnTo>
                <a:lnTo>
                  <a:pt x="1077055" y="623142"/>
                </a:lnTo>
                <a:lnTo>
                  <a:pt x="1070252" y="670394"/>
                </a:lnTo>
                <a:lnTo>
                  <a:pt x="1059173" y="716143"/>
                </a:lnTo>
                <a:lnTo>
                  <a:pt x="1044034" y="760174"/>
                </a:lnTo>
                <a:lnTo>
                  <a:pt x="1025045" y="802276"/>
                </a:lnTo>
                <a:lnTo>
                  <a:pt x="1002422" y="842235"/>
                </a:lnTo>
                <a:lnTo>
                  <a:pt x="976376" y="879838"/>
                </a:lnTo>
                <a:lnTo>
                  <a:pt x="947121" y="914871"/>
                </a:lnTo>
                <a:lnTo>
                  <a:pt x="914871" y="947121"/>
                </a:lnTo>
                <a:lnTo>
                  <a:pt x="879838" y="976376"/>
                </a:lnTo>
                <a:lnTo>
                  <a:pt x="842235" y="1002422"/>
                </a:lnTo>
                <a:lnTo>
                  <a:pt x="802276" y="1025045"/>
                </a:lnTo>
                <a:lnTo>
                  <a:pt x="760174" y="1044034"/>
                </a:lnTo>
                <a:lnTo>
                  <a:pt x="716143" y="1059173"/>
                </a:lnTo>
                <a:lnTo>
                  <a:pt x="670394" y="1070252"/>
                </a:lnTo>
                <a:lnTo>
                  <a:pt x="623142" y="1077055"/>
                </a:lnTo>
                <a:lnTo>
                  <a:pt x="574600" y="1079370"/>
                </a:lnTo>
                <a:lnTo>
                  <a:pt x="848256" y="1079370"/>
                </a:lnTo>
                <a:lnTo>
                  <a:pt x="913730" y="1038180"/>
                </a:lnTo>
                <a:lnTo>
                  <a:pt x="948333" y="1010705"/>
                </a:lnTo>
                <a:lnTo>
                  <a:pt x="980709" y="980705"/>
                </a:lnTo>
                <a:lnTo>
                  <a:pt x="1010709" y="948329"/>
                </a:lnTo>
                <a:lnTo>
                  <a:pt x="1038184" y="913725"/>
                </a:lnTo>
                <a:lnTo>
                  <a:pt x="1062984" y="877043"/>
                </a:lnTo>
                <a:lnTo>
                  <a:pt x="1084961" y="838432"/>
                </a:lnTo>
                <a:lnTo>
                  <a:pt x="1103965" y="798041"/>
                </a:lnTo>
                <a:lnTo>
                  <a:pt x="1119849" y="756019"/>
                </a:lnTo>
                <a:lnTo>
                  <a:pt x="1132462" y="712515"/>
                </a:lnTo>
                <a:lnTo>
                  <a:pt x="1141656" y="667678"/>
                </a:lnTo>
                <a:lnTo>
                  <a:pt x="1147281" y="621656"/>
                </a:lnTo>
                <a:lnTo>
                  <a:pt x="1149190" y="574600"/>
                </a:lnTo>
                <a:lnTo>
                  <a:pt x="1149098" y="564230"/>
                </a:lnTo>
                <a:lnTo>
                  <a:pt x="1144016" y="520006"/>
                </a:lnTo>
                <a:lnTo>
                  <a:pt x="1124157" y="502817"/>
                </a:lnTo>
                <a:lnTo>
                  <a:pt x="1110395" y="501042"/>
                </a:lnTo>
                <a:close/>
              </a:path>
              <a:path w="1149350" h="1149350">
                <a:moveTo>
                  <a:pt x="848220" y="69819"/>
                </a:moveTo>
                <a:lnTo>
                  <a:pt x="574600" y="69819"/>
                </a:lnTo>
                <a:lnTo>
                  <a:pt x="621467" y="71944"/>
                </a:lnTo>
                <a:lnTo>
                  <a:pt x="667458" y="78273"/>
                </a:lnTo>
                <a:lnTo>
                  <a:pt x="712373" y="88742"/>
                </a:lnTo>
                <a:lnTo>
                  <a:pt x="756016" y="103285"/>
                </a:lnTo>
                <a:lnTo>
                  <a:pt x="798189" y="121835"/>
                </a:lnTo>
                <a:lnTo>
                  <a:pt x="838694" y="144327"/>
                </a:lnTo>
                <a:lnTo>
                  <a:pt x="877334" y="170696"/>
                </a:lnTo>
                <a:lnTo>
                  <a:pt x="889845" y="176664"/>
                </a:lnTo>
                <a:lnTo>
                  <a:pt x="926212" y="163754"/>
                </a:lnTo>
                <a:lnTo>
                  <a:pt x="932873" y="137878"/>
                </a:lnTo>
                <a:lnTo>
                  <a:pt x="928496" y="125231"/>
                </a:lnTo>
                <a:lnTo>
                  <a:pt x="919280" y="114876"/>
                </a:lnTo>
                <a:lnTo>
                  <a:pt x="875279" y="84847"/>
                </a:lnTo>
                <a:lnTo>
                  <a:pt x="848220" y="69819"/>
                </a:lnTo>
                <a:close/>
              </a:path>
            </a:pathLst>
          </a:custGeom>
          <a:solidFill>
            <a:srgbClr val="FFFFFF"/>
          </a:solidFill>
        </p:spPr>
        <p:txBody>
          <a:bodyPr wrap="square" lIns="0" tIns="0" rIns="0" bIns="0" rtlCol="0"/>
          <a:lstStyle/>
          <a:p>
            <a:endParaRPr lang="es-419" sz="1801" noProof="0" dirty="0"/>
          </a:p>
        </p:txBody>
      </p:sp>
      <p:sp>
        <p:nvSpPr>
          <p:cNvPr id="35" name="object 27">
            <a:extLst>
              <a:ext uri="{FF2B5EF4-FFF2-40B4-BE49-F238E27FC236}">
                <a16:creationId xmlns:a16="http://schemas.microsoft.com/office/drawing/2014/main" id="{CB3B8B11-5A52-E93B-2668-D55121CFBFDF}"/>
              </a:ext>
            </a:extLst>
          </p:cNvPr>
          <p:cNvSpPr/>
          <p:nvPr/>
        </p:nvSpPr>
        <p:spPr>
          <a:xfrm>
            <a:off x="1834149" y="1090748"/>
            <a:ext cx="1143554" cy="889572"/>
          </a:xfrm>
          <a:custGeom>
            <a:avLst/>
            <a:gdLst/>
            <a:ahLst/>
            <a:cxnLst/>
            <a:rect l="l" t="t" r="r" b="b"/>
            <a:pathLst>
              <a:path w="1143635" h="889635">
                <a:moveTo>
                  <a:pt x="155407" y="324712"/>
                </a:moveTo>
                <a:lnTo>
                  <a:pt x="113688" y="324712"/>
                </a:lnTo>
                <a:lnTo>
                  <a:pt x="73565" y="337458"/>
                </a:lnTo>
                <a:lnTo>
                  <a:pt x="38237" y="362950"/>
                </a:lnTo>
                <a:lnTo>
                  <a:pt x="12745" y="398274"/>
                </a:lnTo>
                <a:lnTo>
                  <a:pt x="0" y="438396"/>
                </a:lnTo>
                <a:lnTo>
                  <a:pt x="0" y="480117"/>
                </a:lnTo>
                <a:lnTo>
                  <a:pt x="12745" y="520238"/>
                </a:lnTo>
                <a:lnTo>
                  <a:pt x="38237" y="555562"/>
                </a:lnTo>
                <a:lnTo>
                  <a:pt x="345359" y="862694"/>
                </a:lnTo>
                <a:lnTo>
                  <a:pt x="391936" y="887432"/>
                </a:lnTo>
                <a:lnTo>
                  <a:pt x="409190" y="889081"/>
                </a:lnTo>
                <a:lnTo>
                  <a:pt x="426435" y="887432"/>
                </a:lnTo>
                <a:lnTo>
                  <a:pt x="443164" y="882484"/>
                </a:lnTo>
                <a:lnTo>
                  <a:pt x="458857" y="874238"/>
                </a:lnTo>
                <a:lnTo>
                  <a:pt x="472999" y="862694"/>
                </a:lnTo>
                <a:lnTo>
                  <a:pt x="516401" y="819292"/>
                </a:lnTo>
                <a:lnTo>
                  <a:pt x="409183" y="819292"/>
                </a:lnTo>
                <a:lnTo>
                  <a:pt x="401492" y="817800"/>
                </a:lnTo>
                <a:lnTo>
                  <a:pt x="394740" y="813324"/>
                </a:lnTo>
                <a:lnTo>
                  <a:pt x="87618" y="506202"/>
                </a:lnTo>
                <a:lnTo>
                  <a:pt x="73058" y="484254"/>
                </a:lnTo>
                <a:lnTo>
                  <a:pt x="68205" y="459263"/>
                </a:lnTo>
                <a:lnTo>
                  <a:pt x="73058" y="434274"/>
                </a:lnTo>
                <a:lnTo>
                  <a:pt x="98015" y="403833"/>
                </a:lnTo>
                <a:lnTo>
                  <a:pt x="134549" y="392918"/>
                </a:lnTo>
                <a:lnTo>
                  <a:pt x="260819" y="392918"/>
                </a:lnTo>
                <a:lnTo>
                  <a:pt x="230849" y="362950"/>
                </a:lnTo>
                <a:lnTo>
                  <a:pt x="195527" y="337458"/>
                </a:lnTo>
                <a:lnTo>
                  <a:pt x="155407" y="324712"/>
                </a:lnTo>
                <a:close/>
              </a:path>
              <a:path w="1143635" h="889635">
                <a:moveTo>
                  <a:pt x="1126459" y="68195"/>
                </a:moveTo>
                <a:lnTo>
                  <a:pt x="1008534" y="68195"/>
                </a:lnTo>
                <a:lnTo>
                  <a:pt x="1033525" y="73048"/>
                </a:lnTo>
                <a:lnTo>
                  <a:pt x="1055474" y="87608"/>
                </a:lnTo>
                <a:lnTo>
                  <a:pt x="1070027" y="109555"/>
                </a:lnTo>
                <a:lnTo>
                  <a:pt x="1074879" y="134543"/>
                </a:lnTo>
                <a:lnTo>
                  <a:pt x="1070027" y="159532"/>
                </a:lnTo>
                <a:lnTo>
                  <a:pt x="1055474" y="181479"/>
                </a:lnTo>
                <a:lnTo>
                  <a:pt x="423618" y="813324"/>
                </a:lnTo>
                <a:lnTo>
                  <a:pt x="416872" y="817800"/>
                </a:lnTo>
                <a:lnTo>
                  <a:pt x="409183" y="819292"/>
                </a:lnTo>
                <a:lnTo>
                  <a:pt x="516401" y="819292"/>
                </a:lnTo>
                <a:lnTo>
                  <a:pt x="1104844" y="230849"/>
                </a:lnTo>
                <a:lnTo>
                  <a:pt x="1130331" y="195522"/>
                </a:lnTo>
                <a:lnTo>
                  <a:pt x="1143074" y="155399"/>
                </a:lnTo>
                <a:lnTo>
                  <a:pt x="1143074" y="113680"/>
                </a:lnTo>
                <a:lnTo>
                  <a:pt x="1130331" y="73560"/>
                </a:lnTo>
                <a:lnTo>
                  <a:pt x="1126459" y="68195"/>
                </a:lnTo>
                <a:close/>
              </a:path>
              <a:path w="1143635" h="889635">
                <a:moveTo>
                  <a:pt x="260819" y="392918"/>
                </a:moveTo>
                <a:lnTo>
                  <a:pt x="134549" y="392918"/>
                </a:lnTo>
                <a:lnTo>
                  <a:pt x="147233" y="394131"/>
                </a:lnTo>
                <a:lnTo>
                  <a:pt x="159537" y="397771"/>
                </a:lnTo>
                <a:lnTo>
                  <a:pt x="171081" y="403838"/>
                </a:lnTo>
                <a:lnTo>
                  <a:pt x="181479" y="412331"/>
                </a:lnTo>
                <a:lnTo>
                  <a:pt x="364929" y="595781"/>
                </a:lnTo>
                <a:lnTo>
                  <a:pt x="374481" y="603627"/>
                </a:lnTo>
                <a:lnTo>
                  <a:pt x="385222" y="609372"/>
                </a:lnTo>
                <a:lnTo>
                  <a:pt x="396882" y="612903"/>
                </a:lnTo>
                <a:lnTo>
                  <a:pt x="409190" y="614105"/>
                </a:lnTo>
                <a:lnTo>
                  <a:pt x="421491" y="612903"/>
                </a:lnTo>
                <a:lnTo>
                  <a:pt x="433148" y="609372"/>
                </a:lnTo>
                <a:lnTo>
                  <a:pt x="443888" y="603627"/>
                </a:lnTo>
                <a:lnTo>
                  <a:pt x="453440" y="595781"/>
                </a:lnTo>
                <a:lnTo>
                  <a:pt x="507939" y="541280"/>
                </a:lnTo>
                <a:lnTo>
                  <a:pt x="409190" y="541280"/>
                </a:lnTo>
                <a:lnTo>
                  <a:pt x="260819" y="392918"/>
                </a:lnTo>
                <a:close/>
              </a:path>
              <a:path w="1143635" h="889635">
                <a:moveTo>
                  <a:pt x="1029398" y="0"/>
                </a:moveTo>
                <a:lnTo>
                  <a:pt x="987677" y="0"/>
                </a:lnTo>
                <a:lnTo>
                  <a:pt x="947556" y="12745"/>
                </a:lnTo>
                <a:lnTo>
                  <a:pt x="912232" y="38237"/>
                </a:lnTo>
                <a:lnTo>
                  <a:pt x="409190" y="541280"/>
                </a:lnTo>
                <a:lnTo>
                  <a:pt x="507939" y="541280"/>
                </a:lnTo>
                <a:lnTo>
                  <a:pt x="961602" y="87608"/>
                </a:lnTo>
                <a:lnTo>
                  <a:pt x="983545" y="73048"/>
                </a:lnTo>
                <a:lnTo>
                  <a:pt x="1008534" y="68195"/>
                </a:lnTo>
                <a:lnTo>
                  <a:pt x="1126459" y="68195"/>
                </a:lnTo>
                <a:lnTo>
                  <a:pt x="1104844" y="38237"/>
                </a:lnTo>
                <a:lnTo>
                  <a:pt x="1069520" y="12745"/>
                </a:lnTo>
                <a:lnTo>
                  <a:pt x="1029398" y="0"/>
                </a:lnTo>
                <a:close/>
              </a:path>
            </a:pathLst>
          </a:custGeom>
          <a:solidFill>
            <a:srgbClr val="FFFFFF"/>
          </a:solidFill>
        </p:spPr>
        <p:txBody>
          <a:bodyPr wrap="square" lIns="0" tIns="0" rIns="0" bIns="0" rtlCol="0"/>
          <a:lstStyle/>
          <a:p>
            <a:endParaRPr lang="es-419" sz="1801" noProof="0" dirty="0"/>
          </a:p>
        </p:txBody>
      </p:sp>
      <p:graphicFrame>
        <p:nvGraphicFramePr>
          <p:cNvPr id="8" name="Content Placeholder 2">
            <a:extLst>
              <a:ext uri="{FF2B5EF4-FFF2-40B4-BE49-F238E27FC236}">
                <a16:creationId xmlns:a16="http://schemas.microsoft.com/office/drawing/2014/main" id="{3760CFC2-96AF-338E-45FB-BEF6DD6A365F}"/>
              </a:ext>
            </a:extLst>
          </p:cNvPr>
          <p:cNvGraphicFramePr>
            <a:graphicFrameLocks/>
          </p:cNvGraphicFramePr>
          <p:nvPr>
            <p:extLst>
              <p:ext uri="{D42A27DB-BD31-4B8C-83A1-F6EECF244321}">
                <p14:modId xmlns:p14="http://schemas.microsoft.com/office/powerpoint/2010/main" val="1284072708"/>
              </p:ext>
            </p:extLst>
          </p:nvPr>
        </p:nvGraphicFramePr>
        <p:xfrm>
          <a:off x="4241225" y="2334072"/>
          <a:ext cx="9945611" cy="877768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904288" y="9176342"/>
            <a:ext cx="10199096" cy="2131816"/>
          </a:xfrm>
          <a:prstGeom prst="rect">
            <a:avLst/>
          </a:prstGeom>
          <a:blipFill>
            <a:blip r:embed="rId2" cstate="print"/>
            <a:stretch>
              <a:fillRect/>
            </a:stretch>
          </a:blipFill>
        </p:spPr>
        <p:txBody>
          <a:bodyPr wrap="square" lIns="0" tIns="0" rIns="0" bIns="0" rtlCol="0"/>
          <a:lstStyle/>
          <a:p>
            <a:endParaRPr lang="es-419" sz="1801" noProof="0" dirty="0"/>
          </a:p>
        </p:txBody>
      </p:sp>
      <p:sp>
        <p:nvSpPr>
          <p:cNvPr id="3" name="object 3"/>
          <p:cNvSpPr/>
          <p:nvPr/>
        </p:nvSpPr>
        <p:spPr>
          <a:xfrm>
            <a:off x="18963885" y="10780114"/>
            <a:ext cx="1132125" cy="241919"/>
          </a:xfrm>
          <a:custGeom>
            <a:avLst/>
            <a:gdLst/>
            <a:ahLst/>
            <a:cxnLst/>
            <a:rect l="l" t="t" r="r" b="b"/>
            <a:pathLst>
              <a:path w="1132205" h="241934">
                <a:moveTo>
                  <a:pt x="1131965" y="0"/>
                </a:moveTo>
                <a:lnTo>
                  <a:pt x="0" y="0"/>
                </a:lnTo>
                <a:lnTo>
                  <a:pt x="31412" y="241636"/>
                </a:lnTo>
                <a:lnTo>
                  <a:pt x="1131965" y="241636"/>
                </a:lnTo>
                <a:lnTo>
                  <a:pt x="1131965" y="0"/>
                </a:lnTo>
                <a:close/>
              </a:path>
            </a:pathLst>
          </a:custGeom>
          <a:solidFill>
            <a:srgbClr val="1F3D6F">
              <a:alpha val="51998"/>
            </a:srgbClr>
          </a:solidFill>
        </p:spPr>
        <p:txBody>
          <a:bodyPr wrap="square" lIns="0" tIns="0" rIns="0" bIns="0" rtlCol="0"/>
          <a:lstStyle/>
          <a:p>
            <a:endParaRPr lang="es-419" sz="1801" noProof="0" dirty="0"/>
          </a:p>
        </p:txBody>
      </p:sp>
      <p:sp>
        <p:nvSpPr>
          <p:cNvPr id="4" name="object 4"/>
          <p:cNvSpPr/>
          <p:nvPr/>
        </p:nvSpPr>
        <p:spPr>
          <a:xfrm>
            <a:off x="17733791" y="10713380"/>
            <a:ext cx="2369604" cy="540260"/>
          </a:xfrm>
          <a:prstGeom prst="rect">
            <a:avLst/>
          </a:prstGeom>
          <a:blipFill>
            <a:blip r:embed="rId3" cstate="print"/>
            <a:stretch>
              <a:fillRect/>
            </a:stretch>
          </a:blipFill>
        </p:spPr>
        <p:txBody>
          <a:bodyPr wrap="square" lIns="0" tIns="0" rIns="0" bIns="0" rtlCol="0"/>
          <a:lstStyle/>
          <a:p>
            <a:endParaRPr lang="es-419" sz="1801" noProof="0" dirty="0"/>
          </a:p>
        </p:txBody>
      </p:sp>
      <p:sp>
        <p:nvSpPr>
          <p:cNvPr id="5" name="object 5"/>
          <p:cNvSpPr txBox="1"/>
          <p:nvPr/>
        </p:nvSpPr>
        <p:spPr>
          <a:xfrm>
            <a:off x="19177475" y="10761544"/>
            <a:ext cx="767661"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Edificio</a:t>
            </a:r>
            <a:r>
              <a:rPr lang="es-419" sz="1400" spc="-74" noProof="0" dirty="0">
                <a:solidFill>
                  <a:srgbClr val="FFFFFF"/>
                </a:solidFill>
                <a:latin typeface="Arial"/>
                <a:cs typeface="Arial"/>
              </a:rPr>
              <a:t> </a:t>
            </a:r>
            <a:r>
              <a:rPr lang="es-419" sz="1400" noProof="0" dirty="0">
                <a:solidFill>
                  <a:srgbClr val="FFFFFF"/>
                </a:solidFill>
                <a:latin typeface="Arial"/>
                <a:cs typeface="Arial"/>
              </a:rPr>
              <a:t>K</a:t>
            </a:r>
            <a:endParaRPr lang="es-419" sz="1400" noProof="0" dirty="0">
              <a:latin typeface="Arial"/>
              <a:cs typeface="Arial"/>
            </a:endParaRPr>
          </a:p>
        </p:txBody>
      </p:sp>
      <p:sp>
        <p:nvSpPr>
          <p:cNvPr id="6" name="object 6"/>
          <p:cNvSpPr/>
          <p:nvPr/>
        </p:nvSpPr>
        <p:spPr>
          <a:xfrm>
            <a:off x="28909" y="9184011"/>
            <a:ext cx="10510418" cy="2119482"/>
          </a:xfrm>
          <a:custGeom>
            <a:avLst/>
            <a:gdLst/>
            <a:ahLst/>
            <a:cxnLst/>
            <a:rect l="l" t="t" r="r" b="b"/>
            <a:pathLst>
              <a:path w="10511155" h="2119629">
                <a:moveTo>
                  <a:pt x="10170370" y="0"/>
                </a:moveTo>
                <a:lnTo>
                  <a:pt x="0" y="8313"/>
                </a:lnTo>
                <a:lnTo>
                  <a:pt x="0" y="2119150"/>
                </a:lnTo>
                <a:lnTo>
                  <a:pt x="10510842" y="2110825"/>
                </a:lnTo>
                <a:lnTo>
                  <a:pt x="10170370" y="0"/>
                </a:lnTo>
                <a:close/>
              </a:path>
            </a:pathLst>
          </a:custGeom>
          <a:solidFill>
            <a:srgbClr val="834E3E"/>
          </a:solidFill>
        </p:spPr>
        <p:txBody>
          <a:bodyPr wrap="square" lIns="0" tIns="0" rIns="0" bIns="0" rtlCol="0"/>
          <a:lstStyle/>
          <a:p>
            <a:endParaRPr lang="es-419" sz="1801" noProof="0" dirty="0"/>
          </a:p>
        </p:txBody>
      </p:sp>
      <p:sp>
        <p:nvSpPr>
          <p:cNvPr id="7" name="object 7"/>
          <p:cNvSpPr/>
          <p:nvPr/>
        </p:nvSpPr>
        <p:spPr>
          <a:xfrm>
            <a:off x="706" y="9184016"/>
            <a:ext cx="10333220" cy="2124142"/>
          </a:xfrm>
          <a:prstGeom prst="rect">
            <a:avLst/>
          </a:prstGeom>
          <a:blipFill>
            <a:blip r:embed="rId4" cstate="print"/>
            <a:stretch>
              <a:fillRect/>
            </a:stretch>
          </a:blipFill>
        </p:spPr>
        <p:txBody>
          <a:bodyPr wrap="square" lIns="0" tIns="0" rIns="0" bIns="0" rtlCol="0"/>
          <a:lstStyle/>
          <a:p>
            <a:endParaRPr lang="es-419" sz="1801" noProof="0" dirty="0"/>
          </a:p>
        </p:txBody>
      </p:sp>
      <p:sp>
        <p:nvSpPr>
          <p:cNvPr id="21" name="object 21"/>
          <p:cNvSpPr/>
          <p:nvPr/>
        </p:nvSpPr>
        <p:spPr>
          <a:xfrm>
            <a:off x="4933428" y="9516455"/>
            <a:ext cx="0" cy="1393093"/>
          </a:xfrm>
          <a:custGeom>
            <a:avLst/>
            <a:gdLst/>
            <a:ahLst/>
            <a:cxnLst/>
            <a:rect l="l" t="t" r="r" b="b"/>
            <a:pathLst>
              <a:path h="1393190">
                <a:moveTo>
                  <a:pt x="0" y="0"/>
                </a:moveTo>
                <a:lnTo>
                  <a:pt x="0" y="1393182"/>
                </a:lnTo>
              </a:path>
            </a:pathLst>
          </a:custGeom>
          <a:ln w="20941">
            <a:solidFill>
              <a:srgbClr val="FFFFFF"/>
            </a:solidFill>
          </a:ln>
        </p:spPr>
        <p:txBody>
          <a:bodyPr wrap="square" lIns="0" tIns="0" rIns="0" bIns="0" rtlCol="0"/>
          <a:lstStyle/>
          <a:p>
            <a:endParaRPr lang="es-419" sz="1801" noProof="0" dirty="0"/>
          </a:p>
        </p:txBody>
      </p:sp>
      <p:sp>
        <p:nvSpPr>
          <p:cNvPr id="25" name="object 22">
            <a:extLst>
              <a:ext uri="{FF2B5EF4-FFF2-40B4-BE49-F238E27FC236}">
                <a16:creationId xmlns:a16="http://schemas.microsoft.com/office/drawing/2014/main" id="{B88CA7F0-96F4-0D43-A84F-AB0AC7628A71}"/>
              </a:ext>
            </a:extLst>
          </p:cNvPr>
          <p:cNvSpPr txBox="1">
            <a:spLocks/>
          </p:cNvSpPr>
          <p:nvPr/>
        </p:nvSpPr>
        <p:spPr>
          <a:xfrm>
            <a:off x="5271471" y="9692993"/>
            <a:ext cx="2647129" cy="1000017"/>
          </a:xfrm>
          <a:prstGeom prst="rect">
            <a:avLst/>
          </a:prstGeom>
        </p:spPr>
        <p:txBody>
          <a:bodyPr vert="horz" wrap="square" lIns="0" tIns="15240" rIns="0" bIns="0" rtlCol="0">
            <a:spAutoFit/>
          </a:bodyPr>
          <a:lstStyle>
            <a:lvl1pPr>
              <a:defRPr sz="4100" b="0" i="0">
                <a:solidFill>
                  <a:schemeClr val="bg1"/>
                </a:solidFill>
                <a:latin typeface="Arial"/>
                <a:ea typeface="+mj-ea"/>
                <a:cs typeface="Arial"/>
              </a:defRPr>
            </a:lvl1pPr>
          </a:lstStyle>
          <a:p>
            <a:pPr marL="12699">
              <a:spcBef>
                <a:spcPts val="120"/>
              </a:spcBef>
            </a:pPr>
            <a:r>
              <a:rPr lang="es-419" sz="3199" kern="0" spc="-64" noProof="0" dirty="0"/>
              <a:t>Facultad</a:t>
            </a:r>
            <a:r>
              <a:rPr lang="es-419" sz="3199" kern="0" spc="-236" noProof="0" dirty="0"/>
              <a:t> </a:t>
            </a:r>
            <a:r>
              <a:rPr lang="es-419" sz="3199" kern="0" spc="-74" noProof="0" dirty="0"/>
              <a:t>de</a:t>
            </a:r>
          </a:p>
          <a:p>
            <a:pPr marL="12699">
              <a:spcBef>
                <a:spcPts val="30"/>
              </a:spcBef>
            </a:pPr>
            <a:r>
              <a:rPr lang="es-419" sz="3199" b="1" kern="0" spc="-74" noProof="0" dirty="0"/>
              <a:t>Ingeniería</a:t>
            </a:r>
          </a:p>
        </p:txBody>
      </p:sp>
      <p:pic>
        <p:nvPicPr>
          <p:cNvPr id="26" name="Imagen 25" descr="Imagen que contiene dibujo&#10;&#10;Descripción generada automáticamente">
            <a:extLst>
              <a:ext uri="{FF2B5EF4-FFF2-40B4-BE49-F238E27FC236}">
                <a16:creationId xmlns:a16="http://schemas.microsoft.com/office/drawing/2014/main" id="{E1ED7109-374A-E149-BB51-A8CFFD4664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129" y="9515041"/>
            <a:ext cx="4072010" cy="1485733"/>
          </a:xfrm>
          <a:prstGeom prst="rect">
            <a:avLst/>
          </a:prstGeom>
        </p:spPr>
      </p:pic>
      <p:sp>
        <p:nvSpPr>
          <p:cNvPr id="8" name="object 2">
            <a:extLst>
              <a:ext uri="{FF2B5EF4-FFF2-40B4-BE49-F238E27FC236}">
                <a16:creationId xmlns:a16="http://schemas.microsoft.com/office/drawing/2014/main" id="{A9D41C25-C838-7C1C-E53C-2AAB0E5EEAF7}"/>
              </a:ext>
            </a:extLst>
          </p:cNvPr>
          <p:cNvSpPr txBox="1"/>
          <p:nvPr/>
        </p:nvSpPr>
        <p:spPr>
          <a:xfrm>
            <a:off x="3861656" y="1205775"/>
            <a:ext cx="12380788" cy="960518"/>
          </a:xfrm>
          <a:prstGeom prst="rect">
            <a:avLst/>
          </a:prstGeom>
        </p:spPr>
        <p:txBody>
          <a:bodyPr vert="horz" wrap="square" lIns="0" tIns="11429" rIns="0" bIns="0" rtlCol="0">
            <a:spAutoFit/>
          </a:bodyPr>
          <a:lstStyle/>
          <a:p>
            <a:pPr marL="68577" algn="ctr">
              <a:lnSpc>
                <a:spcPts val="7419"/>
              </a:lnSpc>
            </a:pPr>
            <a:r>
              <a:rPr lang="es-419" sz="7915" b="1" spc="-600" noProof="0" dirty="0">
                <a:solidFill>
                  <a:srgbClr val="1F3D6F"/>
                </a:solidFill>
                <a:latin typeface="Arial"/>
                <a:cs typeface="Arial"/>
              </a:rPr>
              <a:t>Ejemplo breve / caso real</a:t>
            </a:r>
          </a:p>
        </p:txBody>
      </p:sp>
      <p:sp>
        <p:nvSpPr>
          <p:cNvPr id="12" name="CuadroTexto 11">
            <a:extLst>
              <a:ext uri="{FF2B5EF4-FFF2-40B4-BE49-F238E27FC236}">
                <a16:creationId xmlns:a16="http://schemas.microsoft.com/office/drawing/2014/main" id="{E22C8190-16F9-86FB-10FC-B5507661793F}"/>
              </a:ext>
            </a:extLst>
          </p:cNvPr>
          <p:cNvSpPr txBox="1"/>
          <p:nvPr/>
        </p:nvSpPr>
        <p:spPr>
          <a:xfrm>
            <a:off x="1569644" y="2645425"/>
            <a:ext cx="10510417" cy="2677656"/>
          </a:xfrm>
          <a:prstGeom prst="rect">
            <a:avLst/>
          </a:prstGeom>
          <a:noFill/>
        </p:spPr>
        <p:txBody>
          <a:bodyPr wrap="square">
            <a:spAutoFit/>
          </a:bodyPr>
          <a:lstStyle/>
          <a:p>
            <a:pPr algn="just" eaLnBrk="0" fontAlgn="base" hangingPunct="0">
              <a:spcBef>
                <a:spcPct val="0"/>
              </a:spcBef>
              <a:spcAft>
                <a:spcPct val="0"/>
              </a:spcAft>
            </a:pPr>
            <a:r>
              <a:rPr lang="es-419" sz="2800" noProof="0" dirty="0">
                <a:latin typeface="Arial" panose="020B0604020202020204" pitchFamily="34" charset="0"/>
              </a:rPr>
              <a:t>Una organización del sector salud administra una red de clínicas, laboratorios, y servicios domiciliarios. Cada unidad operativa utiliza sistemas distintos para manejar historias clínicas, agendamiento, facturación y reportes médicos. Además, los datos no están sincronizados entre sedes ni con el sistema central.</a:t>
            </a:r>
          </a:p>
        </p:txBody>
      </p:sp>
      <p:pic>
        <p:nvPicPr>
          <p:cNvPr id="6146" name="Picture 2" descr="Signo de salud medico - Iconos Salud y Medicina">
            <a:extLst>
              <a:ext uri="{FF2B5EF4-FFF2-40B4-BE49-F238E27FC236}">
                <a16:creationId xmlns:a16="http://schemas.microsoft.com/office/drawing/2014/main" id="{7E171140-6EC1-C633-0686-E745FAEB40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09429" y="3063874"/>
            <a:ext cx="4424362" cy="4424362"/>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DCC6EDCF-3A40-A9CE-1A6D-31D8C49678B3}"/>
              </a:ext>
            </a:extLst>
          </p:cNvPr>
          <p:cNvSpPr txBox="1"/>
          <p:nvPr/>
        </p:nvSpPr>
        <p:spPr>
          <a:xfrm>
            <a:off x="1569645" y="5968412"/>
            <a:ext cx="10510416" cy="2677656"/>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419" sz="2800" b="1" i="0" u="none" strike="noStrike" cap="none" normalizeH="0" baseline="0" noProof="0" dirty="0">
                <a:ln>
                  <a:noFill/>
                </a:ln>
                <a:solidFill>
                  <a:schemeClr val="tx1"/>
                </a:solidFill>
                <a:effectLst/>
                <a:latin typeface="Arial" panose="020B0604020202020204" pitchFamily="34" charset="0"/>
              </a:rPr>
              <a:t>Problemas identificados:</a:t>
            </a:r>
            <a:endParaRPr kumimoji="0" lang="es-419" sz="2800" b="0" i="0" u="none" strike="noStrike" cap="none" normalizeH="0" baseline="0" noProof="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sz="2800" b="0" i="0" u="none" strike="noStrike" cap="none" normalizeH="0" baseline="0" noProof="0" dirty="0">
                <a:ln>
                  <a:noFill/>
                </a:ln>
                <a:solidFill>
                  <a:schemeClr val="tx1"/>
                </a:solidFill>
                <a:effectLst/>
                <a:latin typeface="Arial" panose="020B0604020202020204" pitchFamily="34" charset="0"/>
              </a:rPr>
              <a:t>Duplicación de información médica entre clínicas.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sz="2800" b="0" i="0" u="none" strike="noStrike" cap="none" normalizeH="0" baseline="0" noProof="0" dirty="0">
                <a:ln>
                  <a:noFill/>
                </a:ln>
                <a:solidFill>
                  <a:schemeClr val="tx1"/>
                </a:solidFill>
                <a:effectLst/>
                <a:latin typeface="Arial" panose="020B0604020202020204" pitchFamily="34" charset="0"/>
              </a:rPr>
              <a:t>Retrasos en la disponibilidad de exámenes y diagnósticos.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sz="2800" b="0" i="0" u="none" strike="noStrike" cap="none" normalizeH="0" baseline="0" noProof="0" dirty="0">
                <a:ln>
                  <a:noFill/>
                </a:ln>
                <a:solidFill>
                  <a:schemeClr val="tx1"/>
                </a:solidFill>
                <a:effectLst/>
                <a:latin typeface="Arial" panose="020B0604020202020204" pitchFamily="34" charset="0"/>
              </a:rPr>
              <a:t>Inconsistencias en la facturación entre unidades.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sz="2800" b="0" i="0" u="none" strike="noStrike" cap="none" normalizeH="0" baseline="0" noProof="0" dirty="0">
                <a:ln>
                  <a:noFill/>
                </a:ln>
                <a:solidFill>
                  <a:schemeClr val="tx1"/>
                </a:solidFill>
                <a:effectLst/>
                <a:latin typeface="Arial" panose="020B0604020202020204" pitchFamily="34" charset="0"/>
              </a:rPr>
              <a:t>Imposibilidad de generar reportes consolidados para decisiones gerenciales.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72518" y="2271"/>
            <a:ext cx="9930875" cy="2135606"/>
          </a:xfrm>
          <a:prstGeom prst="rect">
            <a:avLst/>
          </a:prstGeom>
          <a:blipFill>
            <a:blip r:embed="rId2" cstate="print"/>
            <a:stretch>
              <a:fillRect/>
            </a:stretch>
          </a:blipFill>
        </p:spPr>
        <p:txBody>
          <a:bodyPr wrap="square" lIns="0" tIns="0" rIns="0" bIns="0" rtlCol="0"/>
          <a:lstStyle/>
          <a:p>
            <a:endParaRPr lang="es-419" sz="1801" noProof="0" dirty="0"/>
          </a:p>
        </p:txBody>
      </p:sp>
      <p:sp>
        <p:nvSpPr>
          <p:cNvPr id="3" name="object 3"/>
          <p:cNvSpPr/>
          <p:nvPr/>
        </p:nvSpPr>
        <p:spPr>
          <a:xfrm>
            <a:off x="17754423" y="1483735"/>
            <a:ext cx="2348972" cy="537743"/>
          </a:xfrm>
          <a:prstGeom prst="rect">
            <a:avLst/>
          </a:prstGeom>
          <a:blipFill>
            <a:blip r:embed="rId3" cstate="print"/>
            <a:stretch>
              <a:fillRect/>
            </a:stretch>
          </a:blipFill>
        </p:spPr>
        <p:txBody>
          <a:bodyPr wrap="square" lIns="0" tIns="0" rIns="0" bIns="0" rtlCol="0"/>
          <a:lstStyle/>
          <a:p>
            <a:endParaRPr lang="es-419" sz="1801" noProof="0" dirty="0"/>
          </a:p>
        </p:txBody>
      </p:sp>
      <p:sp>
        <p:nvSpPr>
          <p:cNvPr id="4" name="object 4"/>
          <p:cNvSpPr txBox="1"/>
          <p:nvPr/>
        </p:nvSpPr>
        <p:spPr>
          <a:xfrm>
            <a:off x="18021928" y="1529546"/>
            <a:ext cx="1944869"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Ecosistema </a:t>
            </a:r>
            <a:r>
              <a:rPr lang="es-419" sz="1400" spc="-5" noProof="0" dirty="0">
                <a:solidFill>
                  <a:srgbClr val="FFFFFF"/>
                </a:solidFill>
                <a:latin typeface="Arial"/>
                <a:cs typeface="Arial"/>
              </a:rPr>
              <a:t>del</a:t>
            </a:r>
            <a:r>
              <a:rPr lang="es-419" sz="1400" spc="-69" noProof="0" dirty="0">
                <a:solidFill>
                  <a:srgbClr val="FFFFFF"/>
                </a:solidFill>
                <a:latin typeface="Arial"/>
                <a:cs typeface="Arial"/>
              </a:rPr>
              <a:t> </a:t>
            </a:r>
            <a:r>
              <a:rPr lang="es-419" sz="1400" spc="-5" noProof="0" dirty="0">
                <a:solidFill>
                  <a:srgbClr val="FFFFFF"/>
                </a:solidFill>
                <a:latin typeface="Arial"/>
                <a:cs typeface="Arial"/>
              </a:rPr>
              <a:t>Campus</a:t>
            </a:r>
            <a:endParaRPr lang="es-419" sz="1400" noProof="0" dirty="0">
              <a:latin typeface="Arial"/>
              <a:cs typeface="Arial"/>
            </a:endParaRPr>
          </a:p>
        </p:txBody>
      </p:sp>
      <p:sp>
        <p:nvSpPr>
          <p:cNvPr id="5" name="object 5"/>
          <p:cNvSpPr/>
          <p:nvPr/>
        </p:nvSpPr>
        <p:spPr>
          <a:xfrm>
            <a:off x="15800" y="2272"/>
            <a:ext cx="10510418" cy="2105512"/>
          </a:xfrm>
          <a:custGeom>
            <a:avLst/>
            <a:gdLst/>
            <a:ahLst/>
            <a:cxnLst/>
            <a:rect l="l" t="t" r="r" b="b"/>
            <a:pathLst>
              <a:path w="10511155" h="2105660">
                <a:moveTo>
                  <a:pt x="10172559" y="0"/>
                </a:moveTo>
                <a:lnTo>
                  <a:pt x="0" y="0"/>
                </a:lnTo>
                <a:lnTo>
                  <a:pt x="0" y="2105653"/>
                </a:lnTo>
                <a:lnTo>
                  <a:pt x="10510842" y="2097328"/>
                </a:lnTo>
                <a:lnTo>
                  <a:pt x="10172559" y="0"/>
                </a:lnTo>
                <a:close/>
              </a:path>
            </a:pathLst>
          </a:custGeom>
          <a:solidFill>
            <a:srgbClr val="834E3E"/>
          </a:solidFill>
        </p:spPr>
        <p:txBody>
          <a:bodyPr wrap="square" lIns="0" tIns="0" rIns="0" bIns="0" rtlCol="0"/>
          <a:lstStyle/>
          <a:p>
            <a:endParaRPr lang="es-419" sz="1801" noProof="0" dirty="0"/>
          </a:p>
        </p:txBody>
      </p:sp>
      <p:sp>
        <p:nvSpPr>
          <p:cNvPr id="6" name="object 6"/>
          <p:cNvSpPr/>
          <p:nvPr/>
        </p:nvSpPr>
        <p:spPr>
          <a:xfrm>
            <a:off x="706" y="2271"/>
            <a:ext cx="10323976" cy="2135606"/>
          </a:xfrm>
          <a:prstGeom prst="rect">
            <a:avLst/>
          </a:prstGeom>
          <a:blipFill>
            <a:blip r:embed="rId4" cstate="print"/>
            <a:stretch>
              <a:fillRect/>
            </a:stretch>
          </a:blipFill>
        </p:spPr>
        <p:txBody>
          <a:bodyPr wrap="square" lIns="0" tIns="0" rIns="0" bIns="0" rtlCol="0"/>
          <a:lstStyle/>
          <a:p>
            <a:endParaRPr lang="es-419" sz="1801" noProof="0" dirty="0"/>
          </a:p>
        </p:txBody>
      </p:sp>
      <p:sp>
        <p:nvSpPr>
          <p:cNvPr id="20" name="object 20"/>
          <p:cNvSpPr/>
          <p:nvPr/>
        </p:nvSpPr>
        <p:spPr>
          <a:xfrm>
            <a:off x="4920332" y="321218"/>
            <a:ext cx="0" cy="1393093"/>
          </a:xfrm>
          <a:custGeom>
            <a:avLst/>
            <a:gdLst/>
            <a:ahLst/>
            <a:cxnLst/>
            <a:rect l="l" t="t" r="r" b="b"/>
            <a:pathLst>
              <a:path h="1393189">
                <a:moveTo>
                  <a:pt x="0" y="0"/>
                </a:moveTo>
                <a:lnTo>
                  <a:pt x="0" y="1393182"/>
                </a:lnTo>
              </a:path>
            </a:pathLst>
          </a:custGeom>
          <a:ln w="20941">
            <a:solidFill>
              <a:srgbClr val="FFFFFF"/>
            </a:solidFill>
          </a:ln>
        </p:spPr>
        <p:txBody>
          <a:bodyPr wrap="square" lIns="0" tIns="0" rIns="0" bIns="0" rtlCol="0"/>
          <a:lstStyle/>
          <a:p>
            <a:endParaRPr lang="es-419" sz="1801" noProof="0" dirty="0"/>
          </a:p>
        </p:txBody>
      </p:sp>
      <p:sp>
        <p:nvSpPr>
          <p:cNvPr id="25" name="object 21">
            <a:extLst>
              <a:ext uri="{FF2B5EF4-FFF2-40B4-BE49-F238E27FC236}">
                <a16:creationId xmlns:a16="http://schemas.microsoft.com/office/drawing/2014/main" id="{F2D2D578-DC05-8B4C-AA48-2856CB580F11}"/>
              </a:ext>
            </a:extLst>
          </p:cNvPr>
          <p:cNvSpPr txBox="1">
            <a:spLocks/>
          </p:cNvSpPr>
          <p:nvPr/>
        </p:nvSpPr>
        <p:spPr>
          <a:xfrm>
            <a:off x="5296362" y="473441"/>
            <a:ext cx="2647129" cy="1000017"/>
          </a:xfrm>
          <a:prstGeom prst="rect">
            <a:avLst/>
          </a:prstGeom>
        </p:spPr>
        <p:txBody>
          <a:bodyPr vert="horz" wrap="square" lIns="0" tIns="15240" rIns="0" bIns="0" rtlCol="0">
            <a:spAutoFit/>
          </a:bodyPr>
          <a:lstStyle>
            <a:lvl1pPr>
              <a:defRPr sz="4100" b="0" i="0">
                <a:solidFill>
                  <a:schemeClr val="bg1"/>
                </a:solidFill>
                <a:latin typeface="Arial"/>
                <a:ea typeface="+mj-ea"/>
                <a:cs typeface="Arial"/>
              </a:defRPr>
            </a:lvl1pPr>
          </a:lstStyle>
          <a:p>
            <a:pPr marL="12699">
              <a:spcBef>
                <a:spcPts val="120"/>
              </a:spcBef>
            </a:pPr>
            <a:r>
              <a:rPr lang="es-419" sz="3199" kern="0" spc="-64" noProof="0" dirty="0"/>
              <a:t>Facultad</a:t>
            </a:r>
            <a:r>
              <a:rPr lang="es-419" sz="3199" kern="0" spc="-236" noProof="0" dirty="0"/>
              <a:t> </a:t>
            </a:r>
            <a:r>
              <a:rPr lang="es-419" sz="3199" kern="0" spc="-74" noProof="0" dirty="0"/>
              <a:t>de</a:t>
            </a:r>
          </a:p>
          <a:p>
            <a:pPr marL="12699">
              <a:spcBef>
                <a:spcPts val="30"/>
              </a:spcBef>
            </a:pPr>
            <a:r>
              <a:rPr lang="es-419" sz="3199" b="1" kern="0" spc="-74" noProof="0" dirty="0"/>
              <a:t>Ingeniería</a:t>
            </a:r>
          </a:p>
        </p:txBody>
      </p:sp>
      <p:pic>
        <p:nvPicPr>
          <p:cNvPr id="23" name="Imagen 22" descr="Imagen que contiene dibujo&#10;&#10;Descripción generada automáticamente">
            <a:extLst>
              <a:ext uri="{FF2B5EF4-FFF2-40B4-BE49-F238E27FC236}">
                <a16:creationId xmlns:a16="http://schemas.microsoft.com/office/drawing/2014/main" id="{1026B2AB-F956-E74D-B2D7-0198767CFC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5343" y="327208"/>
            <a:ext cx="4072010" cy="1485733"/>
          </a:xfrm>
          <a:prstGeom prst="rect">
            <a:avLst/>
          </a:prstGeom>
        </p:spPr>
      </p:pic>
      <p:sp>
        <p:nvSpPr>
          <p:cNvPr id="7" name="object 2">
            <a:extLst>
              <a:ext uri="{FF2B5EF4-FFF2-40B4-BE49-F238E27FC236}">
                <a16:creationId xmlns:a16="http://schemas.microsoft.com/office/drawing/2014/main" id="{B0833FB0-887C-3CFE-14D6-793E296F3BE1}"/>
              </a:ext>
            </a:extLst>
          </p:cNvPr>
          <p:cNvSpPr txBox="1"/>
          <p:nvPr/>
        </p:nvSpPr>
        <p:spPr>
          <a:xfrm>
            <a:off x="3870450" y="2284110"/>
            <a:ext cx="12363200" cy="1318180"/>
          </a:xfrm>
          <a:prstGeom prst="rect">
            <a:avLst/>
          </a:prstGeom>
        </p:spPr>
        <p:txBody>
          <a:bodyPr vert="horz" wrap="square" lIns="0" tIns="11429" rIns="0" bIns="0" rtlCol="0">
            <a:spAutoFit/>
          </a:bodyPr>
          <a:lstStyle/>
          <a:p>
            <a:pPr marL="12699" algn="ctr">
              <a:lnSpc>
                <a:spcPts val="11380"/>
              </a:lnSpc>
              <a:spcBef>
                <a:spcPts val="91"/>
              </a:spcBef>
            </a:pPr>
            <a:r>
              <a:rPr lang="es-419" sz="6000" b="1" spc="-600" noProof="0" dirty="0">
                <a:solidFill>
                  <a:srgbClr val="1F3D6F"/>
                </a:solidFill>
                <a:latin typeface="Arial"/>
                <a:cs typeface="Arial"/>
              </a:rPr>
              <a:t>Aplicación de AE:</a:t>
            </a:r>
            <a:endParaRPr lang="es-419" sz="6000" noProof="0" dirty="0">
              <a:latin typeface="Arial"/>
              <a:cs typeface="Arial"/>
            </a:endParaRPr>
          </a:p>
        </p:txBody>
      </p:sp>
      <p:sp>
        <p:nvSpPr>
          <p:cNvPr id="8" name="Rectangle 1">
            <a:extLst>
              <a:ext uri="{FF2B5EF4-FFF2-40B4-BE49-F238E27FC236}">
                <a16:creationId xmlns:a16="http://schemas.microsoft.com/office/drawing/2014/main" id="{5D2F020B-44EE-9E34-6190-7DDFDD1DD348}"/>
              </a:ext>
            </a:extLst>
          </p:cNvPr>
          <p:cNvSpPr>
            <a:spLocks noChangeArrowheads="1"/>
          </p:cNvSpPr>
          <p:nvPr/>
        </p:nvSpPr>
        <p:spPr bwMode="auto">
          <a:xfrm>
            <a:off x="1289050" y="4892675"/>
            <a:ext cx="8433159"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s-419" sz="2800" i="0" u="none" strike="noStrike" cap="none" normalizeH="0" baseline="0" noProof="0" dirty="0">
                <a:ln>
                  <a:noFill/>
                </a:ln>
                <a:solidFill>
                  <a:schemeClr val="tx1"/>
                </a:solidFill>
                <a:effectLst/>
                <a:latin typeface="Arial" panose="020B0604020202020204" pitchFamily="34" charset="0"/>
              </a:rPr>
              <a:t>Se diseña una Arquitectura Empresarial basada en TOGAF que:</a:t>
            </a:r>
          </a:p>
          <a:p>
            <a:pPr marL="285750" indent="-285750" algn="just" eaLnBrk="0" fontAlgn="base" hangingPunct="0">
              <a:spcBef>
                <a:spcPct val="0"/>
              </a:spcBef>
              <a:spcAft>
                <a:spcPct val="0"/>
              </a:spcAft>
              <a:buFont typeface="Arial" panose="020B0604020202020204" pitchFamily="34" charset="0"/>
              <a:buChar char="•"/>
            </a:pPr>
            <a:r>
              <a:rPr lang="es-419" sz="2800" noProof="0" dirty="0">
                <a:latin typeface="Arial" panose="020B0604020202020204" pitchFamily="34" charset="0"/>
              </a:rPr>
              <a:t>Define procesos transversales para atención médica, facturación y agendamiento.</a:t>
            </a:r>
          </a:p>
          <a:p>
            <a:pPr marL="285750" indent="-285750" algn="just" eaLnBrk="0" fontAlgn="base" hangingPunct="0">
              <a:spcBef>
                <a:spcPct val="0"/>
              </a:spcBef>
              <a:spcAft>
                <a:spcPct val="0"/>
              </a:spcAft>
              <a:buFont typeface="Arial" panose="020B0604020202020204" pitchFamily="34" charset="0"/>
              <a:buChar char="•"/>
            </a:pPr>
            <a:r>
              <a:rPr lang="es-419" sz="2800" noProof="0" dirty="0">
                <a:latin typeface="Arial" panose="020B0604020202020204" pitchFamily="34" charset="0"/>
              </a:rPr>
              <a:t>Establece una plataforma de interoperabilidad entre sistemas clínicos.</a:t>
            </a:r>
          </a:p>
          <a:p>
            <a:pPr marL="285750" indent="-285750" algn="just" eaLnBrk="0" fontAlgn="base" hangingPunct="0">
              <a:spcBef>
                <a:spcPct val="0"/>
              </a:spcBef>
              <a:spcAft>
                <a:spcPct val="0"/>
              </a:spcAft>
              <a:buFont typeface="Arial" panose="020B0604020202020204" pitchFamily="34" charset="0"/>
              <a:buChar char="•"/>
            </a:pPr>
            <a:r>
              <a:rPr lang="es-419" sz="2800" noProof="0" dirty="0">
                <a:latin typeface="Arial" panose="020B0604020202020204" pitchFamily="34" charset="0"/>
              </a:rPr>
              <a:t>Introduce una capa de integración con HL7/FHIR para compartir datos clínicos.</a:t>
            </a:r>
          </a:p>
          <a:p>
            <a:pPr marL="285750" indent="-285750" algn="just" eaLnBrk="0" fontAlgn="base" hangingPunct="0">
              <a:spcBef>
                <a:spcPct val="0"/>
              </a:spcBef>
              <a:spcAft>
                <a:spcPct val="0"/>
              </a:spcAft>
              <a:buFont typeface="Arial" panose="020B0604020202020204" pitchFamily="34" charset="0"/>
              <a:buChar char="•"/>
            </a:pPr>
            <a:r>
              <a:rPr lang="es-419" sz="2800" noProof="0" dirty="0">
                <a:latin typeface="Arial" panose="020B0604020202020204" pitchFamily="34" charset="0"/>
              </a:rPr>
              <a:t>Implementa una arquitectura orientada a servicios (SOA) con seguridad y trazabilidad.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419" sz="1800" b="1" i="0" u="none" strike="noStrike" cap="none" normalizeH="0" baseline="0" noProof="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730EE757-95DE-D9EE-D713-F47FB69D9604}"/>
              </a:ext>
            </a:extLst>
          </p:cNvPr>
          <p:cNvSpPr>
            <a:spLocks noChangeArrowheads="1"/>
          </p:cNvSpPr>
          <p:nvPr/>
        </p:nvSpPr>
        <p:spPr bwMode="auto">
          <a:xfrm>
            <a:off x="11000616" y="4892675"/>
            <a:ext cx="8274678"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419" sz="2800" b="1" i="0" u="none" strike="noStrike" cap="none" normalizeH="0" baseline="0" noProof="0" dirty="0">
                <a:ln>
                  <a:noFill/>
                </a:ln>
                <a:solidFill>
                  <a:schemeClr val="tx1"/>
                </a:solidFill>
                <a:effectLst/>
                <a:latin typeface="Arial" panose="020B0604020202020204" pitchFamily="34" charset="0"/>
              </a:rPr>
              <a:t>Resultados esperados:</a:t>
            </a:r>
            <a:endParaRPr kumimoji="0" lang="es-419" sz="2800" b="0" i="0" u="none" strike="noStrike" cap="none" normalizeH="0" baseline="0" noProof="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sz="2800" b="0" i="0" u="none" strike="noStrike" cap="none" normalizeH="0" baseline="0" noProof="0" dirty="0">
                <a:ln>
                  <a:noFill/>
                </a:ln>
                <a:solidFill>
                  <a:schemeClr val="tx1"/>
                </a:solidFill>
                <a:effectLst/>
                <a:latin typeface="Arial" panose="020B0604020202020204" pitchFamily="34" charset="0"/>
              </a:rPr>
              <a:t>Atención médica más ágil y coordinada.</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sz="2800" b="0" i="0" u="none" strike="noStrike" cap="none" normalizeH="0" baseline="0" noProof="0" dirty="0">
                <a:ln>
                  <a:noFill/>
                </a:ln>
                <a:solidFill>
                  <a:schemeClr val="tx1"/>
                </a:solidFill>
                <a:effectLst/>
                <a:latin typeface="Arial" panose="020B0604020202020204" pitchFamily="34" charset="0"/>
              </a:rPr>
              <a:t>Reducción de errores por duplicidad de datos.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sz="2800" b="0" i="0" u="none" strike="noStrike" cap="none" normalizeH="0" baseline="0" noProof="0" dirty="0">
                <a:ln>
                  <a:noFill/>
                </a:ln>
                <a:solidFill>
                  <a:schemeClr val="tx1"/>
                </a:solidFill>
                <a:effectLst/>
                <a:latin typeface="Arial" panose="020B0604020202020204" pitchFamily="34" charset="0"/>
              </a:rPr>
              <a:t>Reportes estratégicos consolidados para mejorar cobertura y calidad.</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419" sz="2800" b="0" i="0" u="none" strike="noStrike" cap="none" normalizeH="0" baseline="0" noProof="0" dirty="0">
                <a:ln>
                  <a:noFill/>
                </a:ln>
                <a:solidFill>
                  <a:schemeClr val="tx1"/>
                </a:solidFill>
                <a:effectLst/>
                <a:latin typeface="Arial" panose="020B0604020202020204" pitchFamily="34" charset="0"/>
              </a:rPr>
              <a:t>Cumplimiento con normativas regulatorias (como HIPAA o estándares locales).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419" sz="1800" b="0" i="0" u="none" strike="noStrike" cap="none" normalizeH="0" baseline="0" noProof="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66950" y="398"/>
            <a:ext cx="10336443" cy="2108772"/>
          </a:xfrm>
          <a:prstGeom prst="rect">
            <a:avLst/>
          </a:prstGeom>
          <a:blipFill>
            <a:blip r:embed="rId2" cstate="print"/>
            <a:stretch>
              <a:fillRect/>
            </a:stretch>
          </a:blipFill>
        </p:spPr>
        <p:txBody>
          <a:bodyPr wrap="square" lIns="0" tIns="0" rIns="0" bIns="0" rtlCol="0"/>
          <a:lstStyle/>
          <a:p>
            <a:endParaRPr lang="es-419" sz="1801" noProof="0" dirty="0"/>
          </a:p>
        </p:txBody>
      </p:sp>
      <p:sp>
        <p:nvSpPr>
          <p:cNvPr id="3" name="object 3"/>
          <p:cNvSpPr/>
          <p:nvPr/>
        </p:nvSpPr>
        <p:spPr>
          <a:xfrm>
            <a:off x="16480933" y="1547172"/>
            <a:ext cx="3623055" cy="241919"/>
          </a:xfrm>
          <a:custGeom>
            <a:avLst/>
            <a:gdLst/>
            <a:ahLst/>
            <a:cxnLst/>
            <a:rect l="l" t="t" r="r" b="b"/>
            <a:pathLst>
              <a:path w="3623309" h="241935">
                <a:moveTo>
                  <a:pt x="3622716" y="0"/>
                </a:moveTo>
                <a:lnTo>
                  <a:pt x="0" y="0"/>
                </a:lnTo>
                <a:lnTo>
                  <a:pt x="0" y="270"/>
                </a:lnTo>
                <a:lnTo>
                  <a:pt x="31377" y="241632"/>
                </a:lnTo>
                <a:lnTo>
                  <a:pt x="3622716" y="241632"/>
                </a:lnTo>
                <a:lnTo>
                  <a:pt x="3622716" y="0"/>
                </a:lnTo>
                <a:close/>
              </a:path>
            </a:pathLst>
          </a:custGeom>
          <a:solidFill>
            <a:srgbClr val="1F3D6F">
              <a:alpha val="51998"/>
            </a:srgbClr>
          </a:solidFill>
        </p:spPr>
        <p:txBody>
          <a:bodyPr wrap="square" lIns="0" tIns="0" rIns="0" bIns="0" rtlCol="0"/>
          <a:lstStyle/>
          <a:p>
            <a:endParaRPr lang="es-419" sz="1801" noProof="0" dirty="0"/>
          </a:p>
        </p:txBody>
      </p:sp>
      <p:sp>
        <p:nvSpPr>
          <p:cNvPr id="4" name="object 4"/>
          <p:cNvSpPr/>
          <p:nvPr/>
        </p:nvSpPr>
        <p:spPr>
          <a:xfrm>
            <a:off x="16070606" y="1481224"/>
            <a:ext cx="4032788" cy="540256"/>
          </a:xfrm>
          <a:prstGeom prst="rect">
            <a:avLst/>
          </a:prstGeom>
          <a:blipFill>
            <a:blip r:embed="rId3" cstate="print"/>
            <a:stretch>
              <a:fillRect/>
            </a:stretch>
          </a:blipFill>
        </p:spPr>
        <p:txBody>
          <a:bodyPr wrap="square" lIns="0" tIns="0" rIns="0" bIns="0" rtlCol="0"/>
          <a:lstStyle/>
          <a:p>
            <a:endParaRPr lang="es-419" sz="1801" noProof="0" dirty="0"/>
          </a:p>
        </p:txBody>
      </p:sp>
      <p:sp>
        <p:nvSpPr>
          <p:cNvPr id="5" name="object 5"/>
          <p:cNvSpPr txBox="1"/>
          <p:nvPr/>
        </p:nvSpPr>
        <p:spPr>
          <a:xfrm>
            <a:off x="16735146" y="1528611"/>
            <a:ext cx="3231289"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Zonas </a:t>
            </a:r>
            <a:r>
              <a:rPr lang="es-419" sz="1400" spc="-5" noProof="0" dirty="0">
                <a:solidFill>
                  <a:srgbClr val="FFFFFF"/>
                </a:solidFill>
                <a:latin typeface="Arial"/>
                <a:cs typeface="Arial"/>
              </a:rPr>
              <a:t>de estudio, </a:t>
            </a:r>
            <a:r>
              <a:rPr lang="es-419" sz="1400" noProof="0" dirty="0">
                <a:solidFill>
                  <a:srgbClr val="FFFFFF"/>
                </a:solidFill>
                <a:latin typeface="Arial"/>
                <a:cs typeface="Arial"/>
              </a:rPr>
              <a:t>Plaza San José</a:t>
            </a:r>
            <a:r>
              <a:rPr lang="es-419" sz="1400" spc="-49" noProof="0" dirty="0">
                <a:solidFill>
                  <a:srgbClr val="FFFFFF"/>
                </a:solidFill>
                <a:latin typeface="Arial"/>
                <a:cs typeface="Arial"/>
              </a:rPr>
              <a:t> </a:t>
            </a:r>
            <a:r>
              <a:rPr lang="es-419" sz="1400" noProof="0" dirty="0">
                <a:solidFill>
                  <a:srgbClr val="FFFFFF"/>
                </a:solidFill>
                <a:latin typeface="Arial"/>
                <a:cs typeface="Arial"/>
              </a:rPr>
              <a:t>María</a:t>
            </a:r>
            <a:endParaRPr lang="es-419" sz="1400" noProof="0" dirty="0">
              <a:latin typeface="Arial"/>
              <a:cs typeface="Arial"/>
            </a:endParaRPr>
          </a:p>
        </p:txBody>
      </p:sp>
      <p:sp>
        <p:nvSpPr>
          <p:cNvPr id="6" name="object 6"/>
          <p:cNvSpPr/>
          <p:nvPr/>
        </p:nvSpPr>
        <p:spPr>
          <a:xfrm>
            <a:off x="52127" y="398"/>
            <a:ext cx="10510418" cy="2109323"/>
          </a:xfrm>
          <a:custGeom>
            <a:avLst/>
            <a:gdLst/>
            <a:ahLst/>
            <a:cxnLst/>
            <a:rect l="l" t="t" r="r" b="b"/>
            <a:pathLst>
              <a:path w="10511155" h="2109470">
                <a:moveTo>
                  <a:pt x="10171020" y="0"/>
                </a:moveTo>
                <a:lnTo>
                  <a:pt x="5252196" y="0"/>
                </a:lnTo>
                <a:lnTo>
                  <a:pt x="0" y="4293"/>
                </a:lnTo>
                <a:lnTo>
                  <a:pt x="0" y="2108920"/>
                </a:lnTo>
                <a:lnTo>
                  <a:pt x="7832546" y="2108920"/>
                </a:lnTo>
                <a:lnTo>
                  <a:pt x="10510842" y="2106804"/>
                </a:lnTo>
                <a:lnTo>
                  <a:pt x="10171020" y="0"/>
                </a:lnTo>
                <a:close/>
              </a:path>
            </a:pathLst>
          </a:custGeom>
          <a:solidFill>
            <a:srgbClr val="834E3E"/>
          </a:solidFill>
        </p:spPr>
        <p:txBody>
          <a:bodyPr wrap="square" lIns="0" tIns="0" rIns="0" bIns="0" rtlCol="0"/>
          <a:lstStyle/>
          <a:p>
            <a:endParaRPr lang="es-419" sz="1801" noProof="0" dirty="0"/>
          </a:p>
        </p:txBody>
      </p:sp>
      <p:sp>
        <p:nvSpPr>
          <p:cNvPr id="7" name="object 7"/>
          <p:cNvSpPr/>
          <p:nvPr/>
        </p:nvSpPr>
        <p:spPr>
          <a:xfrm>
            <a:off x="707" y="398"/>
            <a:ext cx="10354685" cy="2108772"/>
          </a:xfrm>
          <a:prstGeom prst="rect">
            <a:avLst/>
          </a:prstGeom>
          <a:blipFill>
            <a:blip r:embed="rId4" cstate="print"/>
            <a:stretch>
              <a:fillRect/>
            </a:stretch>
          </a:blipFill>
        </p:spPr>
        <p:txBody>
          <a:bodyPr wrap="square" lIns="0" tIns="0" rIns="0" bIns="0" rtlCol="0"/>
          <a:lstStyle/>
          <a:p>
            <a:endParaRPr lang="es-419" sz="1801" noProof="0" dirty="0"/>
          </a:p>
        </p:txBody>
      </p:sp>
      <p:sp>
        <p:nvSpPr>
          <p:cNvPr id="21" name="object 21"/>
          <p:cNvSpPr/>
          <p:nvPr/>
        </p:nvSpPr>
        <p:spPr>
          <a:xfrm>
            <a:off x="4956648" y="328815"/>
            <a:ext cx="0" cy="1393093"/>
          </a:xfrm>
          <a:custGeom>
            <a:avLst/>
            <a:gdLst/>
            <a:ahLst/>
            <a:cxnLst/>
            <a:rect l="l" t="t" r="r" b="b"/>
            <a:pathLst>
              <a:path h="1393189">
                <a:moveTo>
                  <a:pt x="0" y="0"/>
                </a:moveTo>
                <a:lnTo>
                  <a:pt x="0" y="1393182"/>
                </a:lnTo>
              </a:path>
            </a:pathLst>
          </a:custGeom>
          <a:ln w="20941">
            <a:solidFill>
              <a:srgbClr val="FFFFFF"/>
            </a:solidFill>
          </a:ln>
        </p:spPr>
        <p:txBody>
          <a:bodyPr wrap="square" lIns="0" tIns="0" rIns="0" bIns="0" rtlCol="0"/>
          <a:lstStyle/>
          <a:p>
            <a:endParaRPr lang="es-419" sz="1801" noProof="0" dirty="0"/>
          </a:p>
        </p:txBody>
      </p:sp>
      <p:sp>
        <p:nvSpPr>
          <p:cNvPr id="25" name="object 21">
            <a:extLst>
              <a:ext uri="{FF2B5EF4-FFF2-40B4-BE49-F238E27FC236}">
                <a16:creationId xmlns:a16="http://schemas.microsoft.com/office/drawing/2014/main" id="{53A5E750-BAE3-C543-B246-B3428E222EE0}"/>
              </a:ext>
            </a:extLst>
          </p:cNvPr>
          <p:cNvSpPr txBox="1">
            <a:spLocks/>
          </p:cNvSpPr>
          <p:nvPr/>
        </p:nvSpPr>
        <p:spPr>
          <a:xfrm>
            <a:off x="5296362" y="473441"/>
            <a:ext cx="2647129" cy="1000017"/>
          </a:xfrm>
          <a:prstGeom prst="rect">
            <a:avLst/>
          </a:prstGeom>
        </p:spPr>
        <p:txBody>
          <a:bodyPr vert="horz" wrap="square" lIns="0" tIns="15240" rIns="0" bIns="0" rtlCol="0">
            <a:spAutoFit/>
          </a:bodyPr>
          <a:lstStyle>
            <a:lvl1pPr>
              <a:defRPr sz="4100" b="0" i="0">
                <a:solidFill>
                  <a:schemeClr val="bg1"/>
                </a:solidFill>
                <a:latin typeface="Arial"/>
                <a:ea typeface="+mj-ea"/>
                <a:cs typeface="Arial"/>
              </a:defRPr>
            </a:lvl1pPr>
          </a:lstStyle>
          <a:p>
            <a:pPr marL="12699">
              <a:spcBef>
                <a:spcPts val="120"/>
              </a:spcBef>
            </a:pPr>
            <a:r>
              <a:rPr lang="es-419" sz="3199" kern="0" spc="-64" noProof="0" dirty="0"/>
              <a:t>Facultad</a:t>
            </a:r>
            <a:r>
              <a:rPr lang="es-419" sz="3199" kern="0" spc="-236" noProof="0" dirty="0"/>
              <a:t> </a:t>
            </a:r>
            <a:r>
              <a:rPr lang="es-419" sz="3199" kern="0" spc="-74" noProof="0" dirty="0"/>
              <a:t>de</a:t>
            </a:r>
          </a:p>
          <a:p>
            <a:pPr marL="12699">
              <a:spcBef>
                <a:spcPts val="30"/>
              </a:spcBef>
            </a:pPr>
            <a:r>
              <a:rPr lang="es-419" sz="3199" b="1" kern="0" spc="-74" noProof="0" dirty="0"/>
              <a:t>Ingeniería</a:t>
            </a:r>
          </a:p>
        </p:txBody>
      </p:sp>
      <p:pic>
        <p:nvPicPr>
          <p:cNvPr id="26" name="Imagen 25" descr="Imagen que contiene dibujo&#10;&#10;Descripción generada automáticamente">
            <a:extLst>
              <a:ext uri="{FF2B5EF4-FFF2-40B4-BE49-F238E27FC236}">
                <a16:creationId xmlns:a16="http://schemas.microsoft.com/office/drawing/2014/main" id="{4F60986D-4F8A-7749-BF8D-DFDE628A29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5493" y="338830"/>
            <a:ext cx="4072010" cy="1485733"/>
          </a:xfrm>
          <a:prstGeom prst="rect">
            <a:avLst/>
          </a:prstGeom>
        </p:spPr>
      </p:pic>
      <p:sp>
        <p:nvSpPr>
          <p:cNvPr id="8" name="object 2">
            <a:extLst>
              <a:ext uri="{FF2B5EF4-FFF2-40B4-BE49-F238E27FC236}">
                <a16:creationId xmlns:a16="http://schemas.microsoft.com/office/drawing/2014/main" id="{5265305C-ED01-774F-01B9-F6FE8259B3B4}"/>
              </a:ext>
            </a:extLst>
          </p:cNvPr>
          <p:cNvSpPr txBox="1"/>
          <p:nvPr/>
        </p:nvSpPr>
        <p:spPr>
          <a:xfrm>
            <a:off x="2498759" y="2842403"/>
            <a:ext cx="15106581" cy="960518"/>
          </a:xfrm>
          <a:prstGeom prst="rect">
            <a:avLst/>
          </a:prstGeom>
        </p:spPr>
        <p:txBody>
          <a:bodyPr vert="horz" wrap="square" lIns="0" tIns="11429" rIns="0" bIns="0" rtlCol="0">
            <a:spAutoFit/>
          </a:bodyPr>
          <a:lstStyle/>
          <a:p>
            <a:pPr marL="68577" algn="ctr">
              <a:lnSpc>
                <a:spcPts val="7419"/>
              </a:lnSpc>
            </a:pPr>
            <a:r>
              <a:rPr lang="es-419" sz="7915" b="1" spc="-600" noProof="0" dirty="0">
                <a:solidFill>
                  <a:srgbClr val="1F3D6F"/>
                </a:solidFill>
                <a:latin typeface="Arial"/>
                <a:cs typeface="Arial"/>
              </a:rPr>
              <a:t>Actividad interactiva</a:t>
            </a:r>
          </a:p>
        </p:txBody>
      </p:sp>
      <p:graphicFrame>
        <p:nvGraphicFramePr>
          <p:cNvPr id="15" name="Content Placeholder 2">
            <a:extLst>
              <a:ext uri="{FF2B5EF4-FFF2-40B4-BE49-F238E27FC236}">
                <a16:creationId xmlns:a16="http://schemas.microsoft.com/office/drawing/2014/main" id="{67BA451B-38B1-BFC4-6903-8A24745B77F5}"/>
              </a:ext>
            </a:extLst>
          </p:cNvPr>
          <p:cNvGraphicFramePr>
            <a:graphicFrameLocks/>
          </p:cNvGraphicFramePr>
          <p:nvPr>
            <p:extLst>
              <p:ext uri="{D42A27DB-BD31-4B8C-83A1-F6EECF244321}">
                <p14:modId xmlns:p14="http://schemas.microsoft.com/office/powerpoint/2010/main" val="3484358302"/>
              </p:ext>
            </p:extLst>
          </p:nvPr>
        </p:nvGraphicFramePr>
        <p:xfrm>
          <a:off x="3209456" y="4536238"/>
          <a:ext cx="14291872" cy="60198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FA2A3-6818-4964-13EA-0C4D540A3D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908BD39-46B1-4AFA-53C2-AFC6AC700C66}"/>
              </a:ext>
            </a:extLst>
          </p:cNvPr>
          <p:cNvSpPr/>
          <p:nvPr/>
        </p:nvSpPr>
        <p:spPr>
          <a:xfrm>
            <a:off x="10124294" y="397"/>
            <a:ext cx="9979100" cy="2104196"/>
          </a:xfrm>
          <a:prstGeom prst="rect">
            <a:avLst/>
          </a:prstGeom>
          <a:blipFill>
            <a:blip r:embed="rId2" cstate="print"/>
            <a:stretch>
              <a:fillRect/>
            </a:stretch>
          </a:blipFill>
        </p:spPr>
        <p:txBody>
          <a:bodyPr wrap="square" lIns="0" tIns="0" rIns="0" bIns="0" rtlCol="0"/>
          <a:lstStyle/>
          <a:p>
            <a:endParaRPr lang="es-419" sz="1801" noProof="0" dirty="0"/>
          </a:p>
        </p:txBody>
      </p:sp>
      <p:sp>
        <p:nvSpPr>
          <p:cNvPr id="3" name="object 3">
            <a:extLst>
              <a:ext uri="{FF2B5EF4-FFF2-40B4-BE49-F238E27FC236}">
                <a16:creationId xmlns:a16="http://schemas.microsoft.com/office/drawing/2014/main" id="{64E26D5C-071E-845D-A6BF-C73B47460584}"/>
              </a:ext>
            </a:extLst>
          </p:cNvPr>
          <p:cNvSpPr/>
          <p:nvPr/>
        </p:nvSpPr>
        <p:spPr>
          <a:xfrm>
            <a:off x="19184" y="3182"/>
            <a:ext cx="10509148" cy="2101703"/>
          </a:xfrm>
          <a:custGeom>
            <a:avLst/>
            <a:gdLst/>
            <a:ahLst/>
            <a:cxnLst/>
            <a:rect l="l" t="t" r="r" b="b"/>
            <a:pathLst>
              <a:path w="10509885" h="2101850">
                <a:moveTo>
                  <a:pt x="10170381" y="0"/>
                </a:moveTo>
                <a:lnTo>
                  <a:pt x="0" y="8334"/>
                </a:lnTo>
                <a:lnTo>
                  <a:pt x="0" y="2101559"/>
                </a:lnTo>
                <a:lnTo>
                  <a:pt x="10509344" y="2101559"/>
                </a:lnTo>
                <a:lnTo>
                  <a:pt x="10170381" y="0"/>
                </a:lnTo>
                <a:close/>
              </a:path>
            </a:pathLst>
          </a:custGeom>
          <a:solidFill>
            <a:srgbClr val="834E3E"/>
          </a:solidFill>
        </p:spPr>
        <p:txBody>
          <a:bodyPr wrap="square" lIns="0" tIns="0" rIns="0" bIns="0" rtlCol="0"/>
          <a:lstStyle/>
          <a:p>
            <a:endParaRPr lang="es-419" sz="1801" noProof="0" dirty="0"/>
          </a:p>
        </p:txBody>
      </p:sp>
      <p:sp>
        <p:nvSpPr>
          <p:cNvPr id="4" name="object 4">
            <a:extLst>
              <a:ext uri="{FF2B5EF4-FFF2-40B4-BE49-F238E27FC236}">
                <a16:creationId xmlns:a16="http://schemas.microsoft.com/office/drawing/2014/main" id="{E2F865FD-A1B5-26CE-5C58-2ACCCC00FF46}"/>
              </a:ext>
            </a:extLst>
          </p:cNvPr>
          <p:cNvSpPr/>
          <p:nvPr/>
        </p:nvSpPr>
        <p:spPr>
          <a:xfrm>
            <a:off x="706" y="3183"/>
            <a:ext cx="10319986" cy="2101411"/>
          </a:xfrm>
          <a:prstGeom prst="rect">
            <a:avLst/>
          </a:prstGeom>
          <a:blipFill>
            <a:blip r:embed="rId3" cstate="print"/>
            <a:stretch>
              <a:fillRect/>
            </a:stretch>
          </a:blipFill>
        </p:spPr>
        <p:txBody>
          <a:bodyPr wrap="square" lIns="0" tIns="0" rIns="0" bIns="0" rtlCol="0"/>
          <a:lstStyle/>
          <a:p>
            <a:endParaRPr lang="es-419" sz="1801" noProof="0" dirty="0"/>
          </a:p>
        </p:txBody>
      </p:sp>
      <p:sp>
        <p:nvSpPr>
          <p:cNvPr id="18" name="object 18">
            <a:extLst>
              <a:ext uri="{FF2B5EF4-FFF2-40B4-BE49-F238E27FC236}">
                <a16:creationId xmlns:a16="http://schemas.microsoft.com/office/drawing/2014/main" id="{4DA3F72D-20A3-2A04-B6CB-1297D4D5A21C}"/>
              </a:ext>
            </a:extLst>
          </p:cNvPr>
          <p:cNvSpPr/>
          <p:nvPr/>
        </p:nvSpPr>
        <p:spPr>
          <a:xfrm>
            <a:off x="4923710" y="335637"/>
            <a:ext cx="0" cy="1393093"/>
          </a:xfrm>
          <a:custGeom>
            <a:avLst/>
            <a:gdLst/>
            <a:ahLst/>
            <a:cxnLst/>
            <a:rect l="l" t="t" r="r" b="b"/>
            <a:pathLst>
              <a:path h="1393189">
                <a:moveTo>
                  <a:pt x="0" y="0"/>
                </a:moveTo>
                <a:lnTo>
                  <a:pt x="0" y="1393182"/>
                </a:lnTo>
              </a:path>
            </a:pathLst>
          </a:custGeom>
          <a:ln w="20941">
            <a:solidFill>
              <a:srgbClr val="FFFFFF"/>
            </a:solidFill>
          </a:ln>
        </p:spPr>
        <p:txBody>
          <a:bodyPr wrap="square" lIns="0" tIns="0" rIns="0" bIns="0" rtlCol="0"/>
          <a:lstStyle/>
          <a:p>
            <a:endParaRPr lang="es-419" sz="1801" noProof="0" dirty="0"/>
          </a:p>
        </p:txBody>
      </p:sp>
      <p:sp>
        <p:nvSpPr>
          <p:cNvPr id="20" name="object 20">
            <a:extLst>
              <a:ext uri="{FF2B5EF4-FFF2-40B4-BE49-F238E27FC236}">
                <a16:creationId xmlns:a16="http://schemas.microsoft.com/office/drawing/2014/main" id="{39E0E3C3-B6F7-513A-6CEC-507D2A4AEB74}"/>
              </a:ext>
            </a:extLst>
          </p:cNvPr>
          <p:cNvSpPr/>
          <p:nvPr/>
        </p:nvSpPr>
        <p:spPr>
          <a:xfrm>
            <a:off x="18306928" y="1624903"/>
            <a:ext cx="1796924" cy="241919"/>
          </a:xfrm>
          <a:custGeom>
            <a:avLst/>
            <a:gdLst/>
            <a:ahLst/>
            <a:cxnLst/>
            <a:rect l="l" t="t" r="r" b="b"/>
            <a:pathLst>
              <a:path w="1797050" h="241935">
                <a:moveTo>
                  <a:pt x="1796594" y="0"/>
                </a:moveTo>
                <a:lnTo>
                  <a:pt x="0" y="0"/>
                </a:lnTo>
                <a:lnTo>
                  <a:pt x="31411" y="241631"/>
                </a:lnTo>
                <a:lnTo>
                  <a:pt x="1796594" y="241631"/>
                </a:lnTo>
                <a:lnTo>
                  <a:pt x="1796594" y="0"/>
                </a:lnTo>
                <a:close/>
              </a:path>
            </a:pathLst>
          </a:custGeom>
          <a:solidFill>
            <a:srgbClr val="1F3D6F">
              <a:alpha val="51998"/>
            </a:srgbClr>
          </a:solidFill>
        </p:spPr>
        <p:txBody>
          <a:bodyPr wrap="square" lIns="0" tIns="0" rIns="0" bIns="0" rtlCol="0"/>
          <a:lstStyle/>
          <a:p>
            <a:endParaRPr lang="es-419" sz="1801" noProof="0" dirty="0"/>
          </a:p>
        </p:txBody>
      </p:sp>
      <p:sp>
        <p:nvSpPr>
          <p:cNvPr id="21" name="object 21">
            <a:extLst>
              <a:ext uri="{FF2B5EF4-FFF2-40B4-BE49-F238E27FC236}">
                <a16:creationId xmlns:a16="http://schemas.microsoft.com/office/drawing/2014/main" id="{F48DF8B3-3483-6A1A-9A6F-7343056BAAA7}"/>
              </a:ext>
            </a:extLst>
          </p:cNvPr>
          <p:cNvSpPr/>
          <p:nvPr/>
        </p:nvSpPr>
        <p:spPr>
          <a:xfrm>
            <a:off x="17713687" y="1559853"/>
            <a:ext cx="2389707" cy="537745"/>
          </a:xfrm>
          <a:prstGeom prst="rect">
            <a:avLst/>
          </a:prstGeom>
          <a:blipFill>
            <a:blip r:embed="rId4" cstate="print"/>
            <a:stretch>
              <a:fillRect/>
            </a:stretch>
          </a:blipFill>
        </p:spPr>
        <p:txBody>
          <a:bodyPr wrap="square" lIns="0" tIns="0" rIns="0" bIns="0" rtlCol="0"/>
          <a:lstStyle/>
          <a:p>
            <a:endParaRPr lang="es-419" sz="1801" noProof="0" dirty="0"/>
          </a:p>
        </p:txBody>
      </p:sp>
      <p:sp>
        <p:nvSpPr>
          <p:cNvPr id="22" name="object 22">
            <a:extLst>
              <a:ext uri="{FF2B5EF4-FFF2-40B4-BE49-F238E27FC236}">
                <a16:creationId xmlns:a16="http://schemas.microsoft.com/office/drawing/2014/main" id="{B5DA60A2-7669-D26C-EA28-58E85AEF6CC3}"/>
              </a:ext>
            </a:extLst>
          </p:cNvPr>
          <p:cNvSpPr txBox="1"/>
          <p:nvPr/>
        </p:nvSpPr>
        <p:spPr>
          <a:xfrm>
            <a:off x="18505216" y="1606333"/>
            <a:ext cx="1421031" cy="228267"/>
          </a:xfrm>
          <a:prstGeom prst="rect">
            <a:avLst/>
          </a:prstGeom>
        </p:spPr>
        <p:txBody>
          <a:bodyPr vert="horz" wrap="square" lIns="0" tIns="12699" rIns="0" bIns="0" rtlCol="0">
            <a:spAutoFit/>
          </a:bodyPr>
          <a:lstStyle/>
          <a:p>
            <a:pPr marL="12699">
              <a:spcBef>
                <a:spcPts val="101"/>
              </a:spcBef>
            </a:pPr>
            <a:r>
              <a:rPr lang="es-419" sz="1400" noProof="0" dirty="0">
                <a:solidFill>
                  <a:srgbClr val="FFFFFF"/>
                </a:solidFill>
                <a:latin typeface="Arial"/>
                <a:cs typeface="Arial"/>
              </a:rPr>
              <a:t>Edificio Ad</a:t>
            </a:r>
            <a:r>
              <a:rPr lang="es-419" sz="1400" spc="-160" noProof="0" dirty="0">
                <a:solidFill>
                  <a:srgbClr val="FFFFFF"/>
                </a:solidFill>
                <a:latin typeface="Arial"/>
                <a:cs typeface="Arial"/>
              </a:rPr>
              <a:t> </a:t>
            </a:r>
            <a:r>
              <a:rPr lang="es-419" sz="1400" noProof="0" dirty="0">
                <a:solidFill>
                  <a:srgbClr val="FFFFFF"/>
                </a:solidFill>
                <a:latin typeface="Arial"/>
                <a:cs typeface="Arial"/>
              </a:rPr>
              <a:t>Portas</a:t>
            </a:r>
            <a:endParaRPr lang="es-419" sz="1400" noProof="0" dirty="0">
              <a:latin typeface="Arial"/>
              <a:cs typeface="Arial"/>
            </a:endParaRPr>
          </a:p>
        </p:txBody>
      </p:sp>
      <p:sp>
        <p:nvSpPr>
          <p:cNvPr id="25" name="object 21">
            <a:extLst>
              <a:ext uri="{FF2B5EF4-FFF2-40B4-BE49-F238E27FC236}">
                <a16:creationId xmlns:a16="http://schemas.microsoft.com/office/drawing/2014/main" id="{D1A4DCA7-3C79-0A59-843B-1E9B30AAC380}"/>
              </a:ext>
            </a:extLst>
          </p:cNvPr>
          <p:cNvSpPr txBox="1">
            <a:spLocks/>
          </p:cNvSpPr>
          <p:nvPr/>
        </p:nvSpPr>
        <p:spPr>
          <a:xfrm>
            <a:off x="5296362" y="473441"/>
            <a:ext cx="2647129" cy="1000017"/>
          </a:xfrm>
          <a:prstGeom prst="rect">
            <a:avLst/>
          </a:prstGeom>
        </p:spPr>
        <p:txBody>
          <a:bodyPr vert="horz" wrap="square" lIns="0" tIns="15240" rIns="0" bIns="0" rtlCol="0">
            <a:spAutoFit/>
          </a:bodyPr>
          <a:lstStyle>
            <a:lvl1pPr>
              <a:defRPr sz="4100" b="0" i="0">
                <a:solidFill>
                  <a:schemeClr val="bg1"/>
                </a:solidFill>
                <a:latin typeface="Arial"/>
                <a:ea typeface="+mj-ea"/>
                <a:cs typeface="Arial"/>
              </a:defRPr>
            </a:lvl1pPr>
          </a:lstStyle>
          <a:p>
            <a:pPr marL="12699">
              <a:spcBef>
                <a:spcPts val="120"/>
              </a:spcBef>
            </a:pPr>
            <a:r>
              <a:rPr lang="es-419" sz="3199" kern="0" spc="-64" noProof="0" dirty="0"/>
              <a:t>Facultad</a:t>
            </a:r>
            <a:r>
              <a:rPr lang="es-419" sz="3199" kern="0" spc="-236" noProof="0" dirty="0"/>
              <a:t> </a:t>
            </a:r>
            <a:r>
              <a:rPr lang="es-419" sz="3199" kern="0" spc="-74" noProof="0" dirty="0"/>
              <a:t>de</a:t>
            </a:r>
          </a:p>
          <a:p>
            <a:pPr marL="12699">
              <a:spcBef>
                <a:spcPts val="30"/>
              </a:spcBef>
            </a:pPr>
            <a:r>
              <a:rPr lang="es-419" sz="3199" b="1" kern="0" spc="-74" noProof="0" dirty="0"/>
              <a:t>Ingeniería</a:t>
            </a:r>
          </a:p>
        </p:txBody>
      </p:sp>
      <p:pic>
        <p:nvPicPr>
          <p:cNvPr id="26" name="Imagen 25" descr="Imagen que contiene dibujo&#10;&#10;Descripción generada automáticamente">
            <a:extLst>
              <a:ext uri="{FF2B5EF4-FFF2-40B4-BE49-F238E27FC236}">
                <a16:creationId xmlns:a16="http://schemas.microsoft.com/office/drawing/2014/main" id="{E75E17E6-9328-D021-5855-8825A468C3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6144" y="322207"/>
            <a:ext cx="4072010" cy="1485733"/>
          </a:xfrm>
          <a:prstGeom prst="rect">
            <a:avLst/>
          </a:prstGeom>
        </p:spPr>
      </p:pic>
      <p:sp>
        <p:nvSpPr>
          <p:cNvPr id="5" name="object 2">
            <a:extLst>
              <a:ext uri="{FF2B5EF4-FFF2-40B4-BE49-F238E27FC236}">
                <a16:creationId xmlns:a16="http://schemas.microsoft.com/office/drawing/2014/main" id="{19998ACD-1A8F-14A6-E721-A781369E4736}"/>
              </a:ext>
            </a:extLst>
          </p:cNvPr>
          <p:cNvSpPr txBox="1"/>
          <p:nvPr/>
        </p:nvSpPr>
        <p:spPr>
          <a:xfrm>
            <a:off x="5569667" y="2557265"/>
            <a:ext cx="8964766" cy="1932195"/>
          </a:xfrm>
          <a:prstGeom prst="rect">
            <a:avLst/>
          </a:prstGeom>
        </p:spPr>
        <p:txBody>
          <a:bodyPr vert="horz" wrap="square" lIns="0" tIns="11429" rIns="0" bIns="0" rtlCol="0">
            <a:spAutoFit/>
          </a:bodyPr>
          <a:lstStyle/>
          <a:p>
            <a:pPr marL="68577" algn="ctr">
              <a:lnSpc>
                <a:spcPts val="7419"/>
              </a:lnSpc>
            </a:pPr>
            <a:r>
              <a:rPr lang="es-419" sz="8905" b="1" spc="-600" noProof="0" dirty="0">
                <a:solidFill>
                  <a:srgbClr val="1F3D6F"/>
                </a:solidFill>
                <a:latin typeface="Arial"/>
                <a:cs typeface="Arial"/>
              </a:rPr>
              <a:t>Lecturas recomendadas</a:t>
            </a:r>
          </a:p>
        </p:txBody>
      </p:sp>
      <p:sp>
        <p:nvSpPr>
          <p:cNvPr id="13" name="CuadroTexto 12">
            <a:extLst>
              <a:ext uri="{FF2B5EF4-FFF2-40B4-BE49-F238E27FC236}">
                <a16:creationId xmlns:a16="http://schemas.microsoft.com/office/drawing/2014/main" id="{1841E469-115D-8342-B441-CC8E15C1015B}"/>
              </a:ext>
            </a:extLst>
          </p:cNvPr>
          <p:cNvSpPr txBox="1"/>
          <p:nvPr/>
        </p:nvSpPr>
        <p:spPr>
          <a:xfrm>
            <a:off x="3652745" y="6443761"/>
            <a:ext cx="12798610" cy="2308324"/>
          </a:xfrm>
          <a:prstGeom prst="rect">
            <a:avLst/>
          </a:prstGeom>
          <a:noFill/>
        </p:spPr>
        <p:txBody>
          <a:bodyPr wrap="square">
            <a:spAutoFit/>
          </a:bodyPr>
          <a:lstStyle/>
          <a:p>
            <a:pPr marL="457200" indent="-457200">
              <a:buFont typeface="Arial" panose="020B0604020202020204" pitchFamily="34" charset="0"/>
              <a:buChar char="•"/>
            </a:pPr>
            <a:r>
              <a:rPr lang="es-419" sz="3600" noProof="0" dirty="0">
                <a:latin typeface="Arial" panose="020B0604020202020204" pitchFamily="34" charset="0"/>
                <a:cs typeface="Arial" panose="020B0604020202020204" pitchFamily="34" charset="0"/>
              </a:rPr>
              <a:t>TOGAF – Core </a:t>
            </a:r>
            <a:r>
              <a:rPr lang="es-419" sz="3600" noProof="0" dirty="0" err="1">
                <a:latin typeface="Arial" panose="020B0604020202020204" pitchFamily="34" charset="0"/>
                <a:cs typeface="Arial" panose="020B0604020202020204" pitchFamily="34" charset="0"/>
              </a:rPr>
              <a:t>Concepts</a:t>
            </a:r>
            <a:r>
              <a:rPr lang="es-419" sz="3600" noProof="0" dirty="0">
                <a:latin typeface="Arial" panose="020B0604020202020204" pitchFamily="34" charset="0"/>
                <a:cs typeface="Arial" panose="020B0604020202020204" pitchFamily="34" charset="0"/>
              </a:rPr>
              <a:t> (</a:t>
            </a:r>
            <a:r>
              <a:rPr lang="es-419" sz="3600" noProof="0" dirty="0" err="1">
                <a:latin typeface="Arial" panose="020B0604020202020204" pitchFamily="34" charset="0"/>
                <a:cs typeface="Arial" panose="020B0604020202020204" pitchFamily="34" charset="0"/>
              </a:rPr>
              <a:t>The</a:t>
            </a:r>
            <a:r>
              <a:rPr lang="es-419" sz="3600" noProof="0" dirty="0">
                <a:latin typeface="Arial" panose="020B0604020202020204" pitchFamily="34" charset="0"/>
                <a:cs typeface="Arial" panose="020B0604020202020204" pitchFamily="34" charset="0"/>
              </a:rPr>
              <a:t> Open </a:t>
            </a:r>
            <a:r>
              <a:rPr lang="es-419" sz="3600" noProof="0" dirty="0" err="1">
                <a:latin typeface="Arial" panose="020B0604020202020204" pitchFamily="34" charset="0"/>
                <a:cs typeface="Arial" panose="020B0604020202020204" pitchFamily="34" charset="0"/>
              </a:rPr>
              <a:t>Group</a:t>
            </a:r>
            <a:r>
              <a:rPr lang="es-419" sz="3600" noProof="0" dirty="0">
                <a:latin typeface="Arial" panose="020B0604020202020204" pitchFamily="34" charset="0"/>
                <a:cs typeface="Arial" panose="020B0604020202020204" pitchFamily="34" charset="0"/>
              </a:rPr>
              <a:t>)</a:t>
            </a:r>
          </a:p>
          <a:p>
            <a:pPr marL="457200" indent="-457200">
              <a:buFont typeface="Arial" panose="020B0604020202020204" pitchFamily="34" charset="0"/>
              <a:buChar char="•"/>
            </a:pPr>
            <a:r>
              <a:rPr lang="es-419" sz="3600" noProof="0" dirty="0">
                <a:latin typeface="Arial" panose="020B0604020202020204" pitchFamily="34" charset="0"/>
                <a:cs typeface="Arial" panose="020B0604020202020204" pitchFamily="34" charset="0"/>
              </a:rPr>
              <a:t>Bass et al. – Software </a:t>
            </a:r>
            <a:r>
              <a:rPr lang="es-419" sz="3600" noProof="0" dirty="0" err="1">
                <a:latin typeface="Arial" panose="020B0604020202020204" pitchFamily="34" charset="0"/>
                <a:cs typeface="Arial" panose="020B0604020202020204" pitchFamily="34" charset="0"/>
              </a:rPr>
              <a:t>Architecture</a:t>
            </a:r>
            <a:r>
              <a:rPr lang="es-419" sz="3600" noProof="0" dirty="0">
                <a:latin typeface="Arial" panose="020B0604020202020204" pitchFamily="34" charset="0"/>
                <a:cs typeface="Arial" panose="020B0604020202020204" pitchFamily="34" charset="0"/>
              </a:rPr>
              <a:t> in </a:t>
            </a:r>
            <a:r>
              <a:rPr lang="es-419" sz="3600" noProof="0" dirty="0" err="1">
                <a:latin typeface="Arial" panose="020B0604020202020204" pitchFamily="34" charset="0"/>
                <a:cs typeface="Arial" panose="020B0604020202020204" pitchFamily="34" charset="0"/>
              </a:rPr>
              <a:t>Practice</a:t>
            </a:r>
            <a:r>
              <a:rPr lang="es-419" sz="3600" noProof="0" dirty="0">
                <a:latin typeface="Arial" panose="020B0604020202020204" pitchFamily="34" charset="0"/>
                <a:cs typeface="Arial" panose="020B0604020202020204" pitchFamily="34" charset="0"/>
              </a:rPr>
              <a:t> (Cap. 1)</a:t>
            </a:r>
          </a:p>
          <a:p>
            <a:pPr marL="457200" indent="-457200">
              <a:buFont typeface="Arial" panose="020B0604020202020204" pitchFamily="34" charset="0"/>
              <a:buChar char="•"/>
            </a:pPr>
            <a:r>
              <a:rPr lang="es-419" sz="3600" noProof="0" dirty="0">
                <a:latin typeface="Arial" panose="020B0604020202020204" pitchFamily="34" charset="0"/>
                <a:cs typeface="Arial" panose="020B0604020202020204" pitchFamily="34" charset="0"/>
              </a:rPr>
              <a:t>IEEE </a:t>
            </a:r>
            <a:r>
              <a:rPr lang="es-419" sz="3600" noProof="0" dirty="0" err="1">
                <a:latin typeface="Arial" panose="020B0604020202020204" pitchFamily="34" charset="0"/>
                <a:cs typeface="Arial" panose="020B0604020202020204" pitchFamily="34" charset="0"/>
              </a:rPr>
              <a:t>Std</a:t>
            </a:r>
            <a:r>
              <a:rPr lang="es-419" sz="3600" noProof="0" dirty="0">
                <a:latin typeface="Arial" panose="020B0604020202020204" pitchFamily="34" charset="0"/>
                <a:cs typeface="Arial" panose="020B0604020202020204" pitchFamily="34" charset="0"/>
              </a:rPr>
              <a:t> 1471 – La arquitectura de los sistemas intensivos en software</a:t>
            </a:r>
          </a:p>
        </p:txBody>
      </p:sp>
    </p:spTree>
    <p:extLst>
      <p:ext uri="{BB962C8B-B14F-4D97-AF65-F5344CB8AC3E}">
        <p14:creationId xmlns:p14="http://schemas.microsoft.com/office/powerpoint/2010/main" val="974827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72D1141-6567-B34E-920E-8C77FAED08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94"/>
            <a:ext cx="20104100" cy="11308556"/>
          </a:xfrm>
          <a:prstGeom prst="rect">
            <a:avLst/>
          </a:prstGeom>
        </p:spPr>
      </p:pic>
      <p:pic>
        <p:nvPicPr>
          <p:cNvPr id="4" name="Imagen 3" descr="Imagen que contiene camiseta, dibujo&#10;&#10;Descripción generada automáticamente">
            <a:extLst>
              <a:ext uri="{FF2B5EF4-FFF2-40B4-BE49-F238E27FC236}">
                <a16:creationId xmlns:a16="http://schemas.microsoft.com/office/drawing/2014/main" id="{188BE409-519E-4942-A5BD-DE13B214A1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6450" y="3597672"/>
            <a:ext cx="6765581" cy="4737100"/>
          </a:xfrm>
          <a:prstGeom prst="rect">
            <a:avLst/>
          </a:prstGeom>
        </p:spPr>
      </p:pic>
      <p:sp>
        <p:nvSpPr>
          <p:cNvPr id="5" name="object 22">
            <a:extLst>
              <a:ext uri="{FF2B5EF4-FFF2-40B4-BE49-F238E27FC236}">
                <a16:creationId xmlns:a16="http://schemas.microsoft.com/office/drawing/2014/main" id="{97A236D8-6B29-294D-9959-E79E78B9C22E}"/>
              </a:ext>
            </a:extLst>
          </p:cNvPr>
          <p:cNvSpPr txBox="1">
            <a:spLocks/>
          </p:cNvSpPr>
          <p:nvPr/>
        </p:nvSpPr>
        <p:spPr>
          <a:xfrm>
            <a:off x="16605250" y="244475"/>
            <a:ext cx="2647315" cy="1246495"/>
          </a:xfrm>
          <a:prstGeom prst="rect">
            <a:avLst/>
          </a:prstGeom>
        </p:spPr>
        <p:txBody>
          <a:bodyPr vert="horz" wrap="square" lIns="0" tIns="15240" rIns="0" bIns="0" rtlCol="0">
            <a:spAutoFit/>
          </a:bodyPr>
          <a:lstStyle>
            <a:lvl1pPr>
              <a:defRPr>
                <a:latin typeface="+mj-lt"/>
                <a:ea typeface="+mj-ea"/>
                <a:cs typeface="+mj-cs"/>
              </a:defRPr>
            </a:lvl1pPr>
          </a:lstStyle>
          <a:p>
            <a:pPr marL="12700" algn="r">
              <a:spcBef>
                <a:spcPts val="120"/>
              </a:spcBef>
            </a:pPr>
            <a:r>
              <a:rPr lang="es-419" sz="4000" kern="0" spc="-65" noProof="0" dirty="0">
                <a:solidFill>
                  <a:schemeClr val="bg1"/>
                </a:solidFill>
                <a:latin typeface="Arial" panose="020B0604020202020204" pitchFamily="34" charset="0"/>
                <a:cs typeface="Arial" panose="020B0604020202020204" pitchFamily="34" charset="0"/>
              </a:rPr>
              <a:t>Facultad</a:t>
            </a:r>
            <a:r>
              <a:rPr lang="es-419" sz="4000" kern="0" spc="-235" noProof="0" dirty="0">
                <a:solidFill>
                  <a:schemeClr val="bg1"/>
                </a:solidFill>
                <a:latin typeface="Arial" panose="020B0604020202020204" pitchFamily="34" charset="0"/>
                <a:cs typeface="Arial" panose="020B0604020202020204" pitchFamily="34" charset="0"/>
              </a:rPr>
              <a:t> </a:t>
            </a:r>
            <a:r>
              <a:rPr lang="es-419" sz="4000" kern="0" spc="-75" noProof="0" dirty="0">
                <a:solidFill>
                  <a:schemeClr val="bg1"/>
                </a:solidFill>
                <a:latin typeface="Arial" panose="020B0604020202020204" pitchFamily="34" charset="0"/>
                <a:cs typeface="Arial" panose="020B0604020202020204" pitchFamily="34" charset="0"/>
              </a:rPr>
              <a:t>de</a:t>
            </a:r>
          </a:p>
          <a:p>
            <a:pPr marL="12700" algn="r">
              <a:spcBef>
                <a:spcPts val="30"/>
              </a:spcBef>
            </a:pPr>
            <a:r>
              <a:rPr lang="es-419" sz="4000" b="1" kern="0" spc="-75" noProof="0" dirty="0">
                <a:solidFill>
                  <a:schemeClr val="bg1"/>
                </a:solidFill>
                <a:latin typeface="Arial" panose="020B0604020202020204" pitchFamily="34" charset="0"/>
                <a:cs typeface="Arial" panose="020B0604020202020204" pitchFamily="34" charset="0"/>
              </a:rPr>
              <a:t>Ingeniería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o" ma:contentTypeID="0x01010098B5A6E99B66C54FBF1295E808E38F30" ma:contentTypeVersion="5" ma:contentTypeDescription="Crear nuevo documento." ma:contentTypeScope="" ma:versionID="086ddfc3fb04f784382792a53c8d62dc">
  <xsd:schema xmlns:xsd="http://www.w3.org/2001/XMLSchema" xmlns:xs="http://www.w3.org/2001/XMLSchema" xmlns:p="http://schemas.microsoft.com/office/2006/metadata/properties" xmlns:ns2="1ff709fa-6d6a-449e-a9ef-a200e2783c0e" targetNamespace="http://schemas.microsoft.com/office/2006/metadata/properties" ma:root="true" ma:fieldsID="f1f365a0897f561fe2a6cf5df9687f2d" ns2:_="">
    <xsd:import namespace="1ff709fa-6d6a-449e-a9ef-a200e2783c0e"/>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709fa-6d6a-449e-a9ef-a200e2783c0e" elementFormDefault="qualified">
    <xsd:import namespace="http://schemas.microsoft.com/office/2006/documentManagement/types"/>
    <xsd:import namespace="http://schemas.microsoft.com/office/infopath/2007/PartnerControls"/>
    <xsd:element name="_dlc_DocId" ma:index="8" nillable="true" ma:displayName="Valor de Id. de documento" ma:description="El valor del identificador de documento asignado a este elemento." ma:internalName="_dlc_DocId" ma:readOnly="true">
      <xsd:simpleType>
        <xsd:restriction base="dms:Text"/>
      </xsd:simpleType>
    </xsd:element>
    <xsd:element name="_dlc_DocIdUrl" ma:index="9" nillable="true" ma:displayName="Id. de documento" ma:description="Vínculo permanente a este documento."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1ff709fa-6d6a-449e-a9ef-a200e2783c0e">5CJVHRM7X7WS-166-1747</_dlc_DocId>
    <_dlc_DocIdUrl xmlns="1ff709fa-6d6a-449e-a9ef-a200e2783c0e">
      <Url>https://portalservicios.unisabana.edu.co/manualIV/_layouts/15/DocIdRedir.aspx?ID=5CJVHRM7X7WS-166-1747</Url>
      <Description>5CJVHRM7X7WS-166-1747</Description>
    </_dlc_DocIdUrl>
  </documentManagement>
</p:properties>
</file>

<file path=customXml/itemProps1.xml><?xml version="1.0" encoding="utf-8"?>
<ds:datastoreItem xmlns:ds="http://schemas.openxmlformats.org/officeDocument/2006/customXml" ds:itemID="{2B1A673A-F4B6-45FE-B87B-B11F2535F3AA}">
  <ds:schemaRefs>
    <ds:schemaRef ds:uri="http://schemas.microsoft.com/sharepoint/v3/contenttype/forms"/>
  </ds:schemaRefs>
</ds:datastoreItem>
</file>

<file path=customXml/itemProps2.xml><?xml version="1.0" encoding="utf-8"?>
<ds:datastoreItem xmlns:ds="http://schemas.openxmlformats.org/officeDocument/2006/customXml" ds:itemID="{B064FBAA-C05D-48F7-86F6-6DD8C3EBF011}">
  <ds:schemaRefs>
    <ds:schemaRef ds:uri="http://schemas.microsoft.com/sharepoint/events"/>
  </ds:schemaRefs>
</ds:datastoreItem>
</file>

<file path=customXml/itemProps3.xml><?xml version="1.0" encoding="utf-8"?>
<ds:datastoreItem xmlns:ds="http://schemas.openxmlformats.org/officeDocument/2006/customXml" ds:itemID="{6A3D0169-65D7-4331-9C90-13C12C0FCC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f709fa-6d6a-449e-a9ef-a200e2783c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4224B1E-1E06-4646-B4EC-7B28B799F25B}">
  <ds:schemaRefs>
    <ds:schemaRef ds:uri="http://schemas.microsoft.com/office/2006/metadata/properties"/>
    <ds:schemaRef ds:uri="http://schemas.microsoft.com/office/infopath/2007/PartnerControls"/>
    <ds:schemaRef ds:uri="1ff709fa-6d6a-449e-a9ef-a200e2783c0e"/>
  </ds:schemaRefs>
</ds:datastoreItem>
</file>

<file path=docProps/app.xml><?xml version="1.0" encoding="utf-8"?>
<Properties xmlns="http://schemas.openxmlformats.org/officeDocument/2006/extended-properties" xmlns:vt="http://schemas.openxmlformats.org/officeDocument/2006/docPropsVTypes">
  <Template/>
  <TotalTime>334</TotalTime>
  <Words>1333</Words>
  <Application>Microsoft Office PowerPoint</Application>
  <PresentationFormat>Personalizado</PresentationFormat>
  <Paragraphs>145</Paragraphs>
  <Slides>21</Slides>
  <Notes>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Aptos</vt:lpstr>
      <vt:lpstr>Arial</vt:lpstr>
      <vt:lpstr>Calibri</vt:lpstr>
      <vt:lpstr>Office Theme</vt:lpstr>
      <vt:lpstr>Arquitectura Empresarial Introducción a la Arquitectura Empresarial</vt:lpstr>
      <vt:lpstr>Presentación de PowerPoint</vt:lpstr>
      <vt:lpstr>¿Que problemas ven?</vt:lpstr>
      <vt:lpstr>Presentación de PowerPoint</vt:lpstr>
      <vt:lpstr>¿Qué es Arquitectura Empresarial?</vt:lpstr>
      <vt:lpstr>Facultad de Ingeniería</vt:lpstr>
      <vt:lpstr>Presentación de PowerPoint</vt:lpstr>
      <vt:lpstr>Presentación de PowerPoint</vt:lpstr>
      <vt:lpstr>Facultad de Ingeniería</vt:lpstr>
      <vt:lpstr>Facultad de Ingeniería</vt:lpstr>
      <vt:lpstr>Presentación de PowerPoint</vt:lpstr>
      <vt:lpstr>TOGAF en 1 minuto Un marco para desarrollar arquitecturas empresariales</vt:lpstr>
      <vt:lpstr>Facultad de Ingeniería</vt:lpstr>
      <vt:lpstr>Facultad de Ingeniería</vt:lpstr>
      <vt:lpstr>Presentación de PowerPoint</vt:lpstr>
      <vt:lpstr>Facultad de Ingeniería</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Ingeniería</dc:title>
  <dc:creator>Cesar Vega</dc:creator>
  <cp:lastModifiedBy>Cesar Augusto Vega Fernandez</cp:lastModifiedBy>
  <cp:revision>36</cp:revision>
  <dcterms:created xsi:type="dcterms:W3CDTF">2019-09-24T14:34:44Z</dcterms:created>
  <dcterms:modified xsi:type="dcterms:W3CDTF">2026-01-24T00:50:23Z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2019-09-23T00:00:00Z</vt:filetime>
  </property>
  <property fmtid="{D5CDD505-2E9C-101B-9397-08002B2CF9AE}" pid="3" name="Creator">
    <vt:lpwstr>Adobe Illustrator CC 23.0 (Macintosh)</vt:lpwstr>
  </property>
  <property fmtid="{D5CDD505-2E9C-101B-9397-08002B2CF9AE}" pid="4" name="LastSaved">
    <vt:filetime>2019-09-24T00:00:00Z</vt:filetime>
  </property>
  <property fmtid="{D5CDD505-2E9C-101B-9397-08002B2CF9AE}" pid="5" name="ContentTypeId">
    <vt:lpwstr>0x01010098B5A6E99B66C54FBF1295E808E38F30</vt:lpwstr>
  </property>
  <property fmtid="{D5CDD505-2E9C-101B-9397-08002B2CF9AE}" pid="6" name="_dlc_DocIdItemGuid">
    <vt:lpwstr>1222df11-506f-40de-b437-c7254a0c63aa</vt:lpwstr>
  </property>
</Properties>
</file>