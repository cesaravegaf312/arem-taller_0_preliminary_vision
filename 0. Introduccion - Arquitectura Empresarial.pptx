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jpg" ContentType="image/jpg"/>
  <Override PartName="/ppt/media/image15.jpg" ContentType="image/jpg"/>
  <Override PartName="/ppt/media/image20.jpg" ContentType="image/jpg"/>
  <Override PartName="/ppt/media/image23.jpg" ContentType="image/jpg"/>
  <Override PartName="/ppt/media/image29.jpg" ContentType="image/jpg"/>
  <Override PartName="/ppt/media/image33.svg" ContentType="image/svg+xml"/>
  <Override PartName="/ppt/media/image34.jpg" ContentType="image/jpg"/>
  <Override PartName="/ppt/media/image53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8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28"/>
  </p:notesMasterIdLst>
  <p:sldIdLst>
    <p:sldId id="256" r:id="rId6"/>
    <p:sldId id="277" r:id="rId7"/>
    <p:sldId id="278" r:id="rId8"/>
    <p:sldId id="285" r:id="rId9"/>
    <p:sldId id="286" r:id="rId10"/>
    <p:sldId id="293" r:id="rId11"/>
    <p:sldId id="287" r:id="rId12"/>
    <p:sldId id="294" r:id="rId13"/>
    <p:sldId id="280" r:id="rId14"/>
    <p:sldId id="288" r:id="rId15"/>
    <p:sldId id="259" r:id="rId16"/>
    <p:sldId id="263" r:id="rId17"/>
    <p:sldId id="281" r:id="rId18"/>
    <p:sldId id="282" r:id="rId19"/>
    <p:sldId id="283" r:id="rId20"/>
    <p:sldId id="284" r:id="rId21"/>
    <p:sldId id="289" r:id="rId22"/>
    <p:sldId id="295" r:id="rId23"/>
    <p:sldId id="290" r:id="rId24"/>
    <p:sldId id="291" r:id="rId25"/>
    <p:sldId id="292" r:id="rId26"/>
    <p:sldId id="276" r:id="rId27"/>
  </p:sldIdLst>
  <p:sldSz cx="20104100" cy="11309350"/>
  <p:notesSz cx="20104100" cy="1130935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4"/>
  </p:normalViewPr>
  <p:slideViewPr>
    <p:cSldViewPr>
      <p:cViewPr varScale="1">
        <p:scale>
          <a:sx n="42" d="100"/>
          <a:sy n="42" d="100"/>
        </p:scale>
        <p:origin x="564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7F24C-A70D-4192-AD3E-FCDCD658F0F3}" type="datetimeFigureOut">
              <a:rPr lang="es-419" smtClean="0"/>
              <a:t>23/1/2026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15CDC8-506D-40F1-8E20-CCCCEAA1B72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937762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7995" y="6642519"/>
            <a:ext cx="19468109" cy="1282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jp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jp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Relationship Id="rId7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jp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Relationship Id="rId7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Relationship Id="rId7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9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6.png"/><Relationship Id="rId6" Type="http://schemas.openxmlformats.org/officeDocument/2006/relationships/image" Target="../media/image32.png"/><Relationship Id="rId7" Type="http://schemas.openxmlformats.org/officeDocument/2006/relationships/image" Target="../media/image33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4.jp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6.png"/><Relationship Id="rId6" Type="http://schemas.openxmlformats.org/officeDocument/2006/relationships/image" Target="../media/image3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6.png"/><Relationship Id="rId7" Type="http://schemas.openxmlformats.org/officeDocument/2006/relationships/image" Target="../media/image42.png"/><Relationship Id="rId8" Type="http://schemas.openxmlformats.org/officeDocument/2006/relationships/hyperlink" Target="https://www.nist.gov/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6.png"/><Relationship Id="rId6" Type="http://schemas.openxmlformats.org/officeDocument/2006/relationships/image" Target="../media/image52.png"/><Relationship Id="rId7" Type="http://schemas.openxmlformats.org/officeDocument/2006/relationships/image" Target="../media/image53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.png"/><Relationship Id="rId6" Type="http://schemas.openxmlformats.org/officeDocument/2006/relationships/image" Target="../media/image60.png"/><Relationship Id="rId7" Type="http://schemas.openxmlformats.org/officeDocument/2006/relationships/image" Target="../media/image61.svg"/><Relationship Id="rId8" Type="http://schemas.openxmlformats.org/officeDocument/2006/relationships/image" Target="../media/image62.png"/><Relationship Id="rId9" Type="http://schemas.openxmlformats.org/officeDocument/2006/relationships/image" Target="../media/image63.svg"/><Relationship Id="rId10" Type="http://schemas.openxmlformats.org/officeDocument/2006/relationships/image" Target="../media/image64.png"/><Relationship Id="rId11" Type="http://schemas.openxmlformats.org/officeDocument/2006/relationships/image" Target="../media/image65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9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6.png"/><Relationship Id="rId6" Type="http://schemas.openxmlformats.org/officeDocument/2006/relationships/image" Target="../media/image6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jp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6.png"/><Relationship Id="rId7" Type="http://schemas.openxmlformats.org/officeDocument/2006/relationships/hyperlink" Target="mailto:cesarvefe@unisabana.edu.co" TargetMode="External"/><Relationship Id="rId8" Type="http://schemas.openxmlformats.org/officeDocument/2006/relationships/image" Target="../media/image7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099" cy="11308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14322897" y="8422452"/>
            <a:ext cx="5781675" cy="2183130"/>
          </a:xfrm>
          <a:custGeom>
            <a:avLst/>
            <a:gdLst/>
            <a:ahLst/>
            <a:cxnLst/>
            <a:rect l="l" t="t" r="r" b="b"/>
            <a:pathLst>
              <a:path w="5781675" h="2183129">
                <a:moveTo>
                  <a:pt x="5781195" y="0"/>
                </a:moveTo>
                <a:lnTo>
                  <a:pt x="0" y="0"/>
                </a:lnTo>
                <a:lnTo>
                  <a:pt x="188475" y="2182875"/>
                </a:lnTo>
                <a:lnTo>
                  <a:pt x="5781195" y="2182875"/>
                </a:lnTo>
                <a:lnTo>
                  <a:pt x="5781195" y="0"/>
                </a:lnTo>
                <a:close/>
              </a:path>
            </a:pathLst>
          </a:custGeom>
          <a:solidFill>
            <a:srgbClr val="1F3D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27651" y="10541473"/>
            <a:ext cx="117550" cy="2527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29400" y="10511800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3766" y="0"/>
                </a:lnTo>
              </a:path>
            </a:pathLst>
          </a:custGeom>
          <a:ln w="1626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29394" y="10075174"/>
            <a:ext cx="113778" cy="4031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29403" y="9902284"/>
            <a:ext cx="113766" cy="12345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29400" y="9864511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3766" y="0"/>
                </a:lnTo>
              </a:path>
            </a:pathLst>
          </a:custGeom>
          <a:ln w="293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29396" y="9712807"/>
            <a:ext cx="113776" cy="11409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29403" y="9676555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3766" y="0"/>
                </a:lnTo>
              </a:path>
            </a:pathLst>
          </a:custGeom>
          <a:ln w="2793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9403" y="9614324"/>
            <a:ext cx="21590" cy="48260"/>
          </a:xfrm>
          <a:custGeom>
            <a:avLst/>
            <a:gdLst/>
            <a:ahLst/>
            <a:cxnLst/>
            <a:rect l="l" t="t" r="r" b="b"/>
            <a:pathLst>
              <a:path w="21590" h="48259">
                <a:moveTo>
                  <a:pt x="0" y="48259"/>
                </a:moveTo>
                <a:lnTo>
                  <a:pt x="20973" y="48259"/>
                </a:lnTo>
                <a:lnTo>
                  <a:pt x="20973" y="0"/>
                </a:lnTo>
                <a:lnTo>
                  <a:pt x="0" y="0"/>
                </a:lnTo>
                <a:lnTo>
                  <a:pt x="0" y="482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73559" y="9616600"/>
            <a:ext cx="21590" cy="45720"/>
          </a:xfrm>
          <a:custGeom>
            <a:avLst/>
            <a:gdLst/>
            <a:ahLst/>
            <a:cxnLst/>
            <a:rect l="l" t="t" r="r" b="b"/>
            <a:pathLst>
              <a:path w="21590" h="45720">
                <a:moveTo>
                  <a:pt x="21140" y="0"/>
                </a:moveTo>
                <a:lnTo>
                  <a:pt x="0" y="0"/>
                </a:lnTo>
                <a:lnTo>
                  <a:pt x="0" y="45464"/>
                </a:lnTo>
                <a:lnTo>
                  <a:pt x="21140" y="45464"/>
                </a:lnTo>
                <a:lnTo>
                  <a:pt x="211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21872" y="9613103"/>
            <a:ext cx="21590" cy="49530"/>
          </a:xfrm>
          <a:custGeom>
            <a:avLst/>
            <a:gdLst/>
            <a:ahLst/>
            <a:cxnLst/>
            <a:rect l="l" t="t" r="r" b="b"/>
            <a:pathLst>
              <a:path w="21590" h="49529">
                <a:moveTo>
                  <a:pt x="21297" y="0"/>
                </a:moveTo>
                <a:lnTo>
                  <a:pt x="0" y="0"/>
                </a:lnTo>
                <a:lnTo>
                  <a:pt x="0" y="48961"/>
                </a:lnTo>
                <a:lnTo>
                  <a:pt x="21297" y="48961"/>
                </a:lnTo>
                <a:lnTo>
                  <a:pt x="212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9403" y="9483154"/>
            <a:ext cx="114300" cy="111760"/>
          </a:xfrm>
          <a:custGeom>
            <a:avLst/>
            <a:gdLst/>
            <a:ahLst/>
            <a:cxnLst/>
            <a:rect l="l" t="t" r="r" b="b"/>
            <a:pathLst>
              <a:path w="114300" h="111759">
                <a:moveTo>
                  <a:pt x="56846" y="0"/>
                </a:moveTo>
                <a:lnTo>
                  <a:pt x="16181" y="17000"/>
                </a:lnTo>
                <a:lnTo>
                  <a:pt x="691" y="52798"/>
                </a:lnTo>
                <a:lnTo>
                  <a:pt x="0" y="69045"/>
                </a:lnTo>
                <a:lnTo>
                  <a:pt x="0" y="111734"/>
                </a:lnTo>
                <a:lnTo>
                  <a:pt x="113766" y="111734"/>
                </a:lnTo>
                <a:lnTo>
                  <a:pt x="113766" y="83274"/>
                </a:lnTo>
                <a:lnTo>
                  <a:pt x="23015" y="83274"/>
                </a:lnTo>
                <a:lnTo>
                  <a:pt x="23115" y="60876"/>
                </a:lnTo>
                <a:lnTo>
                  <a:pt x="49709" y="29848"/>
                </a:lnTo>
                <a:lnTo>
                  <a:pt x="56846" y="29276"/>
                </a:lnTo>
                <a:lnTo>
                  <a:pt x="106849" y="29276"/>
                </a:lnTo>
                <a:lnTo>
                  <a:pt x="105148" y="26596"/>
                </a:lnTo>
                <a:lnTo>
                  <a:pt x="71347" y="1709"/>
                </a:lnTo>
                <a:lnTo>
                  <a:pt x="64272" y="427"/>
                </a:lnTo>
                <a:lnTo>
                  <a:pt x="56846" y="0"/>
                </a:lnTo>
                <a:close/>
              </a:path>
              <a:path w="114300" h="111759">
                <a:moveTo>
                  <a:pt x="106849" y="29276"/>
                </a:moveTo>
                <a:lnTo>
                  <a:pt x="56846" y="29276"/>
                </a:lnTo>
                <a:lnTo>
                  <a:pt x="63982" y="29848"/>
                </a:lnTo>
                <a:lnTo>
                  <a:pt x="70435" y="31563"/>
                </a:lnTo>
                <a:lnTo>
                  <a:pt x="90751" y="83274"/>
                </a:lnTo>
                <a:lnTo>
                  <a:pt x="113766" y="83274"/>
                </a:lnTo>
                <a:lnTo>
                  <a:pt x="111776" y="42773"/>
                </a:lnTo>
                <a:lnTo>
                  <a:pt x="108237" y="31465"/>
                </a:lnTo>
                <a:lnTo>
                  <a:pt x="106849" y="292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29398" y="9359547"/>
            <a:ext cx="116205" cy="107950"/>
          </a:xfrm>
          <a:custGeom>
            <a:avLst/>
            <a:gdLst/>
            <a:ahLst/>
            <a:cxnLst/>
            <a:rect l="l" t="t" r="r" b="b"/>
            <a:pathLst>
              <a:path w="116204" h="107950">
                <a:moveTo>
                  <a:pt x="65139" y="0"/>
                </a:moveTo>
                <a:lnTo>
                  <a:pt x="0" y="0"/>
                </a:lnTo>
                <a:lnTo>
                  <a:pt x="0" y="28459"/>
                </a:lnTo>
                <a:lnTo>
                  <a:pt x="73107" y="28459"/>
                </a:lnTo>
                <a:lnTo>
                  <a:pt x="80049" y="30606"/>
                </a:lnTo>
                <a:lnTo>
                  <a:pt x="89599" y="39171"/>
                </a:lnTo>
                <a:lnTo>
                  <a:pt x="91976" y="45401"/>
                </a:lnTo>
                <a:lnTo>
                  <a:pt x="91976" y="61830"/>
                </a:lnTo>
                <a:lnTo>
                  <a:pt x="89578" y="68113"/>
                </a:lnTo>
                <a:lnTo>
                  <a:pt x="79987" y="76793"/>
                </a:lnTo>
                <a:lnTo>
                  <a:pt x="73055" y="78960"/>
                </a:lnTo>
                <a:lnTo>
                  <a:pt x="0" y="78960"/>
                </a:lnTo>
                <a:lnTo>
                  <a:pt x="0" y="107588"/>
                </a:lnTo>
                <a:lnTo>
                  <a:pt x="65139" y="107588"/>
                </a:lnTo>
                <a:lnTo>
                  <a:pt x="76434" y="106700"/>
                </a:lnTo>
                <a:lnTo>
                  <a:pt x="108289" y="85599"/>
                </a:lnTo>
                <a:lnTo>
                  <a:pt x="115807" y="53830"/>
                </a:lnTo>
                <a:lnTo>
                  <a:pt x="114973" y="41810"/>
                </a:lnTo>
                <a:lnTo>
                  <a:pt x="95082" y="7977"/>
                </a:lnTo>
                <a:lnTo>
                  <a:pt x="76434" y="885"/>
                </a:lnTo>
                <a:lnTo>
                  <a:pt x="651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7474" y="9238293"/>
            <a:ext cx="118110" cy="105410"/>
          </a:xfrm>
          <a:custGeom>
            <a:avLst/>
            <a:gdLst/>
            <a:ahLst/>
            <a:cxnLst/>
            <a:rect l="l" t="t" r="r" b="b"/>
            <a:pathLst>
              <a:path w="118109" h="105409">
                <a:moveTo>
                  <a:pt x="35922" y="973"/>
                </a:moveTo>
                <a:lnTo>
                  <a:pt x="730" y="27119"/>
                </a:lnTo>
                <a:lnTo>
                  <a:pt x="0" y="41150"/>
                </a:lnTo>
                <a:lnTo>
                  <a:pt x="989" y="54630"/>
                </a:lnTo>
                <a:lnTo>
                  <a:pt x="24956" y="95284"/>
                </a:lnTo>
                <a:lnTo>
                  <a:pt x="58937" y="105232"/>
                </a:lnTo>
                <a:lnTo>
                  <a:pt x="67335" y="105232"/>
                </a:lnTo>
                <a:lnTo>
                  <a:pt x="101750" y="87547"/>
                </a:lnTo>
                <a:lnTo>
                  <a:pt x="110653" y="75955"/>
                </a:lnTo>
                <a:lnTo>
                  <a:pt x="58937" y="75955"/>
                </a:lnTo>
                <a:lnTo>
                  <a:pt x="51165" y="75337"/>
                </a:lnTo>
                <a:lnTo>
                  <a:pt x="24382" y="47113"/>
                </a:lnTo>
                <a:lnTo>
                  <a:pt x="23797" y="38951"/>
                </a:lnTo>
                <a:lnTo>
                  <a:pt x="23797" y="32616"/>
                </a:lnTo>
                <a:lnTo>
                  <a:pt x="24802" y="26260"/>
                </a:lnTo>
                <a:lnTo>
                  <a:pt x="28812" y="13580"/>
                </a:lnTo>
                <a:lnTo>
                  <a:pt x="31860" y="7266"/>
                </a:lnTo>
                <a:lnTo>
                  <a:pt x="35922" y="973"/>
                </a:lnTo>
                <a:close/>
              </a:path>
              <a:path w="118109" h="105409">
                <a:moveTo>
                  <a:pt x="106182" y="0"/>
                </a:moveTo>
                <a:lnTo>
                  <a:pt x="79586" y="0"/>
                </a:lnTo>
                <a:lnTo>
                  <a:pt x="84308" y="6827"/>
                </a:lnTo>
                <a:lnTo>
                  <a:pt x="87868" y="13695"/>
                </a:lnTo>
                <a:lnTo>
                  <a:pt x="92695" y="27465"/>
                </a:lnTo>
                <a:lnTo>
                  <a:pt x="93824" y="33883"/>
                </a:lnTo>
                <a:lnTo>
                  <a:pt x="93900" y="41150"/>
                </a:lnTo>
                <a:lnTo>
                  <a:pt x="93305" y="48713"/>
                </a:lnTo>
                <a:lnTo>
                  <a:pt x="58937" y="75955"/>
                </a:lnTo>
                <a:lnTo>
                  <a:pt x="110653" y="75955"/>
                </a:lnTo>
                <a:lnTo>
                  <a:pt x="110946" y="75474"/>
                </a:lnTo>
                <a:lnTo>
                  <a:pt x="116370" y="60574"/>
                </a:lnTo>
                <a:lnTo>
                  <a:pt x="117731" y="52396"/>
                </a:lnTo>
                <a:lnTo>
                  <a:pt x="117731" y="35642"/>
                </a:lnTo>
                <a:lnTo>
                  <a:pt x="116778" y="28145"/>
                </a:lnTo>
                <a:lnTo>
                  <a:pt x="113021" y="13947"/>
                </a:lnTo>
                <a:lnTo>
                  <a:pt x="112888" y="13580"/>
                </a:lnTo>
                <a:lnTo>
                  <a:pt x="110088" y="6827"/>
                </a:lnTo>
                <a:lnTo>
                  <a:pt x="10618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9402" y="9109151"/>
            <a:ext cx="114300" cy="127000"/>
          </a:xfrm>
          <a:custGeom>
            <a:avLst/>
            <a:gdLst/>
            <a:ahLst/>
            <a:cxnLst/>
            <a:rect l="l" t="t" r="r" b="b"/>
            <a:pathLst>
              <a:path w="114300" h="127000">
                <a:moveTo>
                  <a:pt x="113766" y="0"/>
                </a:moveTo>
                <a:lnTo>
                  <a:pt x="0" y="44323"/>
                </a:lnTo>
                <a:lnTo>
                  <a:pt x="0" y="77170"/>
                </a:lnTo>
                <a:lnTo>
                  <a:pt x="113766" y="126781"/>
                </a:lnTo>
                <a:lnTo>
                  <a:pt x="113766" y="96447"/>
                </a:lnTo>
                <a:lnTo>
                  <a:pt x="91651" y="87337"/>
                </a:lnTo>
                <a:lnTo>
                  <a:pt x="91651" y="79128"/>
                </a:lnTo>
                <a:lnTo>
                  <a:pt x="72133" y="79128"/>
                </a:lnTo>
                <a:lnTo>
                  <a:pt x="28868" y="61474"/>
                </a:lnTo>
                <a:lnTo>
                  <a:pt x="72133" y="45537"/>
                </a:lnTo>
                <a:lnTo>
                  <a:pt x="91651" y="45537"/>
                </a:lnTo>
                <a:lnTo>
                  <a:pt x="91651" y="38302"/>
                </a:lnTo>
                <a:lnTo>
                  <a:pt x="113766" y="30177"/>
                </a:lnTo>
                <a:lnTo>
                  <a:pt x="113766" y="0"/>
                </a:lnTo>
                <a:close/>
              </a:path>
              <a:path w="114300" h="127000">
                <a:moveTo>
                  <a:pt x="91651" y="45537"/>
                </a:moveTo>
                <a:lnTo>
                  <a:pt x="72133" y="45537"/>
                </a:lnTo>
                <a:lnTo>
                  <a:pt x="72133" y="79128"/>
                </a:lnTo>
                <a:lnTo>
                  <a:pt x="91651" y="79128"/>
                </a:lnTo>
                <a:lnTo>
                  <a:pt x="91651" y="4553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7474" y="9004656"/>
            <a:ext cx="118110" cy="105410"/>
          </a:xfrm>
          <a:custGeom>
            <a:avLst/>
            <a:gdLst/>
            <a:ahLst/>
            <a:cxnLst/>
            <a:rect l="l" t="t" r="r" b="b"/>
            <a:pathLst>
              <a:path w="118109" h="105409">
                <a:moveTo>
                  <a:pt x="35922" y="973"/>
                </a:moveTo>
                <a:lnTo>
                  <a:pt x="730" y="27119"/>
                </a:lnTo>
                <a:lnTo>
                  <a:pt x="0" y="41150"/>
                </a:lnTo>
                <a:lnTo>
                  <a:pt x="989" y="54630"/>
                </a:lnTo>
                <a:lnTo>
                  <a:pt x="24956" y="95284"/>
                </a:lnTo>
                <a:lnTo>
                  <a:pt x="58937" y="105232"/>
                </a:lnTo>
                <a:lnTo>
                  <a:pt x="67335" y="105232"/>
                </a:lnTo>
                <a:lnTo>
                  <a:pt x="101740" y="87547"/>
                </a:lnTo>
                <a:lnTo>
                  <a:pt x="110652" y="75955"/>
                </a:lnTo>
                <a:lnTo>
                  <a:pt x="58937" y="75955"/>
                </a:lnTo>
                <a:lnTo>
                  <a:pt x="51165" y="75337"/>
                </a:lnTo>
                <a:lnTo>
                  <a:pt x="24382" y="47113"/>
                </a:lnTo>
                <a:lnTo>
                  <a:pt x="23797" y="38951"/>
                </a:lnTo>
                <a:lnTo>
                  <a:pt x="23797" y="32606"/>
                </a:lnTo>
                <a:lnTo>
                  <a:pt x="24802" y="26260"/>
                </a:lnTo>
                <a:lnTo>
                  <a:pt x="28812" y="13580"/>
                </a:lnTo>
                <a:lnTo>
                  <a:pt x="31860" y="7266"/>
                </a:lnTo>
                <a:lnTo>
                  <a:pt x="35922" y="973"/>
                </a:lnTo>
                <a:close/>
              </a:path>
              <a:path w="118109" h="105409">
                <a:moveTo>
                  <a:pt x="106182" y="0"/>
                </a:moveTo>
                <a:lnTo>
                  <a:pt x="79586" y="0"/>
                </a:lnTo>
                <a:lnTo>
                  <a:pt x="84308" y="6827"/>
                </a:lnTo>
                <a:lnTo>
                  <a:pt x="87868" y="13685"/>
                </a:lnTo>
                <a:lnTo>
                  <a:pt x="92695" y="27465"/>
                </a:lnTo>
                <a:lnTo>
                  <a:pt x="93824" y="33883"/>
                </a:lnTo>
                <a:lnTo>
                  <a:pt x="93900" y="41150"/>
                </a:lnTo>
                <a:lnTo>
                  <a:pt x="93305" y="48709"/>
                </a:lnTo>
                <a:lnTo>
                  <a:pt x="58937" y="75955"/>
                </a:lnTo>
                <a:lnTo>
                  <a:pt x="110652" y="75955"/>
                </a:lnTo>
                <a:lnTo>
                  <a:pt x="110946" y="75474"/>
                </a:lnTo>
                <a:lnTo>
                  <a:pt x="116370" y="60574"/>
                </a:lnTo>
                <a:lnTo>
                  <a:pt x="117731" y="52396"/>
                </a:lnTo>
                <a:lnTo>
                  <a:pt x="117731" y="35642"/>
                </a:lnTo>
                <a:lnTo>
                  <a:pt x="116778" y="28135"/>
                </a:lnTo>
                <a:lnTo>
                  <a:pt x="113021" y="13947"/>
                </a:lnTo>
                <a:lnTo>
                  <a:pt x="112888" y="13580"/>
                </a:lnTo>
                <a:lnTo>
                  <a:pt x="110088" y="6827"/>
                </a:lnTo>
                <a:lnTo>
                  <a:pt x="10618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400" y="8972323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3766" y="0"/>
                </a:lnTo>
              </a:path>
            </a:pathLst>
          </a:custGeom>
          <a:ln w="2936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90112" y="8816556"/>
            <a:ext cx="155575" cy="123825"/>
          </a:xfrm>
          <a:custGeom>
            <a:avLst/>
            <a:gdLst/>
            <a:ahLst/>
            <a:cxnLst/>
            <a:rect l="l" t="t" r="r" b="b"/>
            <a:pathLst>
              <a:path w="155575" h="123825">
                <a:moveTo>
                  <a:pt x="0" y="39192"/>
                </a:moveTo>
                <a:lnTo>
                  <a:pt x="0" y="57254"/>
                </a:lnTo>
                <a:lnTo>
                  <a:pt x="28313" y="73840"/>
                </a:lnTo>
                <a:lnTo>
                  <a:pt x="28313" y="63181"/>
                </a:lnTo>
                <a:lnTo>
                  <a:pt x="0" y="39192"/>
                </a:lnTo>
                <a:close/>
              </a:path>
              <a:path w="155575" h="123825">
                <a:moveTo>
                  <a:pt x="104698" y="0"/>
                </a:moveTo>
                <a:lnTo>
                  <a:pt x="87840" y="0"/>
                </a:lnTo>
                <a:lnTo>
                  <a:pt x="80018" y="1507"/>
                </a:lnTo>
                <a:lnTo>
                  <a:pt x="48239" y="23569"/>
                </a:lnTo>
                <a:lnTo>
                  <a:pt x="37568" y="52511"/>
                </a:lnTo>
                <a:lnTo>
                  <a:pt x="37577" y="71453"/>
                </a:lnTo>
                <a:lnTo>
                  <a:pt x="59244" y="111860"/>
                </a:lnTo>
                <a:lnTo>
                  <a:pt x="87840" y="123776"/>
                </a:lnTo>
                <a:lnTo>
                  <a:pt x="104698" y="123776"/>
                </a:lnTo>
                <a:lnTo>
                  <a:pt x="144225" y="100143"/>
                </a:lnTo>
                <a:lnTo>
                  <a:pt x="147742" y="94499"/>
                </a:lnTo>
                <a:lnTo>
                  <a:pt x="96290" y="94499"/>
                </a:lnTo>
                <a:lnTo>
                  <a:pt x="88988" y="93926"/>
                </a:lnTo>
                <a:lnTo>
                  <a:pt x="61327" y="71453"/>
                </a:lnTo>
                <a:lnTo>
                  <a:pt x="61327" y="52511"/>
                </a:lnTo>
                <a:lnTo>
                  <a:pt x="96290" y="29444"/>
                </a:lnTo>
                <a:lnTo>
                  <a:pt x="147772" y="29444"/>
                </a:lnTo>
                <a:lnTo>
                  <a:pt x="144163" y="23632"/>
                </a:lnTo>
                <a:lnTo>
                  <a:pt x="133221" y="11957"/>
                </a:lnTo>
                <a:lnTo>
                  <a:pt x="126865" y="7528"/>
                </a:lnTo>
                <a:lnTo>
                  <a:pt x="112488" y="1507"/>
                </a:lnTo>
                <a:lnTo>
                  <a:pt x="104698" y="0"/>
                </a:lnTo>
                <a:close/>
              </a:path>
              <a:path w="155575" h="123825">
                <a:moveTo>
                  <a:pt x="147772" y="29444"/>
                </a:moveTo>
                <a:lnTo>
                  <a:pt x="96290" y="29444"/>
                </a:lnTo>
                <a:lnTo>
                  <a:pt x="103560" y="30015"/>
                </a:lnTo>
                <a:lnTo>
                  <a:pt x="110152" y="31730"/>
                </a:lnTo>
                <a:lnTo>
                  <a:pt x="116066" y="34590"/>
                </a:lnTo>
                <a:lnTo>
                  <a:pt x="121305" y="38595"/>
                </a:lnTo>
                <a:lnTo>
                  <a:pt x="127839" y="44710"/>
                </a:lnTo>
                <a:lnTo>
                  <a:pt x="131105" y="52511"/>
                </a:lnTo>
                <a:lnTo>
                  <a:pt x="131105" y="71453"/>
                </a:lnTo>
                <a:lnTo>
                  <a:pt x="96290" y="94499"/>
                </a:lnTo>
                <a:lnTo>
                  <a:pt x="147742" y="94499"/>
                </a:lnTo>
                <a:lnTo>
                  <a:pt x="148309" y="93588"/>
                </a:lnTo>
                <a:lnTo>
                  <a:pt x="153733" y="79002"/>
                </a:lnTo>
                <a:lnTo>
                  <a:pt x="155003" y="71453"/>
                </a:lnTo>
                <a:lnTo>
                  <a:pt x="155003" y="52511"/>
                </a:lnTo>
                <a:lnTo>
                  <a:pt x="153723" y="44909"/>
                </a:lnTo>
                <a:lnTo>
                  <a:pt x="148246" y="30208"/>
                </a:lnTo>
                <a:lnTo>
                  <a:pt x="147772" y="294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29396" y="8685872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3776" y="0"/>
                </a:moveTo>
                <a:lnTo>
                  <a:pt x="0" y="0"/>
                </a:lnTo>
                <a:lnTo>
                  <a:pt x="0" y="28135"/>
                </a:lnTo>
                <a:lnTo>
                  <a:pt x="67819" y="28135"/>
                </a:lnTo>
                <a:lnTo>
                  <a:pt x="0" y="89128"/>
                </a:lnTo>
                <a:lnTo>
                  <a:pt x="0" y="114101"/>
                </a:lnTo>
                <a:lnTo>
                  <a:pt x="113776" y="114101"/>
                </a:lnTo>
                <a:lnTo>
                  <a:pt x="113776" y="85955"/>
                </a:lnTo>
                <a:lnTo>
                  <a:pt x="42291" y="85955"/>
                </a:lnTo>
                <a:lnTo>
                  <a:pt x="113776" y="22282"/>
                </a:lnTo>
                <a:lnTo>
                  <a:pt x="11377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68370" y="8652071"/>
            <a:ext cx="0" cy="2137410"/>
          </a:xfrm>
          <a:custGeom>
            <a:avLst/>
            <a:gdLst/>
            <a:ahLst/>
            <a:cxnLst/>
            <a:rect l="l" t="t" r="r" b="b"/>
            <a:pathLst>
              <a:path h="2137409">
                <a:moveTo>
                  <a:pt x="0" y="0"/>
                </a:moveTo>
                <a:lnTo>
                  <a:pt x="0" y="2137044"/>
                </a:lnTo>
              </a:path>
            </a:pathLst>
          </a:custGeom>
          <a:ln w="1486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79957" y="8652071"/>
            <a:ext cx="0" cy="2137410"/>
          </a:xfrm>
          <a:custGeom>
            <a:avLst/>
            <a:gdLst/>
            <a:ahLst/>
            <a:cxnLst/>
            <a:rect l="l" t="t" r="r" b="b"/>
            <a:pathLst>
              <a:path h="2137409">
                <a:moveTo>
                  <a:pt x="0" y="0"/>
                </a:moveTo>
                <a:lnTo>
                  <a:pt x="0" y="2137044"/>
                </a:lnTo>
              </a:path>
            </a:pathLst>
          </a:custGeom>
          <a:ln w="557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1682715" y="1022818"/>
            <a:ext cx="12788936" cy="583172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es-419" sz="17300" spc="-340" dirty="0"/>
              <a:t>Arquitectura Empresarial</a:t>
            </a:r>
            <a:br>
              <a:rPr lang="es-419" sz="17300" spc="-340" dirty="0"/>
            </a:br>
            <a:r>
              <a:rPr lang="es-419" sz="3200" spc="-340" dirty="0"/>
              <a:t>Introducción</a:t>
            </a:r>
            <a:endParaRPr sz="17300" dirty="0"/>
          </a:p>
        </p:txBody>
      </p:sp>
      <p:sp>
        <p:nvSpPr>
          <p:cNvPr id="39" name="object 39"/>
          <p:cNvSpPr/>
          <p:nvPr/>
        </p:nvSpPr>
        <p:spPr>
          <a:xfrm>
            <a:off x="1308750" y="8876086"/>
            <a:ext cx="1270" cy="1683385"/>
          </a:xfrm>
          <a:custGeom>
            <a:avLst/>
            <a:gdLst/>
            <a:ahLst/>
            <a:cxnLst/>
            <a:rect l="l" t="t" r="r" b="b"/>
            <a:pathLst>
              <a:path w="1269" h="1683384">
                <a:moveTo>
                  <a:pt x="0" y="0"/>
                </a:moveTo>
                <a:lnTo>
                  <a:pt x="743" y="1683184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593829" y="8584544"/>
            <a:ext cx="4474845" cy="21183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8215"/>
              </a:lnSpc>
              <a:spcBef>
                <a:spcPts val="135"/>
              </a:spcBef>
            </a:pPr>
            <a:r>
              <a:rPr sz="6950" spc="-105" dirty="0">
                <a:solidFill>
                  <a:srgbClr val="FFFFFF"/>
                </a:solidFill>
                <a:latin typeface="Arial"/>
                <a:cs typeface="Arial"/>
              </a:rPr>
              <a:t>Facultad</a:t>
            </a:r>
            <a:r>
              <a:rPr sz="6950" spc="-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950" spc="-12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endParaRPr sz="6950" dirty="0">
              <a:latin typeface="Arial"/>
              <a:cs typeface="Arial"/>
            </a:endParaRPr>
          </a:p>
          <a:p>
            <a:pPr marL="12700">
              <a:lnSpc>
                <a:spcPts val="8215"/>
              </a:lnSpc>
            </a:pPr>
            <a:r>
              <a:rPr sz="6950" b="1" spc="-125" dirty="0">
                <a:solidFill>
                  <a:srgbClr val="FFFFFF"/>
                </a:solidFill>
                <a:latin typeface="Arial"/>
                <a:cs typeface="Arial"/>
              </a:rPr>
              <a:t>Ingeniería</a:t>
            </a:r>
            <a:endParaRPr sz="6950" dirty="0">
              <a:latin typeface="Arial"/>
              <a:cs typeface="Arial"/>
            </a:endParaRPr>
          </a:p>
        </p:txBody>
      </p:sp>
      <p:pic>
        <p:nvPicPr>
          <p:cNvPr id="41" name="Imagen 40" descr="Imagen que contiene dibujo&#10;&#10;Descripción generada automáticamente">
            <a:extLst>
              <a:ext uri="{FF2B5EF4-FFF2-40B4-BE49-F238E27FC236}">
                <a16:creationId xmlns:a16="http://schemas.microsoft.com/office/drawing/2014/main" id="{3C4B1BA2-9D43-C947-95B0-DD288B5D55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5143" y="8681784"/>
            <a:ext cx="4699000" cy="17145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A075541-4624-972B-BFD0-4D70CC56BCDA}"/>
              </a:ext>
            </a:extLst>
          </p:cNvPr>
          <p:cNvSpPr txBox="1"/>
          <p:nvPr/>
        </p:nvSpPr>
        <p:spPr>
          <a:xfrm>
            <a:off x="1593829" y="7053722"/>
            <a:ext cx="100509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3200" spc="-340" dirty="0">
                <a:solidFill>
                  <a:schemeClr val="bg1"/>
                </a:solidFill>
                <a:latin typeface="Arial"/>
                <a:ea typeface="+mj-ea"/>
                <a:cs typeface="Arial"/>
              </a:rPr>
              <a:t>Ing. César Augusto Vega Fernández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43885" y="2583241"/>
            <a:ext cx="7816331" cy="1367938"/>
          </a:xfrm>
          <a:prstGeom prst="rect">
            <a:avLst/>
          </a:prstGeom>
        </p:spPr>
        <p:txBody>
          <a:bodyPr vert="horz" wrap="square" lIns="0" tIns="11429" rIns="0" bIns="0" rtlCol="0">
            <a:spAutoFit/>
          </a:bodyPr>
          <a:lstStyle/>
          <a:p>
            <a:pPr marL="12699" algn="ctr">
              <a:lnSpc>
                <a:spcPts val="11380"/>
              </a:lnSpc>
              <a:spcBef>
                <a:spcPts val="91"/>
              </a:spcBef>
            </a:pPr>
            <a:r>
              <a:rPr lang="es-MX" sz="8905" b="1" spc="-600" dirty="0">
                <a:solidFill>
                  <a:srgbClr val="1F3D6F"/>
                </a:solidFill>
                <a:latin typeface="Arial"/>
                <a:cs typeface="Arial"/>
              </a:rPr>
              <a:t>Descripción</a:t>
            </a:r>
            <a:endParaRPr sz="9899" dirty="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079451" y="397"/>
            <a:ext cx="10023944" cy="21356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4" name="object 4"/>
          <p:cNvSpPr/>
          <p:nvPr/>
        </p:nvSpPr>
        <p:spPr>
          <a:xfrm>
            <a:off x="10079451" y="20027"/>
            <a:ext cx="10023944" cy="21159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5" name="object 5"/>
          <p:cNvSpPr/>
          <p:nvPr/>
        </p:nvSpPr>
        <p:spPr>
          <a:xfrm>
            <a:off x="18337822" y="1652272"/>
            <a:ext cx="1765812" cy="241919"/>
          </a:xfrm>
          <a:custGeom>
            <a:avLst/>
            <a:gdLst/>
            <a:ahLst/>
            <a:cxnLst/>
            <a:rect l="l" t="t" r="r" b="b"/>
            <a:pathLst>
              <a:path w="1765934" h="241935">
                <a:moveTo>
                  <a:pt x="1765696" y="0"/>
                </a:moveTo>
                <a:lnTo>
                  <a:pt x="0" y="0"/>
                </a:lnTo>
                <a:lnTo>
                  <a:pt x="31412" y="241632"/>
                </a:lnTo>
                <a:lnTo>
                  <a:pt x="1765696" y="241632"/>
                </a:lnTo>
                <a:lnTo>
                  <a:pt x="1765696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6" name="object 6"/>
          <p:cNvSpPr/>
          <p:nvPr/>
        </p:nvSpPr>
        <p:spPr>
          <a:xfrm>
            <a:off x="17772011" y="1586677"/>
            <a:ext cx="2331383" cy="53774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7" name="object 7"/>
          <p:cNvSpPr txBox="1"/>
          <p:nvPr/>
        </p:nvSpPr>
        <p:spPr>
          <a:xfrm>
            <a:off x="18564111" y="1633696"/>
            <a:ext cx="1421031" cy="228267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12699">
              <a:spcBef>
                <a:spcPts val="101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Edificio Ad</a:t>
            </a:r>
            <a:r>
              <a:rPr sz="1400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Portas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693" y="10955"/>
            <a:ext cx="10510418" cy="2119482"/>
          </a:xfrm>
          <a:custGeom>
            <a:avLst/>
            <a:gdLst/>
            <a:ahLst/>
            <a:cxnLst/>
            <a:rect l="l" t="t" r="r" b="b"/>
            <a:pathLst>
              <a:path w="10511155" h="2119630">
                <a:moveTo>
                  <a:pt x="10170370" y="0"/>
                </a:moveTo>
                <a:lnTo>
                  <a:pt x="0" y="8324"/>
                </a:lnTo>
                <a:lnTo>
                  <a:pt x="0" y="2119150"/>
                </a:lnTo>
                <a:lnTo>
                  <a:pt x="10510842" y="2110825"/>
                </a:lnTo>
                <a:lnTo>
                  <a:pt x="10170370" y="0"/>
                </a:lnTo>
                <a:close/>
              </a:path>
            </a:pathLst>
          </a:custGeom>
          <a:solidFill>
            <a:srgbClr val="834E3E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9" name="object 9"/>
          <p:cNvSpPr/>
          <p:nvPr/>
        </p:nvSpPr>
        <p:spPr>
          <a:xfrm>
            <a:off x="706" y="10962"/>
            <a:ext cx="10331148" cy="212504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3" name="object 23"/>
          <p:cNvSpPr/>
          <p:nvPr/>
        </p:nvSpPr>
        <p:spPr>
          <a:xfrm>
            <a:off x="4931221" y="343405"/>
            <a:ext cx="0" cy="1153713"/>
          </a:xfrm>
          <a:custGeom>
            <a:avLst/>
            <a:gdLst/>
            <a:ahLst/>
            <a:cxnLst/>
            <a:rect l="l" t="t" r="r" b="b"/>
            <a:pathLst>
              <a:path h="1153795">
                <a:moveTo>
                  <a:pt x="0" y="0"/>
                </a:moveTo>
                <a:lnTo>
                  <a:pt x="0" y="1153451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4" name="object 24"/>
          <p:cNvSpPr txBox="1"/>
          <p:nvPr/>
        </p:nvSpPr>
        <p:spPr>
          <a:xfrm>
            <a:off x="5271471" y="463766"/>
            <a:ext cx="2647129" cy="100001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699">
              <a:spcBef>
                <a:spcPts val="120"/>
              </a:spcBef>
            </a:pPr>
            <a:r>
              <a:rPr sz="3199" spc="-64" dirty="0">
                <a:solidFill>
                  <a:srgbClr val="FFFFFF"/>
                </a:solidFill>
                <a:latin typeface="Arial"/>
                <a:cs typeface="Arial"/>
              </a:rPr>
              <a:t>Facultad</a:t>
            </a:r>
            <a:r>
              <a:rPr sz="3199" spc="-23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99" spc="-74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endParaRPr sz="3199" dirty="0">
              <a:latin typeface="Arial"/>
              <a:cs typeface="Arial"/>
            </a:endParaRPr>
          </a:p>
          <a:p>
            <a:pPr marL="12699">
              <a:spcBef>
                <a:spcPts val="30"/>
              </a:spcBef>
            </a:pPr>
            <a:r>
              <a:rPr sz="3199" b="1" spc="-74" dirty="0">
                <a:solidFill>
                  <a:srgbClr val="FFFFFF"/>
                </a:solidFill>
                <a:latin typeface="Arial"/>
                <a:cs typeface="Arial"/>
              </a:rPr>
              <a:t>Ingeniería</a:t>
            </a:r>
            <a:endParaRPr sz="3199" dirty="0">
              <a:latin typeface="Arial"/>
              <a:cs typeface="Arial"/>
            </a:endParaRPr>
          </a:p>
        </p:txBody>
      </p:sp>
      <p:pic>
        <p:nvPicPr>
          <p:cNvPr id="25" name="Imagen 24" descr="Imagen que contiene dibujo&#10;&#10;Descripción generada automáticamente">
            <a:extLst>
              <a:ext uri="{FF2B5EF4-FFF2-40B4-BE49-F238E27FC236}">
                <a16:creationId xmlns:a16="http://schemas.microsoft.com/office/drawing/2014/main" id="{427E6D1F-603C-2741-9787-ED8DC95BFE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51" y="380552"/>
            <a:ext cx="4072010" cy="1485733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D426A475-A171-8EDE-6984-206116CECED8}"/>
              </a:ext>
            </a:extLst>
          </p:cNvPr>
          <p:cNvSpPr txBox="1"/>
          <p:nvPr/>
        </p:nvSpPr>
        <p:spPr>
          <a:xfrm>
            <a:off x="2194852" y="4404297"/>
            <a:ext cx="1571439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3200" dirty="0"/>
              <a:t>El curso de Arquitectura Empresarial está diseñado para formar profesionales capaces de alinear la estrategia organizacional con soluciones tecnológicas efectivas, sostenibles y adaptables. A lo largo del curso, los estudiantes desarrollarán habilidades para analizar, diseñar y construir arquitecturas empresariales que respondan a los desafíos actuales del entorno digital, considerando aspectos clave como procesos de negocio, infraestructura tecnológica, aplicaciones, datos y seguridad.</a:t>
            </a:r>
          </a:p>
          <a:p>
            <a:pPr algn="just"/>
            <a:endParaRPr lang="es-MX" sz="3200" dirty="0"/>
          </a:p>
          <a:p>
            <a:pPr algn="just"/>
            <a:r>
              <a:rPr lang="es-MX" sz="3200" dirty="0"/>
              <a:t>La asignatura combina fundamentos teóricos con experiencias prácticas a través de proyectos reales, trabajo en equipo y contacto con clientes, fortaleciendo la comunicación efectiva y la capacidad de adaptación. El curso incluye el estudio y aplicación de patrones modernos como arquitectura orientada a eventos, </a:t>
            </a:r>
            <a:r>
              <a:rPr lang="es-MX" sz="3200" dirty="0" err="1"/>
              <a:t>Event</a:t>
            </a:r>
            <a:r>
              <a:rPr lang="es-MX" sz="3200" dirty="0"/>
              <a:t> </a:t>
            </a:r>
            <a:r>
              <a:rPr lang="es-MX" sz="3200" dirty="0" err="1"/>
              <a:t>Sourcing</a:t>
            </a:r>
            <a:r>
              <a:rPr lang="es-MX" sz="3200" dirty="0"/>
              <a:t>, y microservicios, con énfasis en la integración de estándares internacionales y buenas prácticas.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4217" y="568579"/>
            <a:ext cx="13255666" cy="1381916"/>
          </a:xfrm>
          <a:prstGeom prst="rect">
            <a:avLst/>
          </a:prstGeom>
        </p:spPr>
        <p:txBody>
          <a:bodyPr vert="horz" wrap="square" lIns="0" tIns="11429" rIns="0" bIns="0" rtlCol="0" anchor="ctr">
            <a:spAutoFit/>
          </a:bodyPr>
          <a:lstStyle/>
          <a:p>
            <a:pPr marL="12699">
              <a:spcBef>
                <a:spcPts val="91"/>
              </a:spcBef>
            </a:pPr>
            <a:r>
              <a:rPr lang="es-MX" sz="8905" b="1" spc="-600" dirty="0">
                <a:solidFill>
                  <a:srgbClr val="1F3D6F"/>
                </a:solidFill>
              </a:rPr>
              <a:t>Competencias a desarrollar</a:t>
            </a:r>
            <a:endParaRPr sz="8905" dirty="0"/>
          </a:p>
        </p:txBody>
      </p:sp>
      <p:sp>
        <p:nvSpPr>
          <p:cNvPr id="3" name="object 3"/>
          <p:cNvSpPr/>
          <p:nvPr/>
        </p:nvSpPr>
        <p:spPr>
          <a:xfrm>
            <a:off x="9902630" y="9207816"/>
            <a:ext cx="10200763" cy="21003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4" name="object 4"/>
          <p:cNvSpPr/>
          <p:nvPr/>
        </p:nvSpPr>
        <p:spPr>
          <a:xfrm>
            <a:off x="16812313" y="10689633"/>
            <a:ext cx="3291082" cy="5276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5" name="object 5"/>
          <p:cNvSpPr txBox="1"/>
          <p:nvPr/>
        </p:nvSpPr>
        <p:spPr>
          <a:xfrm>
            <a:off x="17144973" y="10737822"/>
            <a:ext cx="2805868" cy="228267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12699">
              <a:spcBef>
                <a:spcPts val="101"/>
              </a:spcBef>
            </a:pP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Lago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con vista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al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Edificio Ad</a:t>
            </a:r>
            <a:r>
              <a:rPr sz="1400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Portas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07" y="9202235"/>
            <a:ext cx="10507243" cy="2106147"/>
          </a:xfrm>
          <a:custGeom>
            <a:avLst/>
            <a:gdLst/>
            <a:ahLst/>
            <a:cxnLst/>
            <a:rect l="l" t="t" r="r" b="b"/>
            <a:pathLst>
              <a:path w="10507980" h="2106295">
                <a:moveTo>
                  <a:pt x="10168046" y="0"/>
                </a:moveTo>
                <a:lnTo>
                  <a:pt x="0" y="8324"/>
                </a:lnTo>
                <a:lnTo>
                  <a:pt x="0" y="2106071"/>
                </a:lnTo>
                <a:lnTo>
                  <a:pt x="10507742" y="2106071"/>
                </a:lnTo>
                <a:lnTo>
                  <a:pt x="10168046" y="0"/>
                </a:lnTo>
                <a:close/>
              </a:path>
            </a:pathLst>
          </a:custGeom>
          <a:solidFill>
            <a:srgbClr val="834E3E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7" name="object 7"/>
          <p:cNvSpPr/>
          <p:nvPr/>
        </p:nvSpPr>
        <p:spPr>
          <a:xfrm>
            <a:off x="706" y="9202246"/>
            <a:ext cx="10299874" cy="21059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1" name="object 21"/>
          <p:cNvSpPr/>
          <p:nvPr/>
        </p:nvSpPr>
        <p:spPr>
          <a:xfrm>
            <a:off x="4902906" y="9534684"/>
            <a:ext cx="0" cy="1393093"/>
          </a:xfrm>
          <a:custGeom>
            <a:avLst/>
            <a:gdLst/>
            <a:ahLst/>
            <a:cxnLst/>
            <a:rect l="l" t="t" r="r" b="b"/>
            <a:pathLst>
              <a:path h="1393190">
                <a:moveTo>
                  <a:pt x="0" y="0"/>
                </a:moveTo>
                <a:lnTo>
                  <a:pt x="0" y="139318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2" name="object 22"/>
          <p:cNvSpPr txBox="1"/>
          <p:nvPr/>
        </p:nvSpPr>
        <p:spPr>
          <a:xfrm>
            <a:off x="882547" y="6367627"/>
            <a:ext cx="3539006" cy="1234824"/>
          </a:xfrm>
          <a:prstGeom prst="rect">
            <a:avLst/>
          </a:prstGeom>
        </p:spPr>
        <p:txBody>
          <a:bodyPr vert="horz" wrap="square" lIns="0" tIns="16509" rIns="0" bIns="0" rtlCol="0">
            <a:spAutoFit/>
          </a:bodyPr>
          <a:lstStyle/>
          <a:p>
            <a:pPr marL="12699" algn="ctr">
              <a:spcBef>
                <a:spcPts val="130"/>
              </a:spcBef>
            </a:pPr>
            <a:r>
              <a:rPr lang="es-ES_tradnl" sz="28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Resolución de problemas</a:t>
            </a:r>
          </a:p>
        </p:txBody>
      </p:sp>
      <p:sp>
        <p:nvSpPr>
          <p:cNvPr id="23" name="object 23"/>
          <p:cNvSpPr/>
          <p:nvPr/>
        </p:nvSpPr>
        <p:spPr>
          <a:xfrm>
            <a:off x="1506002" y="3091316"/>
            <a:ext cx="2502995" cy="2476961"/>
          </a:xfrm>
          <a:custGeom>
            <a:avLst/>
            <a:gdLst/>
            <a:ahLst/>
            <a:cxnLst/>
            <a:rect l="l" t="t" r="r" b="b"/>
            <a:pathLst>
              <a:path w="2503170" h="2477135">
                <a:moveTo>
                  <a:pt x="2502866" y="0"/>
                </a:moveTo>
                <a:lnTo>
                  <a:pt x="705444" y="0"/>
                </a:lnTo>
                <a:lnTo>
                  <a:pt x="657144" y="1627"/>
                </a:lnTo>
                <a:lnTo>
                  <a:pt x="609718" y="6439"/>
                </a:lnTo>
                <a:lnTo>
                  <a:pt x="563271" y="14332"/>
                </a:lnTo>
                <a:lnTo>
                  <a:pt x="517907" y="25199"/>
                </a:lnTo>
                <a:lnTo>
                  <a:pt x="473732" y="38936"/>
                </a:lnTo>
                <a:lnTo>
                  <a:pt x="430851" y="55438"/>
                </a:lnTo>
                <a:lnTo>
                  <a:pt x="389369" y="74599"/>
                </a:lnTo>
                <a:lnTo>
                  <a:pt x="349390" y="96315"/>
                </a:lnTo>
                <a:lnTo>
                  <a:pt x="311021" y="120480"/>
                </a:lnTo>
                <a:lnTo>
                  <a:pt x="274366" y="146990"/>
                </a:lnTo>
                <a:lnTo>
                  <a:pt x="239530" y="175739"/>
                </a:lnTo>
                <a:lnTo>
                  <a:pt x="206618" y="206623"/>
                </a:lnTo>
                <a:lnTo>
                  <a:pt x="175735" y="239535"/>
                </a:lnTo>
                <a:lnTo>
                  <a:pt x="146986" y="274372"/>
                </a:lnTo>
                <a:lnTo>
                  <a:pt x="120477" y="311028"/>
                </a:lnTo>
                <a:lnTo>
                  <a:pt x="96312" y="349398"/>
                </a:lnTo>
                <a:lnTo>
                  <a:pt x="74597" y="389377"/>
                </a:lnTo>
                <a:lnTo>
                  <a:pt x="55436" y="430860"/>
                </a:lnTo>
                <a:lnTo>
                  <a:pt x="38935" y="473742"/>
                </a:lnTo>
                <a:lnTo>
                  <a:pt x="25198" y="517917"/>
                </a:lnTo>
                <a:lnTo>
                  <a:pt x="14331" y="563281"/>
                </a:lnTo>
                <a:lnTo>
                  <a:pt x="6439" y="609729"/>
                </a:lnTo>
                <a:lnTo>
                  <a:pt x="1627" y="657155"/>
                </a:lnTo>
                <a:lnTo>
                  <a:pt x="0" y="705454"/>
                </a:lnTo>
                <a:lnTo>
                  <a:pt x="0" y="2477107"/>
                </a:lnTo>
                <a:lnTo>
                  <a:pt x="1797411" y="2477107"/>
                </a:lnTo>
                <a:lnTo>
                  <a:pt x="1845710" y="2475480"/>
                </a:lnTo>
                <a:lnTo>
                  <a:pt x="1893137" y="2470667"/>
                </a:lnTo>
                <a:lnTo>
                  <a:pt x="1939584" y="2462775"/>
                </a:lnTo>
                <a:lnTo>
                  <a:pt x="1984948" y="2451908"/>
                </a:lnTo>
                <a:lnTo>
                  <a:pt x="2029124" y="2438171"/>
                </a:lnTo>
                <a:lnTo>
                  <a:pt x="2072005" y="2421669"/>
                </a:lnTo>
                <a:lnTo>
                  <a:pt x="2113488" y="2402508"/>
                </a:lnTo>
                <a:lnTo>
                  <a:pt x="2153467" y="2380792"/>
                </a:lnTo>
                <a:lnTo>
                  <a:pt x="2191837" y="2356626"/>
                </a:lnTo>
                <a:lnTo>
                  <a:pt x="2228493" y="2330117"/>
                </a:lnTo>
                <a:lnTo>
                  <a:pt x="2263330" y="2301367"/>
                </a:lnTo>
                <a:lnTo>
                  <a:pt x="2296242" y="2270484"/>
                </a:lnTo>
                <a:lnTo>
                  <a:pt x="2327126" y="2237571"/>
                </a:lnTo>
                <a:lnTo>
                  <a:pt x="2355875" y="2202735"/>
                </a:lnTo>
                <a:lnTo>
                  <a:pt x="2382385" y="2166079"/>
                </a:lnTo>
                <a:lnTo>
                  <a:pt x="2406550" y="2127709"/>
                </a:lnTo>
                <a:lnTo>
                  <a:pt x="2428266" y="2087730"/>
                </a:lnTo>
                <a:lnTo>
                  <a:pt x="2447427" y="2046247"/>
                </a:lnTo>
                <a:lnTo>
                  <a:pt x="2463929" y="2003365"/>
                </a:lnTo>
                <a:lnTo>
                  <a:pt x="2477666" y="1959190"/>
                </a:lnTo>
                <a:lnTo>
                  <a:pt x="2488533" y="1913826"/>
                </a:lnTo>
                <a:lnTo>
                  <a:pt x="2496426" y="1867378"/>
                </a:lnTo>
                <a:lnTo>
                  <a:pt x="2501238" y="1819952"/>
                </a:lnTo>
                <a:lnTo>
                  <a:pt x="2502866" y="1771652"/>
                </a:lnTo>
                <a:lnTo>
                  <a:pt x="2502866" y="0"/>
                </a:lnTo>
                <a:close/>
              </a:path>
            </a:pathLst>
          </a:custGeom>
          <a:solidFill>
            <a:srgbClr val="1F3D6F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4" name="object 24"/>
          <p:cNvSpPr/>
          <p:nvPr/>
        </p:nvSpPr>
        <p:spPr>
          <a:xfrm>
            <a:off x="2097553" y="3090813"/>
            <a:ext cx="1911215" cy="2482040"/>
          </a:xfrm>
          <a:custGeom>
            <a:avLst/>
            <a:gdLst/>
            <a:ahLst/>
            <a:cxnLst/>
            <a:rect l="l" t="t" r="r" b="b"/>
            <a:pathLst>
              <a:path w="1911350" h="2482215">
                <a:moveTo>
                  <a:pt x="1379057" y="0"/>
                </a:moveTo>
                <a:lnTo>
                  <a:pt x="0" y="0"/>
                </a:lnTo>
                <a:lnTo>
                  <a:pt x="749076" y="2477610"/>
                </a:lnTo>
                <a:lnTo>
                  <a:pt x="1569931" y="2481715"/>
                </a:lnTo>
                <a:lnTo>
                  <a:pt x="1616192" y="2478688"/>
                </a:lnTo>
                <a:lnTo>
                  <a:pt x="1660578" y="2469424"/>
                </a:lnTo>
                <a:lnTo>
                  <a:pt x="1702681" y="2454349"/>
                </a:lnTo>
                <a:lnTo>
                  <a:pt x="1742091" y="2433888"/>
                </a:lnTo>
                <a:lnTo>
                  <a:pt x="1778398" y="2408466"/>
                </a:lnTo>
                <a:lnTo>
                  <a:pt x="1811193" y="2378508"/>
                </a:lnTo>
                <a:lnTo>
                  <a:pt x="1840066" y="2344440"/>
                </a:lnTo>
                <a:lnTo>
                  <a:pt x="1864608" y="2306686"/>
                </a:lnTo>
                <a:lnTo>
                  <a:pt x="1884409" y="2265671"/>
                </a:lnTo>
                <a:lnTo>
                  <a:pt x="1899059" y="2221821"/>
                </a:lnTo>
                <a:lnTo>
                  <a:pt x="1908150" y="2175562"/>
                </a:lnTo>
                <a:lnTo>
                  <a:pt x="1911271" y="2127317"/>
                </a:lnTo>
                <a:lnTo>
                  <a:pt x="1911271" y="1717664"/>
                </a:lnTo>
                <a:lnTo>
                  <a:pt x="1379057" y="0"/>
                </a:lnTo>
                <a:close/>
              </a:path>
            </a:pathLst>
          </a:custGeom>
          <a:solidFill>
            <a:srgbClr val="FFFFFF">
              <a:alpha val="14999"/>
            </a:srgbClr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5" name="object 25"/>
          <p:cNvSpPr/>
          <p:nvPr/>
        </p:nvSpPr>
        <p:spPr>
          <a:xfrm>
            <a:off x="1506001" y="3090811"/>
            <a:ext cx="2347431" cy="2414100"/>
          </a:xfrm>
          <a:custGeom>
            <a:avLst/>
            <a:gdLst/>
            <a:ahLst/>
            <a:cxnLst/>
            <a:rect l="l" t="t" r="r" b="b"/>
            <a:pathLst>
              <a:path w="2347595" h="2414270">
                <a:moveTo>
                  <a:pt x="1557544" y="0"/>
                </a:moveTo>
                <a:lnTo>
                  <a:pt x="0" y="748856"/>
                </a:lnTo>
                <a:lnTo>
                  <a:pt x="0" y="2413800"/>
                </a:lnTo>
                <a:lnTo>
                  <a:pt x="2347164" y="502"/>
                </a:lnTo>
                <a:lnTo>
                  <a:pt x="1557544" y="0"/>
                </a:lnTo>
                <a:close/>
              </a:path>
            </a:pathLst>
          </a:custGeom>
          <a:solidFill>
            <a:srgbClr val="FFFFFF">
              <a:alpha val="9999"/>
            </a:srgbClr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6" name="object 26"/>
          <p:cNvSpPr/>
          <p:nvPr/>
        </p:nvSpPr>
        <p:spPr>
          <a:xfrm>
            <a:off x="5206002" y="3091316"/>
            <a:ext cx="2502995" cy="2476961"/>
          </a:xfrm>
          <a:custGeom>
            <a:avLst/>
            <a:gdLst/>
            <a:ahLst/>
            <a:cxnLst/>
            <a:rect l="l" t="t" r="r" b="b"/>
            <a:pathLst>
              <a:path w="2503170" h="2477135">
                <a:moveTo>
                  <a:pt x="2502866" y="0"/>
                </a:moveTo>
                <a:lnTo>
                  <a:pt x="705444" y="0"/>
                </a:lnTo>
                <a:lnTo>
                  <a:pt x="657146" y="1627"/>
                </a:lnTo>
                <a:lnTo>
                  <a:pt x="609721" y="6439"/>
                </a:lnTo>
                <a:lnTo>
                  <a:pt x="563274" y="14332"/>
                </a:lnTo>
                <a:lnTo>
                  <a:pt x="517911" y="25199"/>
                </a:lnTo>
                <a:lnTo>
                  <a:pt x="473736" y="38936"/>
                </a:lnTo>
                <a:lnTo>
                  <a:pt x="430855" y="55438"/>
                </a:lnTo>
                <a:lnTo>
                  <a:pt x="389373" y="74599"/>
                </a:lnTo>
                <a:lnTo>
                  <a:pt x="349395" y="96315"/>
                </a:lnTo>
                <a:lnTo>
                  <a:pt x="311026" y="120480"/>
                </a:lnTo>
                <a:lnTo>
                  <a:pt x="274370" y="146990"/>
                </a:lnTo>
                <a:lnTo>
                  <a:pt x="239534" y="175739"/>
                </a:lnTo>
                <a:lnTo>
                  <a:pt x="206621" y="206623"/>
                </a:lnTo>
                <a:lnTo>
                  <a:pt x="175738" y="239535"/>
                </a:lnTo>
                <a:lnTo>
                  <a:pt x="146989" y="274372"/>
                </a:lnTo>
                <a:lnTo>
                  <a:pt x="120480" y="311028"/>
                </a:lnTo>
                <a:lnTo>
                  <a:pt x="96315" y="349398"/>
                </a:lnTo>
                <a:lnTo>
                  <a:pt x="74599" y="389377"/>
                </a:lnTo>
                <a:lnTo>
                  <a:pt x="55438" y="430860"/>
                </a:lnTo>
                <a:lnTo>
                  <a:pt x="38936" y="473742"/>
                </a:lnTo>
                <a:lnTo>
                  <a:pt x="25199" y="517917"/>
                </a:lnTo>
                <a:lnTo>
                  <a:pt x="14332" y="563281"/>
                </a:lnTo>
                <a:lnTo>
                  <a:pt x="6439" y="609729"/>
                </a:lnTo>
                <a:lnTo>
                  <a:pt x="1627" y="657155"/>
                </a:lnTo>
                <a:lnTo>
                  <a:pt x="0" y="705454"/>
                </a:lnTo>
                <a:lnTo>
                  <a:pt x="0" y="2477107"/>
                </a:lnTo>
                <a:lnTo>
                  <a:pt x="1797411" y="2477107"/>
                </a:lnTo>
                <a:lnTo>
                  <a:pt x="1845710" y="2475480"/>
                </a:lnTo>
                <a:lnTo>
                  <a:pt x="1893137" y="2470667"/>
                </a:lnTo>
                <a:lnTo>
                  <a:pt x="1939584" y="2462775"/>
                </a:lnTo>
                <a:lnTo>
                  <a:pt x="1984948" y="2451908"/>
                </a:lnTo>
                <a:lnTo>
                  <a:pt x="2029124" y="2438171"/>
                </a:lnTo>
                <a:lnTo>
                  <a:pt x="2072005" y="2421669"/>
                </a:lnTo>
                <a:lnTo>
                  <a:pt x="2113488" y="2402508"/>
                </a:lnTo>
                <a:lnTo>
                  <a:pt x="2153467" y="2380792"/>
                </a:lnTo>
                <a:lnTo>
                  <a:pt x="2191837" y="2356626"/>
                </a:lnTo>
                <a:lnTo>
                  <a:pt x="2228493" y="2330117"/>
                </a:lnTo>
                <a:lnTo>
                  <a:pt x="2263330" y="2301367"/>
                </a:lnTo>
                <a:lnTo>
                  <a:pt x="2296242" y="2270484"/>
                </a:lnTo>
                <a:lnTo>
                  <a:pt x="2327126" y="2237571"/>
                </a:lnTo>
                <a:lnTo>
                  <a:pt x="2355875" y="2202735"/>
                </a:lnTo>
                <a:lnTo>
                  <a:pt x="2382385" y="2166079"/>
                </a:lnTo>
                <a:lnTo>
                  <a:pt x="2406550" y="2127709"/>
                </a:lnTo>
                <a:lnTo>
                  <a:pt x="2428266" y="2087730"/>
                </a:lnTo>
                <a:lnTo>
                  <a:pt x="2447427" y="2046247"/>
                </a:lnTo>
                <a:lnTo>
                  <a:pt x="2463929" y="2003365"/>
                </a:lnTo>
                <a:lnTo>
                  <a:pt x="2477666" y="1959190"/>
                </a:lnTo>
                <a:lnTo>
                  <a:pt x="2488533" y="1913826"/>
                </a:lnTo>
                <a:lnTo>
                  <a:pt x="2496426" y="1867378"/>
                </a:lnTo>
                <a:lnTo>
                  <a:pt x="2501238" y="1819952"/>
                </a:lnTo>
                <a:lnTo>
                  <a:pt x="2502866" y="1771652"/>
                </a:lnTo>
                <a:lnTo>
                  <a:pt x="2502866" y="0"/>
                </a:lnTo>
                <a:close/>
              </a:path>
            </a:pathLst>
          </a:custGeom>
          <a:solidFill>
            <a:srgbClr val="1F3D6F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7" name="object 27"/>
          <p:cNvSpPr/>
          <p:nvPr/>
        </p:nvSpPr>
        <p:spPr>
          <a:xfrm>
            <a:off x="5797553" y="3090813"/>
            <a:ext cx="1911215" cy="2482040"/>
          </a:xfrm>
          <a:custGeom>
            <a:avLst/>
            <a:gdLst/>
            <a:ahLst/>
            <a:cxnLst/>
            <a:rect l="l" t="t" r="r" b="b"/>
            <a:pathLst>
              <a:path w="1911350" h="2482215">
                <a:moveTo>
                  <a:pt x="1379057" y="0"/>
                </a:moveTo>
                <a:lnTo>
                  <a:pt x="0" y="0"/>
                </a:lnTo>
                <a:lnTo>
                  <a:pt x="749087" y="2477610"/>
                </a:lnTo>
                <a:lnTo>
                  <a:pt x="1569931" y="2481715"/>
                </a:lnTo>
                <a:lnTo>
                  <a:pt x="1616194" y="2478688"/>
                </a:lnTo>
                <a:lnTo>
                  <a:pt x="1660582" y="2469424"/>
                </a:lnTo>
                <a:lnTo>
                  <a:pt x="1702686" y="2454349"/>
                </a:lnTo>
                <a:lnTo>
                  <a:pt x="1742096" y="2433888"/>
                </a:lnTo>
                <a:lnTo>
                  <a:pt x="1778403" y="2408466"/>
                </a:lnTo>
                <a:lnTo>
                  <a:pt x="1811197" y="2378508"/>
                </a:lnTo>
                <a:lnTo>
                  <a:pt x="1840069" y="2344440"/>
                </a:lnTo>
                <a:lnTo>
                  <a:pt x="1864610" y="2306686"/>
                </a:lnTo>
                <a:lnTo>
                  <a:pt x="1884410" y="2265671"/>
                </a:lnTo>
                <a:lnTo>
                  <a:pt x="1899060" y="2221821"/>
                </a:lnTo>
                <a:lnTo>
                  <a:pt x="1908150" y="2175562"/>
                </a:lnTo>
                <a:lnTo>
                  <a:pt x="1911271" y="2127317"/>
                </a:lnTo>
                <a:lnTo>
                  <a:pt x="1911271" y="1717664"/>
                </a:lnTo>
                <a:lnTo>
                  <a:pt x="1379057" y="0"/>
                </a:lnTo>
                <a:close/>
              </a:path>
            </a:pathLst>
          </a:custGeom>
          <a:solidFill>
            <a:srgbClr val="FFFFFF">
              <a:alpha val="14999"/>
            </a:srgbClr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8" name="object 28"/>
          <p:cNvSpPr/>
          <p:nvPr/>
        </p:nvSpPr>
        <p:spPr>
          <a:xfrm>
            <a:off x="5206001" y="3090811"/>
            <a:ext cx="2347431" cy="2414100"/>
          </a:xfrm>
          <a:custGeom>
            <a:avLst/>
            <a:gdLst/>
            <a:ahLst/>
            <a:cxnLst/>
            <a:rect l="l" t="t" r="r" b="b"/>
            <a:pathLst>
              <a:path w="2347595" h="2414270">
                <a:moveTo>
                  <a:pt x="1557544" y="0"/>
                </a:moveTo>
                <a:lnTo>
                  <a:pt x="0" y="748856"/>
                </a:lnTo>
                <a:lnTo>
                  <a:pt x="0" y="2413800"/>
                </a:lnTo>
                <a:lnTo>
                  <a:pt x="2347164" y="502"/>
                </a:lnTo>
                <a:lnTo>
                  <a:pt x="1557544" y="0"/>
                </a:lnTo>
                <a:close/>
              </a:path>
            </a:pathLst>
          </a:custGeom>
          <a:solidFill>
            <a:srgbClr val="FFFFFF">
              <a:alpha val="9999"/>
            </a:srgbClr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9" name="object 29"/>
          <p:cNvSpPr/>
          <p:nvPr/>
        </p:nvSpPr>
        <p:spPr>
          <a:xfrm>
            <a:off x="8906002" y="3091316"/>
            <a:ext cx="2502995" cy="2476961"/>
          </a:xfrm>
          <a:custGeom>
            <a:avLst/>
            <a:gdLst/>
            <a:ahLst/>
            <a:cxnLst/>
            <a:rect l="l" t="t" r="r" b="b"/>
            <a:pathLst>
              <a:path w="2503170" h="2477134">
                <a:moveTo>
                  <a:pt x="2502866" y="0"/>
                </a:moveTo>
                <a:lnTo>
                  <a:pt x="705444" y="0"/>
                </a:lnTo>
                <a:lnTo>
                  <a:pt x="657144" y="1627"/>
                </a:lnTo>
                <a:lnTo>
                  <a:pt x="609718" y="6439"/>
                </a:lnTo>
                <a:lnTo>
                  <a:pt x="563271" y="14331"/>
                </a:lnTo>
                <a:lnTo>
                  <a:pt x="517907" y="25198"/>
                </a:lnTo>
                <a:lnTo>
                  <a:pt x="473732" y="38935"/>
                </a:lnTo>
                <a:lnTo>
                  <a:pt x="430851" y="55436"/>
                </a:lnTo>
                <a:lnTo>
                  <a:pt x="389369" y="74597"/>
                </a:lnTo>
                <a:lnTo>
                  <a:pt x="349390" y="96312"/>
                </a:lnTo>
                <a:lnTo>
                  <a:pt x="311021" y="120477"/>
                </a:lnTo>
                <a:lnTo>
                  <a:pt x="274366" y="146986"/>
                </a:lnTo>
                <a:lnTo>
                  <a:pt x="239530" y="175735"/>
                </a:lnTo>
                <a:lnTo>
                  <a:pt x="206618" y="206618"/>
                </a:lnTo>
                <a:lnTo>
                  <a:pt x="175735" y="239530"/>
                </a:lnTo>
                <a:lnTo>
                  <a:pt x="146986" y="274366"/>
                </a:lnTo>
                <a:lnTo>
                  <a:pt x="120477" y="311021"/>
                </a:lnTo>
                <a:lnTo>
                  <a:pt x="96312" y="349390"/>
                </a:lnTo>
                <a:lnTo>
                  <a:pt x="74597" y="389369"/>
                </a:lnTo>
                <a:lnTo>
                  <a:pt x="55436" y="430851"/>
                </a:lnTo>
                <a:lnTo>
                  <a:pt x="38935" y="473732"/>
                </a:lnTo>
                <a:lnTo>
                  <a:pt x="25198" y="517907"/>
                </a:lnTo>
                <a:lnTo>
                  <a:pt x="14331" y="563271"/>
                </a:lnTo>
                <a:lnTo>
                  <a:pt x="6439" y="609718"/>
                </a:lnTo>
                <a:lnTo>
                  <a:pt x="1627" y="657144"/>
                </a:lnTo>
                <a:lnTo>
                  <a:pt x="0" y="705444"/>
                </a:lnTo>
                <a:lnTo>
                  <a:pt x="0" y="2477107"/>
                </a:lnTo>
                <a:lnTo>
                  <a:pt x="1797411" y="2477107"/>
                </a:lnTo>
                <a:lnTo>
                  <a:pt x="1845710" y="2475480"/>
                </a:lnTo>
                <a:lnTo>
                  <a:pt x="1893137" y="2470667"/>
                </a:lnTo>
                <a:lnTo>
                  <a:pt x="1939584" y="2462775"/>
                </a:lnTo>
                <a:lnTo>
                  <a:pt x="1984948" y="2451908"/>
                </a:lnTo>
                <a:lnTo>
                  <a:pt x="2029124" y="2438171"/>
                </a:lnTo>
                <a:lnTo>
                  <a:pt x="2072005" y="2421669"/>
                </a:lnTo>
                <a:lnTo>
                  <a:pt x="2113488" y="2402508"/>
                </a:lnTo>
                <a:lnTo>
                  <a:pt x="2153467" y="2380792"/>
                </a:lnTo>
                <a:lnTo>
                  <a:pt x="2191837" y="2356626"/>
                </a:lnTo>
                <a:lnTo>
                  <a:pt x="2228493" y="2330117"/>
                </a:lnTo>
                <a:lnTo>
                  <a:pt x="2263330" y="2301367"/>
                </a:lnTo>
                <a:lnTo>
                  <a:pt x="2296242" y="2270484"/>
                </a:lnTo>
                <a:lnTo>
                  <a:pt x="2327126" y="2237571"/>
                </a:lnTo>
                <a:lnTo>
                  <a:pt x="2355875" y="2202735"/>
                </a:lnTo>
                <a:lnTo>
                  <a:pt x="2382385" y="2166079"/>
                </a:lnTo>
                <a:lnTo>
                  <a:pt x="2406550" y="2127709"/>
                </a:lnTo>
                <a:lnTo>
                  <a:pt x="2428266" y="2087730"/>
                </a:lnTo>
                <a:lnTo>
                  <a:pt x="2447427" y="2046247"/>
                </a:lnTo>
                <a:lnTo>
                  <a:pt x="2463929" y="2003365"/>
                </a:lnTo>
                <a:lnTo>
                  <a:pt x="2477666" y="1959190"/>
                </a:lnTo>
                <a:lnTo>
                  <a:pt x="2488533" y="1913826"/>
                </a:lnTo>
                <a:lnTo>
                  <a:pt x="2496426" y="1867378"/>
                </a:lnTo>
                <a:lnTo>
                  <a:pt x="2501238" y="1819952"/>
                </a:lnTo>
                <a:lnTo>
                  <a:pt x="2502866" y="1771652"/>
                </a:lnTo>
                <a:lnTo>
                  <a:pt x="2502866" y="0"/>
                </a:lnTo>
                <a:close/>
              </a:path>
            </a:pathLst>
          </a:custGeom>
          <a:solidFill>
            <a:srgbClr val="1F3D6F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30" name="object 30"/>
          <p:cNvSpPr/>
          <p:nvPr/>
        </p:nvSpPr>
        <p:spPr>
          <a:xfrm>
            <a:off x="9497553" y="3090813"/>
            <a:ext cx="1911215" cy="2482040"/>
          </a:xfrm>
          <a:custGeom>
            <a:avLst/>
            <a:gdLst/>
            <a:ahLst/>
            <a:cxnLst/>
            <a:rect l="l" t="t" r="r" b="b"/>
            <a:pathLst>
              <a:path w="1911350" h="2482215">
                <a:moveTo>
                  <a:pt x="1379057" y="0"/>
                </a:moveTo>
                <a:lnTo>
                  <a:pt x="0" y="0"/>
                </a:lnTo>
                <a:lnTo>
                  <a:pt x="749076" y="2477610"/>
                </a:lnTo>
                <a:lnTo>
                  <a:pt x="1569931" y="2481704"/>
                </a:lnTo>
                <a:lnTo>
                  <a:pt x="1616192" y="2478679"/>
                </a:lnTo>
                <a:lnTo>
                  <a:pt x="1660578" y="2469418"/>
                </a:lnTo>
                <a:lnTo>
                  <a:pt x="1702681" y="2454345"/>
                </a:lnTo>
                <a:lnTo>
                  <a:pt x="1742091" y="2433885"/>
                </a:lnTo>
                <a:lnTo>
                  <a:pt x="1778398" y="2408463"/>
                </a:lnTo>
                <a:lnTo>
                  <a:pt x="1811193" y="2378506"/>
                </a:lnTo>
                <a:lnTo>
                  <a:pt x="1840066" y="2344437"/>
                </a:lnTo>
                <a:lnTo>
                  <a:pt x="1864608" y="2306682"/>
                </a:lnTo>
                <a:lnTo>
                  <a:pt x="1884409" y="2265666"/>
                </a:lnTo>
                <a:lnTo>
                  <a:pt x="1899059" y="2221815"/>
                </a:lnTo>
                <a:lnTo>
                  <a:pt x="1908150" y="2175553"/>
                </a:lnTo>
                <a:lnTo>
                  <a:pt x="1911271" y="2127306"/>
                </a:lnTo>
                <a:lnTo>
                  <a:pt x="1911271" y="1717654"/>
                </a:lnTo>
                <a:lnTo>
                  <a:pt x="1379057" y="0"/>
                </a:lnTo>
                <a:close/>
              </a:path>
            </a:pathLst>
          </a:custGeom>
          <a:solidFill>
            <a:srgbClr val="FFFFFF">
              <a:alpha val="14999"/>
            </a:srgbClr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31" name="object 31"/>
          <p:cNvSpPr/>
          <p:nvPr/>
        </p:nvSpPr>
        <p:spPr>
          <a:xfrm>
            <a:off x="8906001" y="3090811"/>
            <a:ext cx="2347431" cy="2414100"/>
          </a:xfrm>
          <a:custGeom>
            <a:avLst/>
            <a:gdLst/>
            <a:ahLst/>
            <a:cxnLst/>
            <a:rect l="l" t="t" r="r" b="b"/>
            <a:pathLst>
              <a:path w="2347595" h="2414270">
                <a:moveTo>
                  <a:pt x="1557544" y="0"/>
                </a:moveTo>
                <a:lnTo>
                  <a:pt x="0" y="748856"/>
                </a:lnTo>
                <a:lnTo>
                  <a:pt x="0" y="2413790"/>
                </a:lnTo>
                <a:lnTo>
                  <a:pt x="2347164" y="492"/>
                </a:lnTo>
                <a:lnTo>
                  <a:pt x="1557544" y="0"/>
                </a:lnTo>
                <a:close/>
              </a:path>
            </a:pathLst>
          </a:custGeom>
          <a:solidFill>
            <a:srgbClr val="FFFFFF">
              <a:alpha val="9999"/>
            </a:srgbClr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36" name="object 22">
            <a:extLst>
              <a:ext uri="{FF2B5EF4-FFF2-40B4-BE49-F238E27FC236}">
                <a16:creationId xmlns:a16="http://schemas.microsoft.com/office/drawing/2014/main" id="{DAB82442-0062-4D41-B831-EB11EB855ECD}"/>
              </a:ext>
            </a:extLst>
          </p:cNvPr>
          <p:cNvSpPr txBox="1">
            <a:spLocks/>
          </p:cNvSpPr>
          <p:nvPr/>
        </p:nvSpPr>
        <p:spPr>
          <a:xfrm>
            <a:off x="5238623" y="9692993"/>
            <a:ext cx="2647129" cy="100001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>
            <a:lvl1pPr>
              <a:defRPr sz="410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699">
              <a:spcBef>
                <a:spcPts val="120"/>
              </a:spcBef>
            </a:pPr>
            <a:r>
              <a:rPr lang="es-CO" sz="3199" kern="0" spc="-64"/>
              <a:t>Facultad</a:t>
            </a:r>
            <a:r>
              <a:rPr lang="es-CO" sz="3199" kern="0" spc="-236"/>
              <a:t> </a:t>
            </a:r>
            <a:r>
              <a:rPr lang="es-CO" sz="3199" kern="0" spc="-74"/>
              <a:t>de</a:t>
            </a:r>
          </a:p>
          <a:p>
            <a:pPr marL="12699">
              <a:spcBef>
                <a:spcPts val="30"/>
              </a:spcBef>
            </a:pPr>
            <a:r>
              <a:rPr lang="es-CO" sz="3199" b="1" kern="0" spc="-74"/>
              <a:t>Ingeniería</a:t>
            </a:r>
            <a:endParaRPr lang="es-CO" sz="3199" b="1" kern="0" spc="-74" dirty="0"/>
          </a:p>
        </p:txBody>
      </p:sp>
      <p:pic>
        <p:nvPicPr>
          <p:cNvPr id="37" name="Imagen 36" descr="Imagen que contiene dibujo&#10;&#10;Descripción generada automáticamente">
            <a:extLst>
              <a:ext uri="{FF2B5EF4-FFF2-40B4-BE49-F238E27FC236}">
                <a16:creationId xmlns:a16="http://schemas.microsoft.com/office/drawing/2014/main" id="{FF8350E2-A37A-E748-99F2-1DDB393F46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129" y="9515041"/>
            <a:ext cx="4072010" cy="1485733"/>
          </a:xfrm>
          <a:prstGeom prst="rect">
            <a:avLst/>
          </a:prstGeom>
        </p:spPr>
      </p:pic>
      <p:sp>
        <p:nvSpPr>
          <p:cNvPr id="13" name="object 22">
            <a:extLst>
              <a:ext uri="{FF2B5EF4-FFF2-40B4-BE49-F238E27FC236}">
                <a16:creationId xmlns:a16="http://schemas.microsoft.com/office/drawing/2014/main" id="{C7A5E667-32A9-2076-7FA9-74A919E39991}"/>
              </a:ext>
            </a:extLst>
          </p:cNvPr>
          <p:cNvSpPr txBox="1"/>
          <p:nvPr/>
        </p:nvSpPr>
        <p:spPr>
          <a:xfrm>
            <a:off x="4582547" y="6367627"/>
            <a:ext cx="3539006" cy="625748"/>
          </a:xfrm>
          <a:prstGeom prst="rect">
            <a:avLst/>
          </a:prstGeom>
        </p:spPr>
        <p:txBody>
          <a:bodyPr vert="horz" wrap="square" lIns="0" tIns="16509" rIns="0" bIns="0" rtlCol="0">
            <a:spAutoFit/>
          </a:bodyPr>
          <a:lstStyle/>
          <a:p>
            <a:pPr marL="12699" algn="ctr">
              <a:spcBef>
                <a:spcPts val="130"/>
              </a:spcBef>
            </a:pPr>
            <a:r>
              <a:rPr lang="es-ES_tradnl" sz="28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Comunicación</a:t>
            </a:r>
          </a:p>
        </p:txBody>
      </p:sp>
      <p:sp>
        <p:nvSpPr>
          <p:cNvPr id="14" name="object 22">
            <a:extLst>
              <a:ext uri="{FF2B5EF4-FFF2-40B4-BE49-F238E27FC236}">
                <a16:creationId xmlns:a16="http://schemas.microsoft.com/office/drawing/2014/main" id="{57EE0333-EA9C-32BE-E801-19136CDDE760}"/>
              </a:ext>
            </a:extLst>
          </p:cNvPr>
          <p:cNvSpPr txBox="1"/>
          <p:nvPr/>
        </p:nvSpPr>
        <p:spPr>
          <a:xfrm>
            <a:off x="8282547" y="6367627"/>
            <a:ext cx="3539006" cy="1234824"/>
          </a:xfrm>
          <a:prstGeom prst="rect">
            <a:avLst/>
          </a:prstGeom>
        </p:spPr>
        <p:txBody>
          <a:bodyPr vert="horz" wrap="square" lIns="0" tIns="16509" rIns="0" bIns="0" rtlCol="0">
            <a:spAutoFit/>
          </a:bodyPr>
          <a:lstStyle/>
          <a:p>
            <a:pPr marL="12699" algn="ctr">
              <a:spcBef>
                <a:spcPts val="130"/>
              </a:spcBef>
            </a:pPr>
            <a:r>
              <a:rPr lang="es-ES_tradnl" sz="2800" b="1" dirty="0">
                <a:latin typeface="Arial" panose="020B0604020202020204" pitchFamily="34" charset="0"/>
                <a:ea typeface="MS Mincho" panose="02020609040205080304" pitchFamily="49" charset="-128"/>
              </a:rPr>
              <a:t>Trabajo en equipo</a:t>
            </a:r>
            <a:endParaRPr lang="es-ES_tradnl" sz="3958" b="1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089CE6A4-820B-7D86-2ED0-32CF7C3D7B09}"/>
              </a:ext>
            </a:extLst>
          </p:cNvPr>
          <p:cNvGrpSpPr/>
          <p:nvPr/>
        </p:nvGrpSpPr>
        <p:grpSpPr>
          <a:xfrm>
            <a:off x="2006307" y="3525660"/>
            <a:ext cx="1464207" cy="1464207"/>
            <a:chOff x="924922" y="545382"/>
            <a:chExt cx="887959" cy="887959"/>
          </a:xfrm>
        </p:grpSpPr>
        <p:sp>
          <p:nvSpPr>
            <p:cNvPr id="16" name="object 25">
              <a:extLst>
                <a:ext uri="{FF2B5EF4-FFF2-40B4-BE49-F238E27FC236}">
                  <a16:creationId xmlns:a16="http://schemas.microsoft.com/office/drawing/2014/main" id="{50AEAFF2-F325-3815-E707-4FD697386364}"/>
                </a:ext>
              </a:extLst>
            </p:cNvPr>
            <p:cNvSpPr/>
            <p:nvPr/>
          </p:nvSpPr>
          <p:spPr>
            <a:xfrm>
              <a:off x="924922" y="545382"/>
              <a:ext cx="887959" cy="887959"/>
            </a:xfrm>
            <a:custGeom>
              <a:avLst/>
              <a:gdLst/>
              <a:ahLst/>
              <a:cxnLst/>
              <a:rect l="l" t="t" r="r" b="b"/>
              <a:pathLst>
                <a:path w="1464310" h="1464310">
                  <a:moveTo>
                    <a:pt x="732030" y="0"/>
                  </a:moveTo>
                  <a:lnTo>
                    <a:pt x="683970" y="1560"/>
                  </a:lnTo>
                  <a:lnTo>
                    <a:pt x="636730" y="6175"/>
                  </a:lnTo>
                  <a:lnTo>
                    <a:pt x="590407" y="13748"/>
                  </a:lnTo>
                  <a:lnTo>
                    <a:pt x="545098" y="24183"/>
                  </a:lnTo>
                  <a:lnTo>
                    <a:pt x="500900" y="37381"/>
                  </a:lnTo>
                  <a:lnTo>
                    <a:pt x="457910" y="53246"/>
                  </a:lnTo>
                  <a:lnTo>
                    <a:pt x="416227" y="71680"/>
                  </a:lnTo>
                  <a:lnTo>
                    <a:pt x="375946" y="92586"/>
                  </a:lnTo>
                  <a:lnTo>
                    <a:pt x="337165" y="115867"/>
                  </a:lnTo>
                  <a:lnTo>
                    <a:pt x="299982" y="141425"/>
                  </a:lnTo>
                  <a:lnTo>
                    <a:pt x="264493" y="169164"/>
                  </a:lnTo>
                  <a:lnTo>
                    <a:pt x="230795" y="198987"/>
                  </a:lnTo>
                  <a:lnTo>
                    <a:pt x="198987" y="230795"/>
                  </a:lnTo>
                  <a:lnTo>
                    <a:pt x="169164" y="264493"/>
                  </a:lnTo>
                  <a:lnTo>
                    <a:pt x="141425" y="299982"/>
                  </a:lnTo>
                  <a:lnTo>
                    <a:pt x="115867" y="337165"/>
                  </a:lnTo>
                  <a:lnTo>
                    <a:pt x="92586" y="375946"/>
                  </a:lnTo>
                  <a:lnTo>
                    <a:pt x="71680" y="416227"/>
                  </a:lnTo>
                  <a:lnTo>
                    <a:pt x="53246" y="457910"/>
                  </a:lnTo>
                  <a:lnTo>
                    <a:pt x="37381" y="500900"/>
                  </a:lnTo>
                  <a:lnTo>
                    <a:pt x="24183" y="545098"/>
                  </a:lnTo>
                  <a:lnTo>
                    <a:pt x="13748" y="590407"/>
                  </a:lnTo>
                  <a:lnTo>
                    <a:pt x="6175" y="636730"/>
                  </a:lnTo>
                  <a:lnTo>
                    <a:pt x="1560" y="683970"/>
                  </a:lnTo>
                  <a:lnTo>
                    <a:pt x="0" y="732030"/>
                  </a:lnTo>
                  <a:lnTo>
                    <a:pt x="1560" y="780088"/>
                  </a:lnTo>
                  <a:lnTo>
                    <a:pt x="6175" y="827327"/>
                  </a:lnTo>
                  <a:lnTo>
                    <a:pt x="13748" y="873649"/>
                  </a:lnTo>
                  <a:lnTo>
                    <a:pt x="24183" y="918957"/>
                  </a:lnTo>
                  <a:lnTo>
                    <a:pt x="37381" y="963154"/>
                  </a:lnTo>
                  <a:lnTo>
                    <a:pt x="53246" y="1006143"/>
                  </a:lnTo>
                  <a:lnTo>
                    <a:pt x="71680" y="1047826"/>
                  </a:lnTo>
                  <a:lnTo>
                    <a:pt x="92586" y="1088106"/>
                  </a:lnTo>
                  <a:lnTo>
                    <a:pt x="115867" y="1126886"/>
                  </a:lnTo>
                  <a:lnTo>
                    <a:pt x="141425" y="1164069"/>
                  </a:lnTo>
                  <a:lnTo>
                    <a:pt x="169164" y="1199558"/>
                  </a:lnTo>
                  <a:lnTo>
                    <a:pt x="198987" y="1233255"/>
                  </a:lnTo>
                  <a:lnTo>
                    <a:pt x="230795" y="1265063"/>
                  </a:lnTo>
                  <a:lnTo>
                    <a:pt x="264493" y="1294885"/>
                  </a:lnTo>
                  <a:lnTo>
                    <a:pt x="299982" y="1322624"/>
                  </a:lnTo>
                  <a:lnTo>
                    <a:pt x="337165" y="1348183"/>
                  </a:lnTo>
                  <a:lnTo>
                    <a:pt x="375946" y="1371463"/>
                  </a:lnTo>
                  <a:lnTo>
                    <a:pt x="416227" y="1392369"/>
                  </a:lnTo>
                  <a:lnTo>
                    <a:pt x="457910" y="1410803"/>
                  </a:lnTo>
                  <a:lnTo>
                    <a:pt x="500900" y="1426668"/>
                  </a:lnTo>
                  <a:lnTo>
                    <a:pt x="545098" y="1439866"/>
                  </a:lnTo>
                  <a:lnTo>
                    <a:pt x="590407" y="1450300"/>
                  </a:lnTo>
                  <a:lnTo>
                    <a:pt x="636730" y="1457874"/>
                  </a:lnTo>
                  <a:lnTo>
                    <a:pt x="683970" y="1462489"/>
                  </a:lnTo>
                  <a:lnTo>
                    <a:pt x="732030" y="1464049"/>
                  </a:lnTo>
                  <a:lnTo>
                    <a:pt x="780088" y="1462489"/>
                  </a:lnTo>
                  <a:lnTo>
                    <a:pt x="827327" y="1457874"/>
                  </a:lnTo>
                  <a:lnTo>
                    <a:pt x="873649" y="1450300"/>
                  </a:lnTo>
                  <a:lnTo>
                    <a:pt x="918957" y="1439866"/>
                  </a:lnTo>
                  <a:lnTo>
                    <a:pt x="963154" y="1426668"/>
                  </a:lnTo>
                  <a:lnTo>
                    <a:pt x="1006143" y="1410803"/>
                  </a:lnTo>
                  <a:lnTo>
                    <a:pt x="1047826" y="1392369"/>
                  </a:lnTo>
                  <a:lnTo>
                    <a:pt x="1088106" y="1371463"/>
                  </a:lnTo>
                  <a:lnTo>
                    <a:pt x="1126886" y="1348183"/>
                  </a:lnTo>
                  <a:lnTo>
                    <a:pt x="1132925" y="1344032"/>
                  </a:lnTo>
                  <a:lnTo>
                    <a:pt x="732030" y="1344032"/>
                  </a:lnTo>
                  <a:lnTo>
                    <a:pt x="684271" y="1342187"/>
                  </a:lnTo>
                  <a:lnTo>
                    <a:pt x="637506" y="1336744"/>
                  </a:lnTo>
                  <a:lnTo>
                    <a:pt x="591870" y="1327840"/>
                  </a:lnTo>
                  <a:lnTo>
                    <a:pt x="547503" y="1315612"/>
                  </a:lnTo>
                  <a:lnTo>
                    <a:pt x="504539" y="1300197"/>
                  </a:lnTo>
                  <a:lnTo>
                    <a:pt x="463118" y="1281732"/>
                  </a:lnTo>
                  <a:lnTo>
                    <a:pt x="423375" y="1260355"/>
                  </a:lnTo>
                  <a:lnTo>
                    <a:pt x="385447" y="1236202"/>
                  </a:lnTo>
                  <a:lnTo>
                    <a:pt x="349473" y="1209411"/>
                  </a:lnTo>
                  <a:lnTo>
                    <a:pt x="315589" y="1180118"/>
                  </a:lnTo>
                  <a:lnTo>
                    <a:pt x="283932" y="1148461"/>
                  </a:lnTo>
                  <a:lnTo>
                    <a:pt x="254639" y="1114577"/>
                  </a:lnTo>
                  <a:lnTo>
                    <a:pt x="227847" y="1078604"/>
                  </a:lnTo>
                  <a:lnTo>
                    <a:pt x="203694" y="1040677"/>
                  </a:lnTo>
                  <a:lnTo>
                    <a:pt x="182317" y="1000935"/>
                  </a:lnTo>
                  <a:lnTo>
                    <a:pt x="163852" y="959514"/>
                  </a:lnTo>
                  <a:lnTo>
                    <a:pt x="148437" y="916552"/>
                  </a:lnTo>
                  <a:lnTo>
                    <a:pt x="136209" y="872185"/>
                  </a:lnTo>
                  <a:lnTo>
                    <a:pt x="127305" y="826551"/>
                  </a:lnTo>
                  <a:lnTo>
                    <a:pt x="121862" y="779787"/>
                  </a:lnTo>
                  <a:lnTo>
                    <a:pt x="120017" y="732030"/>
                  </a:lnTo>
                  <a:lnTo>
                    <a:pt x="121862" y="684271"/>
                  </a:lnTo>
                  <a:lnTo>
                    <a:pt x="127305" y="637506"/>
                  </a:lnTo>
                  <a:lnTo>
                    <a:pt x="136209" y="591870"/>
                  </a:lnTo>
                  <a:lnTo>
                    <a:pt x="148437" y="547503"/>
                  </a:lnTo>
                  <a:lnTo>
                    <a:pt x="163852" y="504539"/>
                  </a:lnTo>
                  <a:lnTo>
                    <a:pt x="182317" y="463118"/>
                  </a:lnTo>
                  <a:lnTo>
                    <a:pt x="203694" y="423375"/>
                  </a:lnTo>
                  <a:lnTo>
                    <a:pt x="227847" y="385447"/>
                  </a:lnTo>
                  <a:lnTo>
                    <a:pt x="254639" y="349473"/>
                  </a:lnTo>
                  <a:lnTo>
                    <a:pt x="283932" y="315589"/>
                  </a:lnTo>
                  <a:lnTo>
                    <a:pt x="315589" y="283932"/>
                  </a:lnTo>
                  <a:lnTo>
                    <a:pt x="349473" y="254639"/>
                  </a:lnTo>
                  <a:lnTo>
                    <a:pt x="385447" y="227847"/>
                  </a:lnTo>
                  <a:lnTo>
                    <a:pt x="423375" y="203694"/>
                  </a:lnTo>
                  <a:lnTo>
                    <a:pt x="463118" y="182317"/>
                  </a:lnTo>
                  <a:lnTo>
                    <a:pt x="504539" y="163852"/>
                  </a:lnTo>
                  <a:lnTo>
                    <a:pt x="547503" y="148437"/>
                  </a:lnTo>
                  <a:lnTo>
                    <a:pt x="591870" y="136209"/>
                  </a:lnTo>
                  <a:lnTo>
                    <a:pt x="637506" y="127305"/>
                  </a:lnTo>
                  <a:lnTo>
                    <a:pt x="684271" y="121862"/>
                  </a:lnTo>
                  <a:lnTo>
                    <a:pt x="732030" y="120017"/>
                  </a:lnTo>
                  <a:lnTo>
                    <a:pt x="1133269" y="120017"/>
                  </a:lnTo>
                  <a:lnTo>
                    <a:pt x="1105316" y="102055"/>
                  </a:lnTo>
                  <a:lnTo>
                    <a:pt x="1062478" y="78425"/>
                  </a:lnTo>
                  <a:lnTo>
                    <a:pt x="1018344" y="57831"/>
                  </a:lnTo>
                  <a:lnTo>
                    <a:pt x="973016" y="40308"/>
                  </a:lnTo>
                  <a:lnTo>
                    <a:pt x="926595" y="25892"/>
                  </a:lnTo>
                  <a:lnTo>
                    <a:pt x="879184" y="14617"/>
                  </a:lnTo>
                  <a:lnTo>
                    <a:pt x="830885" y="6520"/>
                  </a:lnTo>
                  <a:lnTo>
                    <a:pt x="781799" y="1636"/>
                  </a:lnTo>
                  <a:lnTo>
                    <a:pt x="732030" y="0"/>
                  </a:lnTo>
                  <a:close/>
                </a:path>
                <a:path w="1464310" h="1464310">
                  <a:moveTo>
                    <a:pt x="1382385" y="479173"/>
                  </a:moveTo>
                  <a:lnTo>
                    <a:pt x="1358639" y="481367"/>
                  </a:lnTo>
                  <a:lnTo>
                    <a:pt x="1337619" y="492591"/>
                  </a:lnTo>
                  <a:lnTo>
                    <a:pt x="1323043" y="510386"/>
                  </a:lnTo>
                  <a:lnTo>
                    <a:pt x="1316202" y="532348"/>
                  </a:lnTo>
                  <a:lnTo>
                    <a:pt x="1318389" y="556077"/>
                  </a:lnTo>
                  <a:lnTo>
                    <a:pt x="1329578" y="599104"/>
                  </a:lnTo>
                  <a:lnTo>
                    <a:pt x="1337595" y="642875"/>
                  </a:lnTo>
                  <a:lnTo>
                    <a:pt x="1342419" y="687235"/>
                  </a:lnTo>
                  <a:lnTo>
                    <a:pt x="1344032" y="732030"/>
                  </a:lnTo>
                  <a:lnTo>
                    <a:pt x="1342187" y="779787"/>
                  </a:lnTo>
                  <a:lnTo>
                    <a:pt x="1336744" y="826551"/>
                  </a:lnTo>
                  <a:lnTo>
                    <a:pt x="1327840" y="872185"/>
                  </a:lnTo>
                  <a:lnTo>
                    <a:pt x="1315613" y="916552"/>
                  </a:lnTo>
                  <a:lnTo>
                    <a:pt x="1300198" y="959514"/>
                  </a:lnTo>
                  <a:lnTo>
                    <a:pt x="1281734" y="1000935"/>
                  </a:lnTo>
                  <a:lnTo>
                    <a:pt x="1260357" y="1040677"/>
                  </a:lnTo>
                  <a:lnTo>
                    <a:pt x="1236205" y="1078604"/>
                  </a:lnTo>
                  <a:lnTo>
                    <a:pt x="1209414" y="1114577"/>
                  </a:lnTo>
                  <a:lnTo>
                    <a:pt x="1180122" y="1148461"/>
                  </a:lnTo>
                  <a:lnTo>
                    <a:pt x="1148465" y="1180118"/>
                  </a:lnTo>
                  <a:lnTo>
                    <a:pt x="1114582" y="1209411"/>
                  </a:lnTo>
                  <a:lnTo>
                    <a:pt x="1078608" y="1236202"/>
                  </a:lnTo>
                  <a:lnTo>
                    <a:pt x="1040682" y="1260355"/>
                  </a:lnTo>
                  <a:lnTo>
                    <a:pt x="1000939" y="1281732"/>
                  </a:lnTo>
                  <a:lnTo>
                    <a:pt x="959518" y="1300197"/>
                  </a:lnTo>
                  <a:lnTo>
                    <a:pt x="916556" y="1315612"/>
                  </a:lnTo>
                  <a:lnTo>
                    <a:pt x="872188" y="1327840"/>
                  </a:lnTo>
                  <a:lnTo>
                    <a:pt x="826553" y="1336744"/>
                  </a:lnTo>
                  <a:lnTo>
                    <a:pt x="779788" y="1342187"/>
                  </a:lnTo>
                  <a:lnTo>
                    <a:pt x="732030" y="1344032"/>
                  </a:lnTo>
                  <a:lnTo>
                    <a:pt x="1132925" y="1344032"/>
                  </a:lnTo>
                  <a:lnTo>
                    <a:pt x="1199558" y="1294885"/>
                  </a:lnTo>
                  <a:lnTo>
                    <a:pt x="1233255" y="1265063"/>
                  </a:lnTo>
                  <a:lnTo>
                    <a:pt x="1265063" y="1233255"/>
                  </a:lnTo>
                  <a:lnTo>
                    <a:pt x="1294885" y="1199558"/>
                  </a:lnTo>
                  <a:lnTo>
                    <a:pt x="1322624" y="1164069"/>
                  </a:lnTo>
                  <a:lnTo>
                    <a:pt x="1348183" y="1126886"/>
                  </a:lnTo>
                  <a:lnTo>
                    <a:pt x="1371463" y="1088106"/>
                  </a:lnTo>
                  <a:lnTo>
                    <a:pt x="1392369" y="1047826"/>
                  </a:lnTo>
                  <a:lnTo>
                    <a:pt x="1410803" y="1006143"/>
                  </a:lnTo>
                  <a:lnTo>
                    <a:pt x="1426668" y="963154"/>
                  </a:lnTo>
                  <a:lnTo>
                    <a:pt x="1439866" y="918957"/>
                  </a:lnTo>
                  <a:lnTo>
                    <a:pt x="1450300" y="873649"/>
                  </a:lnTo>
                  <a:lnTo>
                    <a:pt x="1457874" y="827327"/>
                  </a:lnTo>
                  <a:lnTo>
                    <a:pt x="1462489" y="780088"/>
                  </a:lnTo>
                  <a:lnTo>
                    <a:pt x="1464049" y="732030"/>
                  </a:lnTo>
                  <a:lnTo>
                    <a:pt x="1462118" y="678496"/>
                  </a:lnTo>
                  <a:lnTo>
                    <a:pt x="1456340" y="625462"/>
                  </a:lnTo>
                  <a:lnTo>
                    <a:pt x="1446742" y="573112"/>
                  </a:lnTo>
                  <a:lnTo>
                    <a:pt x="1433349" y="521628"/>
                  </a:lnTo>
                  <a:lnTo>
                    <a:pt x="1404345" y="486019"/>
                  </a:lnTo>
                  <a:lnTo>
                    <a:pt x="1382385" y="479173"/>
                  </a:lnTo>
                  <a:close/>
                </a:path>
                <a:path w="1464310" h="1464310">
                  <a:moveTo>
                    <a:pt x="1133269" y="120017"/>
                  </a:moveTo>
                  <a:lnTo>
                    <a:pt x="732030" y="120017"/>
                  </a:lnTo>
                  <a:lnTo>
                    <a:pt x="783957" y="122151"/>
                  </a:lnTo>
                  <a:lnTo>
                    <a:pt x="834955" y="128517"/>
                  </a:lnTo>
                  <a:lnTo>
                    <a:pt x="884856" y="139055"/>
                  </a:lnTo>
                  <a:lnTo>
                    <a:pt x="933495" y="153707"/>
                  </a:lnTo>
                  <a:lnTo>
                    <a:pt x="980704" y="172415"/>
                  </a:lnTo>
                  <a:lnTo>
                    <a:pt x="1026317" y="195122"/>
                  </a:lnTo>
                  <a:lnTo>
                    <a:pt x="1070168" y="221768"/>
                  </a:lnTo>
                  <a:lnTo>
                    <a:pt x="1112091" y="252295"/>
                  </a:lnTo>
                  <a:lnTo>
                    <a:pt x="1133303" y="263114"/>
                  </a:lnTo>
                  <a:lnTo>
                    <a:pt x="1178182" y="257947"/>
                  </a:lnTo>
                  <a:lnTo>
                    <a:pt x="1207228" y="221352"/>
                  </a:lnTo>
                  <a:lnTo>
                    <a:pt x="1209005" y="198418"/>
                  </a:lnTo>
                  <a:lnTo>
                    <a:pt x="1202056" y="176488"/>
                  </a:lnTo>
                  <a:lnTo>
                    <a:pt x="1186696" y="158277"/>
                  </a:lnTo>
                  <a:lnTo>
                    <a:pt x="1146756" y="128684"/>
                  </a:lnTo>
                  <a:lnTo>
                    <a:pt x="1133269" y="1200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1"/>
            </a:p>
          </p:txBody>
        </p:sp>
        <p:sp>
          <p:nvSpPr>
            <p:cNvPr id="17" name="object 26">
              <a:extLst>
                <a:ext uri="{FF2B5EF4-FFF2-40B4-BE49-F238E27FC236}">
                  <a16:creationId xmlns:a16="http://schemas.microsoft.com/office/drawing/2014/main" id="{489F7960-1CB9-F605-1A6F-4AC7F72113F5}"/>
                </a:ext>
              </a:extLst>
            </p:cNvPr>
            <p:cNvSpPr/>
            <p:nvPr/>
          </p:nvSpPr>
          <p:spPr>
            <a:xfrm>
              <a:off x="1014063" y="636577"/>
              <a:ext cx="696967" cy="696967"/>
            </a:xfrm>
            <a:custGeom>
              <a:avLst/>
              <a:gdLst/>
              <a:ahLst/>
              <a:cxnLst/>
              <a:rect l="l" t="t" r="r" b="b"/>
              <a:pathLst>
                <a:path w="1149350" h="1149350">
                  <a:moveTo>
                    <a:pt x="574600" y="0"/>
                  </a:moveTo>
                  <a:lnTo>
                    <a:pt x="527542" y="1908"/>
                  </a:lnTo>
                  <a:lnTo>
                    <a:pt x="481519" y="7534"/>
                  </a:lnTo>
                  <a:lnTo>
                    <a:pt x="436681" y="16728"/>
                  </a:lnTo>
                  <a:lnTo>
                    <a:pt x="393175" y="29341"/>
                  </a:lnTo>
                  <a:lnTo>
                    <a:pt x="351152" y="45225"/>
                  </a:lnTo>
                  <a:lnTo>
                    <a:pt x="310760" y="64231"/>
                  </a:lnTo>
                  <a:lnTo>
                    <a:pt x="272149" y="86208"/>
                  </a:lnTo>
                  <a:lnTo>
                    <a:pt x="235466" y="111009"/>
                  </a:lnTo>
                  <a:lnTo>
                    <a:pt x="200862" y="138485"/>
                  </a:lnTo>
                  <a:lnTo>
                    <a:pt x="168485" y="168485"/>
                  </a:lnTo>
                  <a:lnTo>
                    <a:pt x="138485" y="200862"/>
                  </a:lnTo>
                  <a:lnTo>
                    <a:pt x="111009" y="235466"/>
                  </a:lnTo>
                  <a:lnTo>
                    <a:pt x="86208" y="272149"/>
                  </a:lnTo>
                  <a:lnTo>
                    <a:pt x="64231" y="310760"/>
                  </a:lnTo>
                  <a:lnTo>
                    <a:pt x="45225" y="351152"/>
                  </a:lnTo>
                  <a:lnTo>
                    <a:pt x="29341" y="393175"/>
                  </a:lnTo>
                  <a:lnTo>
                    <a:pt x="16728" y="436681"/>
                  </a:lnTo>
                  <a:lnTo>
                    <a:pt x="7534" y="481519"/>
                  </a:lnTo>
                  <a:lnTo>
                    <a:pt x="1908" y="527542"/>
                  </a:lnTo>
                  <a:lnTo>
                    <a:pt x="0" y="574600"/>
                  </a:lnTo>
                  <a:lnTo>
                    <a:pt x="1908" y="621656"/>
                  </a:lnTo>
                  <a:lnTo>
                    <a:pt x="7534" y="667678"/>
                  </a:lnTo>
                  <a:lnTo>
                    <a:pt x="16728" y="712515"/>
                  </a:lnTo>
                  <a:lnTo>
                    <a:pt x="29341" y="756019"/>
                  </a:lnTo>
                  <a:lnTo>
                    <a:pt x="45225" y="798041"/>
                  </a:lnTo>
                  <a:lnTo>
                    <a:pt x="64231" y="838432"/>
                  </a:lnTo>
                  <a:lnTo>
                    <a:pt x="86208" y="877043"/>
                  </a:lnTo>
                  <a:lnTo>
                    <a:pt x="111009" y="913725"/>
                  </a:lnTo>
                  <a:lnTo>
                    <a:pt x="138485" y="948329"/>
                  </a:lnTo>
                  <a:lnTo>
                    <a:pt x="168485" y="980705"/>
                  </a:lnTo>
                  <a:lnTo>
                    <a:pt x="200862" y="1010705"/>
                  </a:lnTo>
                  <a:lnTo>
                    <a:pt x="235466" y="1038180"/>
                  </a:lnTo>
                  <a:lnTo>
                    <a:pt x="272149" y="1062981"/>
                  </a:lnTo>
                  <a:lnTo>
                    <a:pt x="310760" y="1084959"/>
                  </a:lnTo>
                  <a:lnTo>
                    <a:pt x="351152" y="1103964"/>
                  </a:lnTo>
                  <a:lnTo>
                    <a:pt x="393175" y="1119848"/>
                  </a:lnTo>
                  <a:lnTo>
                    <a:pt x="436681" y="1132461"/>
                  </a:lnTo>
                  <a:lnTo>
                    <a:pt x="481519" y="1141655"/>
                  </a:lnTo>
                  <a:lnTo>
                    <a:pt x="527542" y="1147281"/>
                  </a:lnTo>
                  <a:lnTo>
                    <a:pt x="574600" y="1149190"/>
                  </a:lnTo>
                  <a:lnTo>
                    <a:pt x="621658" y="1147281"/>
                  </a:lnTo>
                  <a:lnTo>
                    <a:pt x="667680" y="1141655"/>
                  </a:lnTo>
                  <a:lnTo>
                    <a:pt x="712518" y="1132461"/>
                  </a:lnTo>
                  <a:lnTo>
                    <a:pt x="756023" y="1119848"/>
                  </a:lnTo>
                  <a:lnTo>
                    <a:pt x="798046" y="1103964"/>
                  </a:lnTo>
                  <a:lnTo>
                    <a:pt x="838437" y="1084959"/>
                  </a:lnTo>
                  <a:lnTo>
                    <a:pt x="848256" y="1079370"/>
                  </a:lnTo>
                  <a:lnTo>
                    <a:pt x="574600" y="1079370"/>
                  </a:lnTo>
                  <a:lnTo>
                    <a:pt x="526056" y="1077055"/>
                  </a:lnTo>
                  <a:lnTo>
                    <a:pt x="478803" y="1070252"/>
                  </a:lnTo>
                  <a:lnTo>
                    <a:pt x="433053" y="1059173"/>
                  </a:lnTo>
                  <a:lnTo>
                    <a:pt x="389021" y="1044034"/>
                  </a:lnTo>
                  <a:lnTo>
                    <a:pt x="346919" y="1025045"/>
                  </a:lnTo>
                  <a:lnTo>
                    <a:pt x="306960" y="1002422"/>
                  </a:lnTo>
                  <a:lnTo>
                    <a:pt x="269357" y="976376"/>
                  </a:lnTo>
                  <a:lnTo>
                    <a:pt x="234325" y="947121"/>
                  </a:lnTo>
                  <a:lnTo>
                    <a:pt x="202075" y="914871"/>
                  </a:lnTo>
                  <a:lnTo>
                    <a:pt x="172820" y="879838"/>
                  </a:lnTo>
                  <a:lnTo>
                    <a:pt x="146775" y="842235"/>
                  </a:lnTo>
                  <a:lnTo>
                    <a:pt x="124152" y="802276"/>
                  </a:lnTo>
                  <a:lnTo>
                    <a:pt x="105165" y="760174"/>
                  </a:lnTo>
                  <a:lnTo>
                    <a:pt x="90025" y="716143"/>
                  </a:lnTo>
                  <a:lnTo>
                    <a:pt x="78948" y="670394"/>
                  </a:lnTo>
                  <a:lnTo>
                    <a:pt x="72145" y="623142"/>
                  </a:lnTo>
                  <a:lnTo>
                    <a:pt x="69830" y="574600"/>
                  </a:lnTo>
                  <a:lnTo>
                    <a:pt x="72145" y="526056"/>
                  </a:lnTo>
                  <a:lnTo>
                    <a:pt x="78948" y="478802"/>
                  </a:lnTo>
                  <a:lnTo>
                    <a:pt x="90025" y="433052"/>
                  </a:lnTo>
                  <a:lnTo>
                    <a:pt x="105165" y="389019"/>
                  </a:lnTo>
                  <a:lnTo>
                    <a:pt x="124152" y="346917"/>
                  </a:lnTo>
                  <a:lnTo>
                    <a:pt x="146775" y="306957"/>
                  </a:lnTo>
                  <a:lnTo>
                    <a:pt x="172820" y="269354"/>
                  </a:lnTo>
                  <a:lnTo>
                    <a:pt x="202075" y="234320"/>
                  </a:lnTo>
                  <a:lnTo>
                    <a:pt x="234325" y="202069"/>
                  </a:lnTo>
                  <a:lnTo>
                    <a:pt x="269357" y="172814"/>
                  </a:lnTo>
                  <a:lnTo>
                    <a:pt x="306960" y="146768"/>
                  </a:lnTo>
                  <a:lnTo>
                    <a:pt x="346919" y="124144"/>
                  </a:lnTo>
                  <a:lnTo>
                    <a:pt x="389021" y="105156"/>
                  </a:lnTo>
                  <a:lnTo>
                    <a:pt x="433053" y="90016"/>
                  </a:lnTo>
                  <a:lnTo>
                    <a:pt x="478803" y="78938"/>
                  </a:lnTo>
                  <a:lnTo>
                    <a:pt x="526056" y="72134"/>
                  </a:lnTo>
                  <a:lnTo>
                    <a:pt x="574600" y="69819"/>
                  </a:lnTo>
                  <a:lnTo>
                    <a:pt x="848220" y="69819"/>
                  </a:lnTo>
                  <a:lnTo>
                    <a:pt x="829156" y="59233"/>
                  </a:lnTo>
                  <a:lnTo>
                    <a:pt x="781136" y="38108"/>
                  </a:lnTo>
                  <a:lnTo>
                    <a:pt x="731445" y="21548"/>
                  </a:lnTo>
                  <a:lnTo>
                    <a:pt x="680309" y="9626"/>
                  </a:lnTo>
                  <a:lnTo>
                    <a:pt x="627952" y="2419"/>
                  </a:lnTo>
                  <a:lnTo>
                    <a:pt x="574600" y="0"/>
                  </a:lnTo>
                  <a:close/>
                </a:path>
                <a:path w="1149350" h="1149350">
                  <a:moveTo>
                    <a:pt x="1110395" y="501042"/>
                  </a:moveTo>
                  <a:lnTo>
                    <a:pt x="1097035" y="504759"/>
                  </a:lnTo>
                  <a:lnTo>
                    <a:pt x="1086502" y="513021"/>
                  </a:lnTo>
                  <a:lnTo>
                    <a:pt x="1079834" y="524628"/>
                  </a:lnTo>
                  <a:lnTo>
                    <a:pt x="1078071" y="538381"/>
                  </a:lnTo>
                  <a:lnTo>
                    <a:pt x="1078636" y="547340"/>
                  </a:lnTo>
                  <a:lnTo>
                    <a:pt x="1079043" y="556384"/>
                  </a:lnTo>
                  <a:lnTo>
                    <a:pt x="1079254" y="564230"/>
                  </a:lnTo>
                  <a:lnTo>
                    <a:pt x="1079370" y="574600"/>
                  </a:lnTo>
                  <a:lnTo>
                    <a:pt x="1077055" y="623142"/>
                  </a:lnTo>
                  <a:lnTo>
                    <a:pt x="1070252" y="670394"/>
                  </a:lnTo>
                  <a:lnTo>
                    <a:pt x="1059173" y="716143"/>
                  </a:lnTo>
                  <a:lnTo>
                    <a:pt x="1044034" y="760174"/>
                  </a:lnTo>
                  <a:lnTo>
                    <a:pt x="1025045" y="802276"/>
                  </a:lnTo>
                  <a:lnTo>
                    <a:pt x="1002422" y="842235"/>
                  </a:lnTo>
                  <a:lnTo>
                    <a:pt x="976376" y="879838"/>
                  </a:lnTo>
                  <a:lnTo>
                    <a:pt x="947121" y="914871"/>
                  </a:lnTo>
                  <a:lnTo>
                    <a:pt x="914871" y="947121"/>
                  </a:lnTo>
                  <a:lnTo>
                    <a:pt x="879838" y="976376"/>
                  </a:lnTo>
                  <a:lnTo>
                    <a:pt x="842235" y="1002422"/>
                  </a:lnTo>
                  <a:lnTo>
                    <a:pt x="802276" y="1025045"/>
                  </a:lnTo>
                  <a:lnTo>
                    <a:pt x="760174" y="1044034"/>
                  </a:lnTo>
                  <a:lnTo>
                    <a:pt x="716143" y="1059173"/>
                  </a:lnTo>
                  <a:lnTo>
                    <a:pt x="670394" y="1070252"/>
                  </a:lnTo>
                  <a:lnTo>
                    <a:pt x="623142" y="1077055"/>
                  </a:lnTo>
                  <a:lnTo>
                    <a:pt x="574600" y="1079370"/>
                  </a:lnTo>
                  <a:lnTo>
                    <a:pt x="848256" y="1079370"/>
                  </a:lnTo>
                  <a:lnTo>
                    <a:pt x="913730" y="1038180"/>
                  </a:lnTo>
                  <a:lnTo>
                    <a:pt x="948333" y="1010705"/>
                  </a:lnTo>
                  <a:lnTo>
                    <a:pt x="980709" y="980705"/>
                  </a:lnTo>
                  <a:lnTo>
                    <a:pt x="1010709" y="948329"/>
                  </a:lnTo>
                  <a:lnTo>
                    <a:pt x="1038184" y="913725"/>
                  </a:lnTo>
                  <a:lnTo>
                    <a:pt x="1062984" y="877043"/>
                  </a:lnTo>
                  <a:lnTo>
                    <a:pt x="1084961" y="838432"/>
                  </a:lnTo>
                  <a:lnTo>
                    <a:pt x="1103965" y="798041"/>
                  </a:lnTo>
                  <a:lnTo>
                    <a:pt x="1119849" y="756019"/>
                  </a:lnTo>
                  <a:lnTo>
                    <a:pt x="1132462" y="712515"/>
                  </a:lnTo>
                  <a:lnTo>
                    <a:pt x="1141656" y="667678"/>
                  </a:lnTo>
                  <a:lnTo>
                    <a:pt x="1147281" y="621656"/>
                  </a:lnTo>
                  <a:lnTo>
                    <a:pt x="1149190" y="574600"/>
                  </a:lnTo>
                  <a:lnTo>
                    <a:pt x="1149098" y="564230"/>
                  </a:lnTo>
                  <a:lnTo>
                    <a:pt x="1144016" y="520006"/>
                  </a:lnTo>
                  <a:lnTo>
                    <a:pt x="1124157" y="502817"/>
                  </a:lnTo>
                  <a:lnTo>
                    <a:pt x="1110395" y="501042"/>
                  </a:lnTo>
                  <a:close/>
                </a:path>
                <a:path w="1149350" h="1149350">
                  <a:moveTo>
                    <a:pt x="848220" y="69819"/>
                  </a:moveTo>
                  <a:lnTo>
                    <a:pt x="574600" y="69819"/>
                  </a:lnTo>
                  <a:lnTo>
                    <a:pt x="621467" y="71944"/>
                  </a:lnTo>
                  <a:lnTo>
                    <a:pt x="667458" y="78273"/>
                  </a:lnTo>
                  <a:lnTo>
                    <a:pt x="712373" y="88742"/>
                  </a:lnTo>
                  <a:lnTo>
                    <a:pt x="756016" y="103285"/>
                  </a:lnTo>
                  <a:lnTo>
                    <a:pt x="798189" y="121835"/>
                  </a:lnTo>
                  <a:lnTo>
                    <a:pt x="838694" y="144327"/>
                  </a:lnTo>
                  <a:lnTo>
                    <a:pt x="877334" y="170696"/>
                  </a:lnTo>
                  <a:lnTo>
                    <a:pt x="889845" y="176664"/>
                  </a:lnTo>
                  <a:lnTo>
                    <a:pt x="926212" y="163754"/>
                  </a:lnTo>
                  <a:lnTo>
                    <a:pt x="932873" y="137878"/>
                  </a:lnTo>
                  <a:lnTo>
                    <a:pt x="928496" y="125231"/>
                  </a:lnTo>
                  <a:lnTo>
                    <a:pt x="919280" y="114876"/>
                  </a:lnTo>
                  <a:lnTo>
                    <a:pt x="875279" y="84847"/>
                  </a:lnTo>
                  <a:lnTo>
                    <a:pt x="848220" y="698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1"/>
            </a:p>
          </p:txBody>
        </p:sp>
        <p:sp>
          <p:nvSpPr>
            <p:cNvPr id="18" name="object 27">
              <a:extLst>
                <a:ext uri="{FF2B5EF4-FFF2-40B4-BE49-F238E27FC236}">
                  <a16:creationId xmlns:a16="http://schemas.microsoft.com/office/drawing/2014/main" id="{CB37A64C-97FB-8DAE-B186-CD03A056753A}"/>
                </a:ext>
              </a:extLst>
            </p:cNvPr>
            <p:cNvSpPr/>
            <p:nvPr/>
          </p:nvSpPr>
          <p:spPr>
            <a:xfrm>
              <a:off x="1112307" y="661236"/>
              <a:ext cx="693501" cy="539475"/>
            </a:xfrm>
            <a:custGeom>
              <a:avLst/>
              <a:gdLst/>
              <a:ahLst/>
              <a:cxnLst/>
              <a:rect l="l" t="t" r="r" b="b"/>
              <a:pathLst>
                <a:path w="1143635" h="889635">
                  <a:moveTo>
                    <a:pt x="155407" y="324712"/>
                  </a:moveTo>
                  <a:lnTo>
                    <a:pt x="113688" y="324712"/>
                  </a:lnTo>
                  <a:lnTo>
                    <a:pt x="73565" y="337458"/>
                  </a:lnTo>
                  <a:lnTo>
                    <a:pt x="38237" y="362950"/>
                  </a:lnTo>
                  <a:lnTo>
                    <a:pt x="12745" y="398274"/>
                  </a:lnTo>
                  <a:lnTo>
                    <a:pt x="0" y="438396"/>
                  </a:lnTo>
                  <a:lnTo>
                    <a:pt x="0" y="480117"/>
                  </a:lnTo>
                  <a:lnTo>
                    <a:pt x="12745" y="520238"/>
                  </a:lnTo>
                  <a:lnTo>
                    <a:pt x="38237" y="555562"/>
                  </a:lnTo>
                  <a:lnTo>
                    <a:pt x="345359" y="862694"/>
                  </a:lnTo>
                  <a:lnTo>
                    <a:pt x="391936" y="887432"/>
                  </a:lnTo>
                  <a:lnTo>
                    <a:pt x="409190" y="889081"/>
                  </a:lnTo>
                  <a:lnTo>
                    <a:pt x="426435" y="887432"/>
                  </a:lnTo>
                  <a:lnTo>
                    <a:pt x="443164" y="882484"/>
                  </a:lnTo>
                  <a:lnTo>
                    <a:pt x="458857" y="874238"/>
                  </a:lnTo>
                  <a:lnTo>
                    <a:pt x="472999" y="862694"/>
                  </a:lnTo>
                  <a:lnTo>
                    <a:pt x="516401" y="819292"/>
                  </a:lnTo>
                  <a:lnTo>
                    <a:pt x="409183" y="819292"/>
                  </a:lnTo>
                  <a:lnTo>
                    <a:pt x="401492" y="817800"/>
                  </a:lnTo>
                  <a:lnTo>
                    <a:pt x="394740" y="813324"/>
                  </a:lnTo>
                  <a:lnTo>
                    <a:pt x="87618" y="506202"/>
                  </a:lnTo>
                  <a:lnTo>
                    <a:pt x="73058" y="484254"/>
                  </a:lnTo>
                  <a:lnTo>
                    <a:pt x="68205" y="459263"/>
                  </a:lnTo>
                  <a:lnTo>
                    <a:pt x="73058" y="434274"/>
                  </a:lnTo>
                  <a:lnTo>
                    <a:pt x="98015" y="403833"/>
                  </a:lnTo>
                  <a:lnTo>
                    <a:pt x="134549" y="392918"/>
                  </a:lnTo>
                  <a:lnTo>
                    <a:pt x="260819" y="392918"/>
                  </a:lnTo>
                  <a:lnTo>
                    <a:pt x="230849" y="362950"/>
                  </a:lnTo>
                  <a:lnTo>
                    <a:pt x="195527" y="337458"/>
                  </a:lnTo>
                  <a:lnTo>
                    <a:pt x="155407" y="324712"/>
                  </a:lnTo>
                  <a:close/>
                </a:path>
                <a:path w="1143635" h="889635">
                  <a:moveTo>
                    <a:pt x="1126459" y="68195"/>
                  </a:moveTo>
                  <a:lnTo>
                    <a:pt x="1008534" y="68195"/>
                  </a:lnTo>
                  <a:lnTo>
                    <a:pt x="1033525" y="73048"/>
                  </a:lnTo>
                  <a:lnTo>
                    <a:pt x="1055474" y="87608"/>
                  </a:lnTo>
                  <a:lnTo>
                    <a:pt x="1070027" y="109555"/>
                  </a:lnTo>
                  <a:lnTo>
                    <a:pt x="1074879" y="134543"/>
                  </a:lnTo>
                  <a:lnTo>
                    <a:pt x="1070027" y="159532"/>
                  </a:lnTo>
                  <a:lnTo>
                    <a:pt x="1055474" y="181479"/>
                  </a:lnTo>
                  <a:lnTo>
                    <a:pt x="423618" y="813324"/>
                  </a:lnTo>
                  <a:lnTo>
                    <a:pt x="416872" y="817800"/>
                  </a:lnTo>
                  <a:lnTo>
                    <a:pt x="409183" y="819292"/>
                  </a:lnTo>
                  <a:lnTo>
                    <a:pt x="516401" y="819292"/>
                  </a:lnTo>
                  <a:lnTo>
                    <a:pt x="1104844" y="230849"/>
                  </a:lnTo>
                  <a:lnTo>
                    <a:pt x="1130331" y="195522"/>
                  </a:lnTo>
                  <a:lnTo>
                    <a:pt x="1143074" y="155399"/>
                  </a:lnTo>
                  <a:lnTo>
                    <a:pt x="1143074" y="113680"/>
                  </a:lnTo>
                  <a:lnTo>
                    <a:pt x="1130331" y="73560"/>
                  </a:lnTo>
                  <a:lnTo>
                    <a:pt x="1126459" y="68195"/>
                  </a:lnTo>
                  <a:close/>
                </a:path>
                <a:path w="1143635" h="889635">
                  <a:moveTo>
                    <a:pt x="260819" y="392918"/>
                  </a:moveTo>
                  <a:lnTo>
                    <a:pt x="134549" y="392918"/>
                  </a:lnTo>
                  <a:lnTo>
                    <a:pt x="147233" y="394131"/>
                  </a:lnTo>
                  <a:lnTo>
                    <a:pt x="159537" y="397771"/>
                  </a:lnTo>
                  <a:lnTo>
                    <a:pt x="171081" y="403838"/>
                  </a:lnTo>
                  <a:lnTo>
                    <a:pt x="181479" y="412331"/>
                  </a:lnTo>
                  <a:lnTo>
                    <a:pt x="364929" y="595781"/>
                  </a:lnTo>
                  <a:lnTo>
                    <a:pt x="374481" y="603627"/>
                  </a:lnTo>
                  <a:lnTo>
                    <a:pt x="385222" y="609372"/>
                  </a:lnTo>
                  <a:lnTo>
                    <a:pt x="396882" y="612903"/>
                  </a:lnTo>
                  <a:lnTo>
                    <a:pt x="409190" y="614105"/>
                  </a:lnTo>
                  <a:lnTo>
                    <a:pt x="421491" y="612903"/>
                  </a:lnTo>
                  <a:lnTo>
                    <a:pt x="433148" y="609372"/>
                  </a:lnTo>
                  <a:lnTo>
                    <a:pt x="443888" y="603627"/>
                  </a:lnTo>
                  <a:lnTo>
                    <a:pt x="453440" y="595781"/>
                  </a:lnTo>
                  <a:lnTo>
                    <a:pt x="507939" y="541280"/>
                  </a:lnTo>
                  <a:lnTo>
                    <a:pt x="409190" y="541280"/>
                  </a:lnTo>
                  <a:lnTo>
                    <a:pt x="260819" y="392918"/>
                  </a:lnTo>
                  <a:close/>
                </a:path>
                <a:path w="1143635" h="889635">
                  <a:moveTo>
                    <a:pt x="1029398" y="0"/>
                  </a:moveTo>
                  <a:lnTo>
                    <a:pt x="987677" y="0"/>
                  </a:lnTo>
                  <a:lnTo>
                    <a:pt x="947556" y="12745"/>
                  </a:lnTo>
                  <a:lnTo>
                    <a:pt x="912232" y="38237"/>
                  </a:lnTo>
                  <a:lnTo>
                    <a:pt x="409190" y="541280"/>
                  </a:lnTo>
                  <a:lnTo>
                    <a:pt x="507939" y="541280"/>
                  </a:lnTo>
                  <a:lnTo>
                    <a:pt x="961602" y="87608"/>
                  </a:lnTo>
                  <a:lnTo>
                    <a:pt x="983545" y="73048"/>
                  </a:lnTo>
                  <a:lnTo>
                    <a:pt x="1008534" y="68195"/>
                  </a:lnTo>
                  <a:lnTo>
                    <a:pt x="1126459" y="68195"/>
                  </a:lnTo>
                  <a:lnTo>
                    <a:pt x="1104844" y="38237"/>
                  </a:lnTo>
                  <a:lnTo>
                    <a:pt x="1069520" y="12745"/>
                  </a:lnTo>
                  <a:lnTo>
                    <a:pt x="1029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1"/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7AA4714D-1FD3-9114-FEE7-D6376DD781B6}"/>
              </a:ext>
            </a:extLst>
          </p:cNvPr>
          <p:cNvGrpSpPr/>
          <p:nvPr/>
        </p:nvGrpSpPr>
        <p:grpSpPr>
          <a:xfrm>
            <a:off x="5706307" y="3525660"/>
            <a:ext cx="1464207" cy="1464207"/>
            <a:chOff x="924922" y="545382"/>
            <a:chExt cx="887959" cy="887959"/>
          </a:xfrm>
        </p:grpSpPr>
        <p:sp>
          <p:nvSpPr>
            <p:cNvPr id="35" name="object 25">
              <a:extLst>
                <a:ext uri="{FF2B5EF4-FFF2-40B4-BE49-F238E27FC236}">
                  <a16:creationId xmlns:a16="http://schemas.microsoft.com/office/drawing/2014/main" id="{8EFEB3BC-E00D-159C-C871-B14C0EB47A25}"/>
                </a:ext>
              </a:extLst>
            </p:cNvPr>
            <p:cNvSpPr/>
            <p:nvPr/>
          </p:nvSpPr>
          <p:spPr>
            <a:xfrm>
              <a:off x="924922" y="545382"/>
              <a:ext cx="887959" cy="887959"/>
            </a:xfrm>
            <a:custGeom>
              <a:avLst/>
              <a:gdLst/>
              <a:ahLst/>
              <a:cxnLst/>
              <a:rect l="l" t="t" r="r" b="b"/>
              <a:pathLst>
                <a:path w="1464310" h="1464310">
                  <a:moveTo>
                    <a:pt x="732030" y="0"/>
                  </a:moveTo>
                  <a:lnTo>
                    <a:pt x="683970" y="1560"/>
                  </a:lnTo>
                  <a:lnTo>
                    <a:pt x="636730" y="6175"/>
                  </a:lnTo>
                  <a:lnTo>
                    <a:pt x="590407" y="13748"/>
                  </a:lnTo>
                  <a:lnTo>
                    <a:pt x="545098" y="24183"/>
                  </a:lnTo>
                  <a:lnTo>
                    <a:pt x="500900" y="37381"/>
                  </a:lnTo>
                  <a:lnTo>
                    <a:pt x="457910" y="53246"/>
                  </a:lnTo>
                  <a:lnTo>
                    <a:pt x="416227" y="71680"/>
                  </a:lnTo>
                  <a:lnTo>
                    <a:pt x="375946" y="92586"/>
                  </a:lnTo>
                  <a:lnTo>
                    <a:pt x="337165" y="115867"/>
                  </a:lnTo>
                  <a:lnTo>
                    <a:pt x="299982" y="141425"/>
                  </a:lnTo>
                  <a:lnTo>
                    <a:pt x="264493" y="169164"/>
                  </a:lnTo>
                  <a:lnTo>
                    <a:pt x="230795" y="198987"/>
                  </a:lnTo>
                  <a:lnTo>
                    <a:pt x="198987" y="230795"/>
                  </a:lnTo>
                  <a:lnTo>
                    <a:pt x="169164" y="264493"/>
                  </a:lnTo>
                  <a:lnTo>
                    <a:pt x="141425" y="299982"/>
                  </a:lnTo>
                  <a:lnTo>
                    <a:pt x="115867" y="337165"/>
                  </a:lnTo>
                  <a:lnTo>
                    <a:pt x="92586" y="375946"/>
                  </a:lnTo>
                  <a:lnTo>
                    <a:pt x="71680" y="416227"/>
                  </a:lnTo>
                  <a:lnTo>
                    <a:pt x="53246" y="457910"/>
                  </a:lnTo>
                  <a:lnTo>
                    <a:pt x="37381" y="500900"/>
                  </a:lnTo>
                  <a:lnTo>
                    <a:pt x="24183" y="545098"/>
                  </a:lnTo>
                  <a:lnTo>
                    <a:pt x="13748" y="590407"/>
                  </a:lnTo>
                  <a:lnTo>
                    <a:pt x="6175" y="636730"/>
                  </a:lnTo>
                  <a:lnTo>
                    <a:pt x="1560" y="683970"/>
                  </a:lnTo>
                  <a:lnTo>
                    <a:pt x="0" y="732030"/>
                  </a:lnTo>
                  <a:lnTo>
                    <a:pt x="1560" y="780088"/>
                  </a:lnTo>
                  <a:lnTo>
                    <a:pt x="6175" y="827327"/>
                  </a:lnTo>
                  <a:lnTo>
                    <a:pt x="13748" y="873649"/>
                  </a:lnTo>
                  <a:lnTo>
                    <a:pt x="24183" y="918957"/>
                  </a:lnTo>
                  <a:lnTo>
                    <a:pt x="37381" y="963154"/>
                  </a:lnTo>
                  <a:lnTo>
                    <a:pt x="53246" y="1006143"/>
                  </a:lnTo>
                  <a:lnTo>
                    <a:pt x="71680" y="1047826"/>
                  </a:lnTo>
                  <a:lnTo>
                    <a:pt x="92586" y="1088106"/>
                  </a:lnTo>
                  <a:lnTo>
                    <a:pt x="115867" y="1126886"/>
                  </a:lnTo>
                  <a:lnTo>
                    <a:pt x="141425" y="1164069"/>
                  </a:lnTo>
                  <a:lnTo>
                    <a:pt x="169164" y="1199558"/>
                  </a:lnTo>
                  <a:lnTo>
                    <a:pt x="198987" y="1233255"/>
                  </a:lnTo>
                  <a:lnTo>
                    <a:pt x="230795" y="1265063"/>
                  </a:lnTo>
                  <a:lnTo>
                    <a:pt x="264493" y="1294885"/>
                  </a:lnTo>
                  <a:lnTo>
                    <a:pt x="299982" y="1322624"/>
                  </a:lnTo>
                  <a:lnTo>
                    <a:pt x="337165" y="1348183"/>
                  </a:lnTo>
                  <a:lnTo>
                    <a:pt x="375946" y="1371463"/>
                  </a:lnTo>
                  <a:lnTo>
                    <a:pt x="416227" y="1392369"/>
                  </a:lnTo>
                  <a:lnTo>
                    <a:pt x="457910" y="1410803"/>
                  </a:lnTo>
                  <a:lnTo>
                    <a:pt x="500900" y="1426668"/>
                  </a:lnTo>
                  <a:lnTo>
                    <a:pt x="545098" y="1439866"/>
                  </a:lnTo>
                  <a:lnTo>
                    <a:pt x="590407" y="1450300"/>
                  </a:lnTo>
                  <a:lnTo>
                    <a:pt x="636730" y="1457874"/>
                  </a:lnTo>
                  <a:lnTo>
                    <a:pt x="683970" y="1462489"/>
                  </a:lnTo>
                  <a:lnTo>
                    <a:pt x="732030" y="1464049"/>
                  </a:lnTo>
                  <a:lnTo>
                    <a:pt x="780088" y="1462489"/>
                  </a:lnTo>
                  <a:lnTo>
                    <a:pt x="827327" y="1457874"/>
                  </a:lnTo>
                  <a:lnTo>
                    <a:pt x="873649" y="1450300"/>
                  </a:lnTo>
                  <a:lnTo>
                    <a:pt x="918957" y="1439866"/>
                  </a:lnTo>
                  <a:lnTo>
                    <a:pt x="963154" y="1426668"/>
                  </a:lnTo>
                  <a:lnTo>
                    <a:pt x="1006143" y="1410803"/>
                  </a:lnTo>
                  <a:lnTo>
                    <a:pt x="1047826" y="1392369"/>
                  </a:lnTo>
                  <a:lnTo>
                    <a:pt x="1088106" y="1371463"/>
                  </a:lnTo>
                  <a:lnTo>
                    <a:pt x="1126886" y="1348183"/>
                  </a:lnTo>
                  <a:lnTo>
                    <a:pt x="1132925" y="1344032"/>
                  </a:lnTo>
                  <a:lnTo>
                    <a:pt x="732030" y="1344032"/>
                  </a:lnTo>
                  <a:lnTo>
                    <a:pt x="684271" y="1342187"/>
                  </a:lnTo>
                  <a:lnTo>
                    <a:pt x="637506" y="1336744"/>
                  </a:lnTo>
                  <a:lnTo>
                    <a:pt x="591870" y="1327840"/>
                  </a:lnTo>
                  <a:lnTo>
                    <a:pt x="547503" y="1315612"/>
                  </a:lnTo>
                  <a:lnTo>
                    <a:pt x="504539" y="1300197"/>
                  </a:lnTo>
                  <a:lnTo>
                    <a:pt x="463118" y="1281732"/>
                  </a:lnTo>
                  <a:lnTo>
                    <a:pt x="423375" y="1260355"/>
                  </a:lnTo>
                  <a:lnTo>
                    <a:pt x="385447" y="1236202"/>
                  </a:lnTo>
                  <a:lnTo>
                    <a:pt x="349473" y="1209411"/>
                  </a:lnTo>
                  <a:lnTo>
                    <a:pt x="315589" y="1180118"/>
                  </a:lnTo>
                  <a:lnTo>
                    <a:pt x="283932" y="1148461"/>
                  </a:lnTo>
                  <a:lnTo>
                    <a:pt x="254639" y="1114577"/>
                  </a:lnTo>
                  <a:lnTo>
                    <a:pt x="227847" y="1078604"/>
                  </a:lnTo>
                  <a:lnTo>
                    <a:pt x="203694" y="1040677"/>
                  </a:lnTo>
                  <a:lnTo>
                    <a:pt x="182317" y="1000935"/>
                  </a:lnTo>
                  <a:lnTo>
                    <a:pt x="163852" y="959514"/>
                  </a:lnTo>
                  <a:lnTo>
                    <a:pt x="148437" y="916552"/>
                  </a:lnTo>
                  <a:lnTo>
                    <a:pt x="136209" y="872185"/>
                  </a:lnTo>
                  <a:lnTo>
                    <a:pt x="127305" y="826551"/>
                  </a:lnTo>
                  <a:lnTo>
                    <a:pt x="121862" y="779787"/>
                  </a:lnTo>
                  <a:lnTo>
                    <a:pt x="120017" y="732030"/>
                  </a:lnTo>
                  <a:lnTo>
                    <a:pt x="121862" y="684271"/>
                  </a:lnTo>
                  <a:lnTo>
                    <a:pt x="127305" y="637506"/>
                  </a:lnTo>
                  <a:lnTo>
                    <a:pt x="136209" y="591870"/>
                  </a:lnTo>
                  <a:lnTo>
                    <a:pt x="148437" y="547503"/>
                  </a:lnTo>
                  <a:lnTo>
                    <a:pt x="163852" y="504539"/>
                  </a:lnTo>
                  <a:lnTo>
                    <a:pt x="182317" y="463118"/>
                  </a:lnTo>
                  <a:lnTo>
                    <a:pt x="203694" y="423375"/>
                  </a:lnTo>
                  <a:lnTo>
                    <a:pt x="227847" y="385447"/>
                  </a:lnTo>
                  <a:lnTo>
                    <a:pt x="254639" y="349473"/>
                  </a:lnTo>
                  <a:lnTo>
                    <a:pt x="283932" y="315589"/>
                  </a:lnTo>
                  <a:lnTo>
                    <a:pt x="315589" y="283932"/>
                  </a:lnTo>
                  <a:lnTo>
                    <a:pt x="349473" y="254639"/>
                  </a:lnTo>
                  <a:lnTo>
                    <a:pt x="385447" y="227847"/>
                  </a:lnTo>
                  <a:lnTo>
                    <a:pt x="423375" y="203694"/>
                  </a:lnTo>
                  <a:lnTo>
                    <a:pt x="463118" y="182317"/>
                  </a:lnTo>
                  <a:lnTo>
                    <a:pt x="504539" y="163852"/>
                  </a:lnTo>
                  <a:lnTo>
                    <a:pt x="547503" y="148437"/>
                  </a:lnTo>
                  <a:lnTo>
                    <a:pt x="591870" y="136209"/>
                  </a:lnTo>
                  <a:lnTo>
                    <a:pt x="637506" y="127305"/>
                  </a:lnTo>
                  <a:lnTo>
                    <a:pt x="684271" y="121862"/>
                  </a:lnTo>
                  <a:lnTo>
                    <a:pt x="732030" y="120017"/>
                  </a:lnTo>
                  <a:lnTo>
                    <a:pt x="1133269" y="120017"/>
                  </a:lnTo>
                  <a:lnTo>
                    <a:pt x="1105316" y="102055"/>
                  </a:lnTo>
                  <a:lnTo>
                    <a:pt x="1062478" y="78425"/>
                  </a:lnTo>
                  <a:lnTo>
                    <a:pt x="1018344" y="57831"/>
                  </a:lnTo>
                  <a:lnTo>
                    <a:pt x="973016" y="40308"/>
                  </a:lnTo>
                  <a:lnTo>
                    <a:pt x="926595" y="25892"/>
                  </a:lnTo>
                  <a:lnTo>
                    <a:pt x="879184" y="14617"/>
                  </a:lnTo>
                  <a:lnTo>
                    <a:pt x="830885" y="6520"/>
                  </a:lnTo>
                  <a:lnTo>
                    <a:pt x="781799" y="1636"/>
                  </a:lnTo>
                  <a:lnTo>
                    <a:pt x="732030" y="0"/>
                  </a:lnTo>
                  <a:close/>
                </a:path>
                <a:path w="1464310" h="1464310">
                  <a:moveTo>
                    <a:pt x="1382385" y="479173"/>
                  </a:moveTo>
                  <a:lnTo>
                    <a:pt x="1358639" y="481367"/>
                  </a:lnTo>
                  <a:lnTo>
                    <a:pt x="1337619" y="492591"/>
                  </a:lnTo>
                  <a:lnTo>
                    <a:pt x="1323043" y="510386"/>
                  </a:lnTo>
                  <a:lnTo>
                    <a:pt x="1316202" y="532348"/>
                  </a:lnTo>
                  <a:lnTo>
                    <a:pt x="1318389" y="556077"/>
                  </a:lnTo>
                  <a:lnTo>
                    <a:pt x="1329578" y="599104"/>
                  </a:lnTo>
                  <a:lnTo>
                    <a:pt x="1337595" y="642875"/>
                  </a:lnTo>
                  <a:lnTo>
                    <a:pt x="1342419" y="687235"/>
                  </a:lnTo>
                  <a:lnTo>
                    <a:pt x="1344032" y="732030"/>
                  </a:lnTo>
                  <a:lnTo>
                    <a:pt x="1342187" y="779787"/>
                  </a:lnTo>
                  <a:lnTo>
                    <a:pt x="1336744" y="826551"/>
                  </a:lnTo>
                  <a:lnTo>
                    <a:pt x="1327840" y="872185"/>
                  </a:lnTo>
                  <a:lnTo>
                    <a:pt x="1315613" y="916552"/>
                  </a:lnTo>
                  <a:lnTo>
                    <a:pt x="1300198" y="959514"/>
                  </a:lnTo>
                  <a:lnTo>
                    <a:pt x="1281734" y="1000935"/>
                  </a:lnTo>
                  <a:lnTo>
                    <a:pt x="1260357" y="1040677"/>
                  </a:lnTo>
                  <a:lnTo>
                    <a:pt x="1236205" y="1078604"/>
                  </a:lnTo>
                  <a:lnTo>
                    <a:pt x="1209414" y="1114577"/>
                  </a:lnTo>
                  <a:lnTo>
                    <a:pt x="1180122" y="1148461"/>
                  </a:lnTo>
                  <a:lnTo>
                    <a:pt x="1148465" y="1180118"/>
                  </a:lnTo>
                  <a:lnTo>
                    <a:pt x="1114582" y="1209411"/>
                  </a:lnTo>
                  <a:lnTo>
                    <a:pt x="1078608" y="1236202"/>
                  </a:lnTo>
                  <a:lnTo>
                    <a:pt x="1040682" y="1260355"/>
                  </a:lnTo>
                  <a:lnTo>
                    <a:pt x="1000939" y="1281732"/>
                  </a:lnTo>
                  <a:lnTo>
                    <a:pt x="959518" y="1300197"/>
                  </a:lnTo>
                  <a:lnTo>
                    <a:pt x="916556" y="1315612"/>
                  </a:lnTo>
                  <a:lnTo>
                    <a:pt x="872188" y="1327840"/>
                  </a:lnTo>
                  <a:lnTo>
                    <a:pt x="826553" y="1336744"/>
                  </a:lnTo>
                  <a:lnTo>
                    <a:pt x="779788" y="1342187"/>
                  </a:lnTo>
                  <a:lnTo>
                    <a:pt x="732030" y="1344032"/>
                  </a:lnTo>
                  <a:lnTo>
                    <a:pt x="1132925" y="1344032"/>
                  </a:lnTo>
                  <a:lnTo>
                    <a:pt x="1199558" y="1294885"/>
                  </a:lnTo>
                  <a:lnTo>
                    <a:pt x="1233255" y="1265063"/>
                  </a:lnTo>
                  <a:lnTo>
                    <a:pt x="1265063" y="1233255"/>
                  </a:lnTo>
                  <a:lnTo>
                    <a:pt x="1294885" y="1199558"/>
                  </a:lnTo>
                  <a:lnTo>
                    <a:pt x="1322624" y="1164069"/>
                  </a:lnTo>
                  <a:lnTo>
                    <a:pt x="1348183" y="1126886"/>
                  </a:lnTo>
                  <a:lnTo>
                    <a:pt x="1371463" y="1088106"/>
                  </a:lnTo>
                  <a:lnTo>
                    <a:pt x="1392369" y="1047826"/>
                  </a:lnTo>
                  <a:lnTo>
                    <a:pt x="1410803" y="1006143"/>
                  </a:lnTo>
                  <a:lnTo>
                    <a:pt x="1426668" y="963154"/>
                  </a:lnTo>
                  <a:lnTo>
                    <a:pt x="1439866" y="918957"/>
                  </a:lnTo>
                  <a:lnTo>
                    <a:pt x="1450300" y="873649"/>
                  </a:lnTo>
                  <a:lnTo>
                    <a:pt x="1457874" y="827327"/>
                  </a:lnTo>
                  <a:lnTo>
                    <a:pt x="1462489" y="780088"/>
                  </a:lnTo>
                  <a:lnTo>
                    <a:pt x="1464049" y="732030"/>
                  </a:lnTo>
                  <a:lnTo>
                    <a:pt x="1462118" y="678496"/>
                  </a:lnTo>
                  <a:lnTo>
                    <a:pt x="1456340" y="625462"/>
                  </a:lnTo>
                  <a:lnTo>
                    <a:pt x="1446742" y="573112"/>
                  </a:lnTo>
                  <a:lnTo>
                    <a:pt x="1433349" y="521628"/>
                  </a:lnTo>
                  <a:lnTo>
                    <a:pt x="1404345" y="486019"/>
                  </a:lnTo>
                  <a:lnTo>
                    <a:pt x="1382385" y="479173"/>
                  </a:lnTo>
                  <a:close/>
                </a:path>
                <a:path w="1464310" h="1464310">
                  <a:moveTo>
                    <a:pt x="1133269" y="120017"/>
                  </a:moveTo>
                  <a:lnTo>
                    <a:pt x="732030" y="120017"/>
                  </a:lnTo>
                  <a:lnTo>
                    <a:pt x="783957" y="122151"/>
                  </a:lnTo>
                  <a:lnTo>
                    <a:pt x="834955" y="128517"/>
                  </a:lnTo>
                  <a:lnTo>
                    <a:pt x="884856" y="139055"/>
                  </a:lnTo>
                  <a:lnTo>
                    <a:pt x="933495" y="153707"/>
                  </a:lnTo>
                  <a:lnTo>
                    <a:pt x="980704" y="172415"/>
                  </a:lnTo>
                  <a:lnTo>
                    <a:pt x="1026317" y="195122"/>
                  </a:lnTo>
                  <a:lnTo>
                    <a:pt x="1070168" y="221768"/>
                  </a:lnTo>
                  <a:lnTo>
                    <a:pt x="1112091" y="252295"/>
                  </a:lnTo>
                  <a:lnTo>
                    <a:pt x="1133303" y="263114"/>
                  </a:lnTo>
                  <a:lnTo>
                    <a:pt x="1178182" y="257947"/>
                  </a:lnTo>
                  <a:lnTo>
                    <a:pt x="1207228" y="221352"/>
                  </a:lnTo>
                  <a:lnTo>
                    <a:pt x="1209005" y="198418"/>
                  </a:lnTo>
                  <a:lnTo>
                    <a:pt x="1202056" y="176488"/>
                  </a:lnTo>
                  <a:lnTo>
                    <a:pt x="1186696" y="158277"/>
                  </a:lnTo>
                  <a:lnTo>
                    <a:pt x="1146756" y="128684"/>
                  </a:lnTo>
                  <a:lnTo>
                    <a:pt x="1133269" y="1200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1"/>
            </a:p>
          </p:txBody>
        </p:sp>
        <p:sp>
          <p:nvSpPr>
            <p:cNvPr id="38" name="object 26">
              <a:extLst>
                <a:ext uri="{FF2B5EF4-FFF2-40B4-BE49-F238E27FC236}">
                  <a16:creationId xmlns:a16="http://schemas.microsoft.com/office/drawing/2014/main" id="{6A3FDC88-C2C0-5809-0099-07895FC19DA8}"/>
                </a:ext>
              </a:extLst>
            </p:cNvPr>
            <p:cNvSpPr/>
            <p:nvPr/>
          </p:nvSpPr>
          <p:spPr>
            <a:xfrm>
              <a:off x="1014063" y="636577"/>
              <a:ext cx="696967" cy="696967"/>
            </a:xfrm>
            <a:custGeom>
              <a:avLst/>
              <a:gdLst/>
              <a:ahLst/>
              <a:cxnLst/>
              <a:rect l="l" t="t" r="r" b="b"/>
              <a:pathLst>
                <a:path w="1149350" h="1149350">
                  <a:moveTo>
                    <a:pt x="574600" y="0"/>
                  </a:moveTo>
                  <a:lnTo>
                    <a:pt x="527542" y="1908"/>
                  </a:lnTo>
                  <a:lnTo>
                    <a:pt x="481519" y="7534"/>
                  </a:lnTo>
                  <a:lnTo>
                    <a:pt x="436681" y="16728"/>
                  </a:lnTo>
                  <a:lnTo>
                    <a:pt x="393175" y="29341"/>
                  </a:lnTo>
                  <a:lnTo>
                    <a:pt x="351152" y="45225"/>
                  </a:lnTo>
                  <a:lnTo>
                    <a:pt x="310760" y="64231"/>
                  </a:lnTo>
                  <a:lnTo>
                    <a:pt x="272149" y="86208"/>
                  </a:lnTo>
                  <a:lnTo>
                    <a:pt x="235466" y="111009"/>
                  </a:lnTo>
                  <a:lnTo>
                    <a:pt x="200862" y="138485"/>
                  </a:lnTo>
                  <a:lnTo>
                    <a:pt x="168485" y="168485"/>
                  </a:lnTo>
                  <a:lnTo>
                    <a:pt x="138485" y="200862"/>
                  </a:lnTo>
                  <a:lnTo>
                    <a:pt x="111009" y="235466"/>
                  </a:lnTo>
                  <a:lnTo>
                    <a:pt x="86208" y="272149"/>
                  </a:lnTo>
                  <a:lnTo>
                    <a:pt x="64231" y="310760"/>
                  </a:lnTo>
                  <a:lnTo>
                    <a:pt x="45225" y="351152"/>
                  </a:lnTo>
                  <a:lnTo>
                    <a:pt x="29341" y="393175"/>
                  </a:lnTo>
                  <a:lnTo>
                    <a:pt x="16728" y="436681"/>
                  </a:lnTo>
                  <a:lnTo>
                    <a:pt x="7534" y="481519"/>
                  </a:lnTo>
                  <a:lnTo>
                    <a:pt x="1908" y="527542"/>
                  </a:lnTo>
                  <a:lnTo>
                    <a:pt x="0" y="574600"/>
                  </a:lnTo>
                  <a:lnTo>
                    <a:pt x="1908" y="621656"/>
                  </a:lnTo>
                  <a:lnTo>
                    <a:pt x="7534" y="667678"/>
                  </a:lnTo>
                  <a:lnTo>
                    <a:pt x="16728" y="712515"/>
                  </a:lnTo>
                  <a:lnTo>
                    <a:pt x="29341" y="756019"/>
                  </a:lnTo>
                  <a:lnTo>
                    <a:pt x="45225" y="798041"/>
                  </a:lnTo>
                  <a:lnTo>
                    <a:pt x="64231" y="838432"/>
                  </a:lnTo>
                  <a:lnTo>
                    <a:pt x="86208" y="877043"/>
                  </a:lnTo>
                  <a:lnTo>
                    <a:pt x="111009" y="913725"/>
                  </a:lnTo>
                  <a:lnTo>
                    <a:pt x="138485" y="948329"/>
                  </a:lnTo>
                  <a:lnTo>
                    <a:pt x="168485" y="980705"/>
                  </a:lnTo>
                  <a:lnTo>
                    <a:pt x="200862" y="1010705"/>
                  </a:lnTo>
                  <a:lnTo>
                    <a:pt x="235466" y="1038180"/>
                  </a:lnTo>
                  <a:lnTo>
                    <a:pt x="272149" y="1062981"/>
                  </a:lnTo>
                  <a:lnTo>
                    <a:pt x="310760" y="1084959"/>
                  </a:lnTo>
                  <a:lnTo>
                    <a:pt x="351152" y="1103964"/>
                  </a:lnTo>
                  <a:lnTo>
                    <a:pt x="393175" y="1119848"/>
                  </a:lnTo>
                  <a:lnTo>
                    <a:pt x="436681" y="1132461"/>
                  </a:lnTo>
                  <a:lnTo>
                    <a:pt x="481519" y="1141655"/>
                  </a:lnTo>
                  <a:lnTo>
                    <a:pt x="527542" y="1147281"/>
                  </a:lnTo>
                  <a:lnTo>
                    <a:pt x="574600" y="1149190"/>
                  </a:lnTo>
                  <a:lnTo>
                    <a:pt x="621658" y="1147281"/>
                  </a:lnTo>
                  <a:lnTo>
                    <a:pt x="667680" y="1141655"/>
                  </a:lnTo>
                  <a:lnTo>
                    <a:pt x="712518" y="1132461"/>
                  </a:lnTo>
                  <a:lnTo>
                    <a:pt x="756023" y="1119848"/>
                  </a:lnTo>
                  <a:lnTo>
                    <a:pt x="798046" y="1103964"/>
                  </a:lnTo>
                  <a:lnTo>
                    <a:pt x="838437" y="1084959"/>
                  </a:lnTo>
                  <a:lnTo>
                    <a:pt x="848256" y="1079370"/>
                  </a:lnTo>
                  <a:lnTo>
                    <a:pt x="574600" y="1079370"/>
                  </a:lnTo>
                  <a:lnTo>
                    <a:pt x="526056" y="1077055"/>
                  </a:lnTo>
                  <a:lnTo>
                    <a:pt x="478803" y="1070252"/>
                  </a:lnTo>
                  <a:lnTo>
                    <a:pt x="433053" y="1059173"/>
                  </a:lnTo>
                  <a:lnTo>
                    <a:pt x="389021" y="1044034"/>
                  </a:lnTo>
                  <a:lnTo>
                    <a:pt x="346919" y="1025045"/>
                  </a:lnTo>
                  <a:lnTo>
                    <a:pt x="306960" y="1002422"/>
                  </a:lnTo>
                  <a:lnTo>
                    <a:pt x="269357" y="976376"/>
                  </a:lnTo>
                  <a:lnTo>
                    <a:pt x="234325" y="947121"/>
                  </a:lnTo>
                  <a:lnTo>
                    <a:pt x="202075" y="914871"/>
                  </a:lnTo>
                  <a:lnTo>
                    <a:pt x="172820" y="879838"/>
                  </a:lnTo>
                  <a:lnTo>
                    <a:pt x="146775" y="842235"/>
                  </a:lnTo>
                  <a:lnTo>
                    <a:pt x="124152" y="802276"/>
                  </a:lnTo>
                  <a:lnTo>
                    <a:pt x="105165" y="760174"/>
                  </a:lnTo>
                  <a:lnTo>
                    <a:pt x="90025" y="716143"/>
                  </a:lnTo>
                  <a:lnTo>
                    <a:pt x="78948" y="670394"/>
                  </a:lnTo>
                  <a:lnTo>
                    <a:pt x="72145" y="623142"/>
                  </a:lnTo>
                  <a:lnTo>
                    <a:pt x="69830" y="574600"/>
                  </a:lnTo>
                  <a:lnTo>
                    <a:pt x="72145" y="526056"/>
                  </a:lnTo>
                  <a:lnTo>
                    <a:pt x="78948" y="478802"/>
                  </a:lnTo>
                  <a:lnTo>
                    <a:pt x="90025" y="433052"/>
                  </a:lnTo>
                  <a:lnTo>
                    <a:pt x="105165" y="389019"/>
                  </a:lnTo>
                  <a:lnTo>
                    <a:pt x="124152" y="346917"/>
                  </a:lnTo>
                  <a:lnTo>
                    <a:pt x="146775" y="306957"/>
                  </a:lnTo>
                  <a:lnTo>
                    <a:pt x="172820" y="269354"/>
                  </a:lnTo>
                  <a:lnTo>
                    <a:pt x="202075" y="234320"/>
                  </a:lnTo>
                  <a:lnTo>
                    <a:pt x="234325" y="202069"/>
                  </a:lnTo>
                  <a:lnTo>
                    <a:pt x="269357" y="172814"/>
                  </a:lnTo>
                  <a:lnTo>
                    <a:pt x="306960" y="146768"/>
                  </a:lnTo>
                  <a:lnTo>
                    <a:pt x="346919" y="124144"/>
                  </a:lnTo>
                  <a:lnTo>
                    <a:pt x="389021" y="105156"/>
                  </a:lnTo>
                  <a:lnTo>
                    <a:pt x="433053" y="90016"/>
                  </a:lnTo>
                  <a:lnTo>
                    <a:pt x="478803" y="78938"/>
                  </a:lnTo>
                  <a:lnTo>
                    <a:pt x="526056" y="72134"/>
                  </a:lnTo>
                  <a:lnTo>
                    <a:pt x="574600" y="69819"/>
                  </a:lnTo>
                  <a:lnTo>
                    <a:pt x="848220" y="69819"/>
                  </a:lnTo>
                  <a:lnTo>
                    <a:pt x="829156" y="59233"/>
                  </a:lnTo>
                  <a:lnTo>
                    <a:pt x="781136" y="38108"/>
                  </a:lnTo>
                  <a:lnTo>
                    <a:pt x="731445" y="21548"/>
                  </a:lnTo>
                  <a:lnTo>
                    <a:pt x="680309" y="9626"/>
                  </a:lnTo>
                  <a:lnTo>
                    <a:pt x="627952" y="2419"/>
                  </a:lnTo>
                  <a:lnTo>
                    <a:pt x="574600" y="0"/>
                  </a:lnTo>
                  <a:close/>
                </a:path>
                <a:path w="1149350" h="1149350">
                  <a:moveTo>
                    <a:pt x="1110395" y="501042"/>
                  </a:moveTo>
                  <a:lnTo>
                    <a:pt x="1097035" y="504759"/>
                  </a:lnTo>
                  <a:lnTo>
                    <a:pt x="1086502" y="513021"/>
                  </a:lnTo>
                  <a:lnTo>
                    <a:pt x="1079834" y="524628"/>
                  </a:lnTo>
                  <a:lnTo>
                    <a:pt x="1078071" y="538381"/>
                  </a:lnTo>
                  <a:lnTo>
                    <a:pt x="1078636" y="547340"/>
                  </a:lnTo>
                  <a:lnTo>
                    <a:pt x="1079043" y="556384"/>
                  </a:lnTo>
                  <a:lnTo>
                    <a:pt x="1079254" y="564230"/>
                  </a:lnTo>
                  <a:lnTo>
                    <a:pt x="1079370" y="574600"/>
                  </a:lnTo>
                  <a:lnTo>
                    <a:pt x="1077055" y="623142"/>
                  </a:lnTo>
                  <a:lnTo>
                    <a:pt x="1070252" y="670394"/>
                  </a:lnTo>
                  <a:lnTo>
                    <a:pt x="1059173" y="716143"/>
                  </a:lnTo>
                  <a:lnTo>
                    <a:pt x="1044034" y="760174"/>
                  </a:lnTo>
                  <a:lnTo>
                    <a:pt x="1025045" y="802276"/>
                  </a:lnTo>
                  <a:lnTo>
                    <a:pt x="1002422" y="842235"/>
                  </a:lnTo>
                  <a:lnTo>
                    <a:pt x="976376" y="879838"/>
                  </a:lnTo>
                  <a:lnTo>
                    <a:pt x="947121" y="914871"/>
                  </a:lnTo>
                  <a:lnTo>
                    <a:pt x="914871" y="947121"/>
                  </a:lnTo>
                  <a:lnTo>
                    <a:pt x="879838" y="976376"/>
                  </a:lnTo>
                  <a:lnTo>
                    <a:pt x="842235" y="1002422"/>
                  </a:lnTo>
                  <a:lnTo>
                    <a:pt x="802276" y="1025045"/>
                  </a:lnTo>
                  <a:lnTo>
                    <a:pt x="760174" y="1044034"/>
                  </a:lnTo>
                  <a:lnTo>
                    <a:pt x="716143" y="1059173"/>
                  </a:lnTo>
                  <a:lnTo>
                    <a:pt x="670394" y="1070252"/>
                  </a:lnTo>
                  <a:lnTo>
                    <a:pt x="623142" y="1077055"/>
                  </a:lnTo>
                  <a:lnTo>
                    <a:pt x="574600" y="1079370"/>
                  </a:lnTo>
                  <a:lnTo>
                    <a:pt x="848256" y="1079370"/>
                  </a:lnTo>
                  <a:lnTo>
                    <a:pt x="913730" y="1038180"/>
                  </a:lnTo>
                  <a:lnTo>
                    <a:pt x="948333" y="1010705"/>
                  </a:lnTo>
                  <a:lnTo>
                    <a:pt x="980709" y="980705"/>
                  </a:lnTo>
                  <a:lnTo>
                    <a:pt x="1010709" y="948329"/>
                  </a:lnTo>
                  <a:lnTo>
                    <a:pt x="1038184" y="913725"/>
                  </a:lnTo>
                  <a:lnTo>
                    <a:pt x="1062984" y="877043"/>
                  </a:lnTo>
                  <a:lnTo>
                    <a:pt x="1084961" y="838432"/>
                  </a:lnTo>
                  <a:lnTo>
                    <a:pt x="1103965" y="798041"/>
                  </a:lnTo>
                  <a:lnTo>
                    <a:pt x="1119849" y="756019"/>
                  </a:lnTo>
                  <a:lnTo>
                    <a:pt x="1132462" y="712515"/>
                  </a:lnTo>
                  <a:lnTo>
                    <a:pt x="1141656" y="667678"/>
                  </a:lnTo>
                  <a:lnTo>
                    <a:pt x="1147281" y="621656"/>
                  </a:lnTo>
                  <a:lnTo>
                    <a:pt x="1149190" y="574600"/>
                  </a:lnTo>
                  <a:lnTo>
                    <a:pt x="1149098" y="564230"/>
                  </a:lnTo>
                  <a:lnTo>
                    <a:pt x="1144016" y="520006"/>
                  </a:lnTo>
                  <a:lnTo>
                    <a:pt x="1124157" y="502817"/>
                  </a:lnTo>
                  <a:lnTo>
                    <a:pt x="1110395" y="501042"/>
                  </a:lnTo>
                  <a:close/>
                </a:path>
                <a:path w="1149350" h="1149350">
                  <a:moveTo>
                    <a:pt x="848220" y="69819"/>
                  </a:moveTo>
                  <a:lnTo>
                    <a:pt x="574600" y="69819"/>
                  </a:lnTo>
                  <a:lnTo>
                    <a:pt x="621467" y="71944"/>
                  </a:lnTo>
                  <a:lnTo>
                    <a:pt x="667458" y="78273"/>
                  </a:lnTo>
                  <a:lnTo>
                    <a:pt x="712373" y="88742"/>
                  </a:lnTo>
                  <a:lnTo>
                    <a:pt x="756016" y="103285"/>
                  </a:lnTo>
                  <a:lnTo>
                    <a:pt x="798189" y="121835"/>
                  </a:lnTo>
                  <a:lnTo>
                    <a:pt x="838694" y="144327"/>
                  </a:lnTo>
                  <a:lnTo>
                    <a:pt x="877334" y="170696"/>
                  </a:lnTo>
                  <a:lnTo>
                    <a:pt x="889845" y="176664"/>
                  </a:lnTo>
                  <a:lnTo>
                    <a:pt x="926212" y="163754"/>
                  </a:lnTo>
                  <a:lnTo>
                    <a:pt x="932873" y="137878"/>
                  </a:lnTo>
                  <a:lnTo>
                    <a:pt x="928496" y="125231"/>
                  </a:lnTo>
                  <a:lnTo>
                    <a:pt x="919280" y="114876"/>
                  </a:lnTo>
                  <a:lnTo>
                    <a:pt x="875279" y="84847"/>
                  </a:lnTo>
                  <a:lnTo>
                    <a:pt x="848220" y="698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1"/>
            </a:p>
          </p:txBody>
        </p:sp>
        <p:sp>
          <p:nvSpPr>
            <p:cNvPr id="39" name="object 27">
              <a:extLst>
                <a:ext uri="{FF2B5EF4-FFF2-40B4-BE49-F238E27FC236}">
                  <a16:creationId xmlns:a16="http://schemas.microsoft.com/office/drawing/2014/main" id="{EB1352B8-26F5-99F7-AEFE-5E51340B5600}"/>
                </a:ext>
              </a:extLst>
            </p:cNvPr>
            <p:cNvSpPr/>
            <p:nvPr/>
          </p:nvSpPr>
          <p:spPr>
            <a:xfrm>
              <a:off x="1112307" y="661236"/>
              <a:ext cx="693501" cy="539475"/>
            </a:xfrm>
            <a:custGeom>
              <a:avLst/>
              <a:gdLst/>
              <a:ahLst/>
              <a:cxnLst/>
              <a:rect l="l" t="t" r="r" b="b"/>
              <a:pathLst>
                <a:path w="1143635" h="889635">
                  <a:moveTo>
                    <a:pt x="155407" y="324712"/>
                  </a:moveTo>
                  <a:lnTo>
                    <a:pt x="113688" y="324712"/>
                  </a:lnTo>
                  <a:lnTo>
                    <a:pt x="73565" y="337458"/>
                  </a:lnTo>
                  <a:lnTo>
                    <a:pt x="38237" y="362950"/>
                  </a:lnTo>
                  <a:lnTo>
                    <a:pt x="12745" y="398274"/>
                  </a:lnTo>
                  <a:lnTo>
                    <a:pt x="0" y="438396"/>
                  </a:lnTo>
                  <a:lnTo>
                    <a:pt x="0" y="480117"/>
                  </a:lnTo>
                  <a:lnTo>
                    <a:pt x="12745" y="520238"/>
                  </a:lnTo>
                  <a:lnTo>
                    <a:pt x="38237" y="555562"/>
                  </a:lnTo>
                  <a:lnTo>
                    <a:pt x="345359" y="862694"/>
                  </a:lnTo>
                  <a:lnTo>
                    <a:pt x="391936" y="887432"/>
                  </a:lnTo>
                  <a:lnTo>
                    <a:pt x="409190" y="889081"/>
                  </a:lnTo>
                  <a:lnTo>
                    <a:pt x="426435" y="887432"/>
                  </a:lnTo>
                  <a:lnTo>
                    <a:pt x="443164" y="882484"/>
                  </a:lnTo>
                  <a:lnTo>
                    <a:pt x="458857" y="874238"/>
                  </a:lnTo>
                  <a:lnTo>
                    <a:pt x="472999" y="862694"/>
                  </a:lnTo>
                  <a:lnTo>
                    <a:pt x="516401" y="819292"/>
                  </a:lnTo>
                  <a:lnTo>
                    <a:pt x="409183" y="819292"/>
                  </a:lnTo>
                  <a:lnTo>
                    <a:pt x="401492" y="817800"/>
                  </a:lnTo>
                  <a:lnTo>
                    <a:pt x="394740" y="813324"/>
                  </a:lnTo>
                  <a:lnTo>
                    <a:pt x="87618" y="506202"/>
                  </a:lnTo>
                  <a:lnTo>
                    <a:pt x="73058" y="484254"/>
                  </a:lnTo>
                  <a:lnTo>
                    <a:pt x="68205" y="459263"/>
                  </a:lnTo>
                  <a:lnTo>
                    <a:pt x="73058" y="434274"/>
                  </a:lnTo>
                  <a:lnTo>
                    <a:pt x="98015" y="403833"/>
                  </a:lnTo>
                  <a:lnTo>
                    <a:pt x="134549" y="392918"/>
                  </a:lnTo>
                  <a:lnTo>
                    <a:pt x="260819" y="392918"/>
                  </a:lnTo>
                  <a:lnTo>
                    <a:pt x="230849" y="362950"/>
                  </a:lnTo>
                  <a:lnTo>
                    <a:pt x="195527" y="337458"/>
                  </a:lnTo>
                  <a:lnTo>
                    <a:pt x="155407" y="324712"/>
                  </a:lnTo>
                  <a:close/>
                </a:path>
                <a:path w="1143635" h="889635">
                  <a:moveTo>
                    <a:pt x="1126459" y="68195"/>
                  </a:moveTo>
                  <a:lnTo>
                    <a:pt x="1008534" y="68195"/>
                  </a:lnTo>
                  <a:lnTo>
                    <a:pt x="1033525" y="73048"/>
                  </a:lnTo>
                  <a:lnTo>
                    <a:pt x="1055474" y="87608"/>
                  </a:lnTo>
                  <a:lnTo>
                    <a:pt x="1070027" y="109555"/>
                  </a:lnTo>
                  <a:lnTo>
                    <a:pt x="1074879" y="134543"/>
                  </a:lnTo>
                  <a:lnTo>
                    <a:pt x="1070027" y="159532"/>
                  </a:lnTo>
                  <a:lnTo>
                    <a:pt x="1055474" y="181479"/>
                  </a:lnTo>
                  <a:lnTo>
                    <a:pt x="423618" y="813324"/>
                  </a:lnTo>
                  <a:lnTo>
                    <a:pt x="416872" y="817800"/>
                  </a:lnTo>
                  <a:lnTo>
                    <a:pt x="409183" y="819292"/>
                  </a:lnTo>
                  <a:lnTo>
                    <a:pt x="516401" y="819292"/>
                  </a:lnTo>
                  <a:lnTo>
                    <a:pt x="1104844" y="230849"/>
                  </a:lnTo>
                  <a:lnTo>
                    <a:pt x="1130331" y="195522"/>
                  </a:lnTo>
                  <a:lnTo>
                    <a:pt x="1143074" y="155399"/>
                  </a:lnTo>
                  <a:lnTo>
                    <a:pt x="1143074" y="113680"/>
                  </a:lnTo>
                  <a:lnTo>
                    <a:pt x="1130331" y="73560"/>
                  </a:lnTo>
                  <a:lnTo>
                    <a:pt x="1126459" y="68195"/>
                  </a:lnTo>
                  <a:close/>
                </a:path>
                <a:path w="1143635" h="889635">
                  <a:moveTo>
                    <a:pt x="260819" y="392918"/>
                  </a:moveTo>
                  <a:lnTo>
                    <a:pt x="134549" y="392918"/>
                  </a:lnTo>
                  <a:lnTo>
                    <a:pt x="147233" y="394131"/>
                  </a:lnTo>
                  <a:lnTo>
                    <a:pt x="159537" y="397771"/>
                  </a:lnTo>
                  <a:lnTo>
                    <a:pt x="171081" y="403838"/>
                  </a:lnTo>
                  <a:lnTo>
                    <a:pt x="181479" y="412331"/>
                  </a:lnTo>
                  <a:lnTo>
                    <a:pt x="364929" y="595781"/>
                  </a:lnTo>
                  <a:lnTo>
                    <a:pt x="374481" y="603627"/>
                  </a:lnTo>
                  <a:lnTo>
                    <a:pt x="385222" y="609372"/>
                  </a:lnTo>
                  <a:lnTo>
                    <a:pt x="396882" y="612903"/>
                  </a:lnTo>
                  <a:lnTo>
                    <a:pt x="409190" y="614105"/>
                  </a:lnTo>
                  <a:lnTo>
                    <a:pt x="421491" y="612903"/>
                  </a:lnTo>
                  <a:lnTo>
                    <a:pt x="433148" y="609372"/>
                  </a:lnTo>
                  <a:lnTo>
                    <a:pt x="443888" y="603627"/>
                  </a:lnTo>
                  <a:lnTo>
                    <a:pt x="453440" y="595781"/>
                  </a:lnTo>
                  <a:lnTo>
                    <a:pt x="507939" y="541280"/>
                  </a:lnTo>
                  <a:lnTo>
                    <a:pt x="409190" y="541280"/>
                  </a:lnTo>
                  <a:lnTo>
                    <a:pt x="260819" y="392918"/>
                  </a:lnTo>
                  <a:close/>
                </a:path>
                <a:path w="1143635" h="889635">
                  <a:moveTo>
                    <a:pt x="1029398" y="0"/>
                  </a:moveTo>
                  <a:lnTo>
                    <a:pt x="987677" y="0"/>
                  </a:lnTo>
                  <a:lnTo>
                    <a:pt x="947556" y="12745"/>
                  </a:lnTo>
                  <a:lnTo>
                    <a:pt x="912232" y="38237"/>
                  </a:lnTo>
                  <a:lnTo>
                    <a:pt x="409190" y="541280"/>
                  </a:lnTo>
                  <a:lnTo>
                    <a:pt x="507939" y="541280"/>
                  </a:lnTo>
                  <a:lnTo>
                    <a:pt x="961602" y="87608"/>
                  </a:lnTo>
                  <a:lnTo>
                    <a:pt x="983545" y="73048"/>
                  </a:lnTo>
                  <a:lnTo>
                    <a:pt x="1008534" y="68195"/>
                  </a:lnTo>
                  <a:lnTo>
                    <a:pt x="1126459" y="68195"/>
                  </a:lnTo>
                  <a:lnTo>
                    <a:pt x="1104844" y="38237"/>
                  </a:lnTo>
                  <a:lnTo>
                    <a:pt x="1069520" y="12745"/>
                  </a:lnTo>
                  <a:lnTo>
                    <a:pt x="1029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1"/>
            </a:p>
          </p:txBody>
        </p:sp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DC6121C7-9415-31CF-4580-6D80B6805911}"/>
              </a:ext>
            </a:extLst>
          </p:cNvPr>
          <p:cNvGrpSpPr/>
          <p:nvPr/>
        </p:nvGrpSpPr>
        <p:grpSpPr>
          <a:xfrm>
            <a:off x="9406307" y="3525660"/>
            <a:ext cx="1464207" cy="1464207"/>
            <a:chOff x="924922" y="545382"/>
            <a:chExt cx="887959" cy="887959"/>
          </a:xfrm>
        </p:grpSpPr>
        <p:sp>
          <p:nvSpPr>
            <p:cNvPr id="41" name="object 25">
              <a:extLst>
                <a:ext uri="{FF2B5EF4-FFF2-40B4-BE49-F238E27FC236}">
                  <a16:creationId xmlns:a16="http://schemas.microsoft.com/office/drawing/2014/main" id="{A5EFD1F4-065C-2912-ADA5-C033C481434B}"/>
                </a:ext>
              </a:extLst>
            </p:cNvPr>
            <p:cNvSpPr/>
            <p:nvPr/>
          </p:nvSpPr>
          <p:spPr>
            <a:xfrm>
              <a:off x="924922" y="545382"/>
              <a:ext cx="887959" cy="887959"/>
            </a:xfrm>
            <a:custGeom>
              <a:avLst/>
              <a:gdLst/>
              <a:ahLst/>
              <a:cxnLst/>
              <a:rect l="l" t="t" r="r" b="b"/>
              <a:pathLst>
                <a:path w="1464310" h="1464310">
                  <a:moveTo>
                    <a:pt x="732030" y="0"/>
                  </a:moveTo>
                  <a:lnTo>
                    <a:pt x="683970" y="1560"/>
                  </a:lnTo>
                  <a:lnTo>
                    <a:pt x="636730" y="6175"/>
                  </a:lnTo>
                  <a:lnTo>
                    <a:pt x="590407" y="13748"/>
                  </a:lnTo>
                  <a:lnTo>
                    <a:pt x="545098" y="24183"/>
                  </a:lnTo>
                  <a:lnTo>
                    <a:pt x="500900" y="37381"/>
                  </a:lnTo>
                  <a:lnTo>
                    <a:pt x="457910" y="53246"/>
                  </a:lnTo>
                  <a:lnTo>
                    <a:pt x="416227" y="71680"/>
                  </a:lnTo>
                  <a:lnTo>
                    <a:pt x="375946" y="92586"/>
                  </a:lnTo>
                  <a:lnTo>
                    <a:pt x="337165" y="115867"/>
                  </a:lnTo>
                  <a:lnTo>
                    <a:pt x="299982" y="141425"/>
                  </a:lnTo>
                  <a:lnTo>
                    <a:pt x="264493" y="169164"/>
                  </a:lnTo>
                  <a:lnTo>
                    <a:pt x="230795" y="198987"/>
                  </a:lnTo>
                  <a:lnTo>
                    <a:pt x="198987" y="230795"/>
                  </a:lnTo>
                  <a:lnTo>
                    <a:pt x="169164" y="264493"/>
                  </a:lnTo>
                  <a:lnTo>
                    <a:pt x="141425" y="299982"/>
                  </a:lnTo>
                  <a:lnTo>
                    <a:pt x="115867" y="337165"/>
                  </a:lnTo>
                  <a:lnTo>
                    <a:pt x="92586" y="375946"/>
                  </a:lnTo>
                  <a:lnTo>
                    <a:pt x="71680" y="416227"/>
                  </a:lnTo>
                  <a:lnTo>
                    <a:pt x="53246" y="457910"/>
                  </a:lnTo>
                  <a:lnTo>
                    <a:pt x="37381" y="500900"/>
                  </a:lnTo>
                  <a:lnTo>
                    <a:pt x="24183" y="545098"/>
                  </a:lnTo>
                  <a:lnTo>
                    <a:pt x="13748" y="590407"/>
                  </a:lnTo>
                  <a:lnTo>
                    <a:pt x="6175" y="636730"/>
                  </a:lnTo>
                  <a:lnTo>
                    <a:pt x="1560" y="683970"/>
                  </a:lnTo>
                  <a:lnTo>
                    <a:pt x="0" y="732030"/>
                  </a:lnTo>
                  <a:lnTo>
                    <a:pt x="1560" y="780088"/>
                  </a:lnTo>
                  <a:lnTo>
                    <a:pt x="6175" y="827327"/>
                  </a:lnTo>
                  <a:lnTo>
                    <a:pt x="13748" y="873649"/>
                  </a:lnTo>
                  <a:lnTo>
                    <a:pt x="24183" y="918957"/>
                  </a:lnTo>
                  <a:lnTo>
                    <a:pt x="37381" y="963154"/>
                  </a:lnTo>
                  <a:lnTo>
                    <a:pt x="53246" y="1006143"/>
                  </a:lnTo>
                  <a:lnTo>
                    <a:pt x="71680" y="1047826"/>
                  </a:lnTo>
                  <a:lnTo>
                    <a:pt x="92586" y="1088106"/>
                  </a:lnTo>
                  <a:lnTo>
                    <a:pt x="115867" y="1126886"/>
                  </a:lnTo>
                  <a:lnTo>
                    <a:pt x="141425" y="1164069"/>
                  </a:lnTo>
                  <a:lnTo>
                    <a:pt x="169164" y="1199558"/>
                  </a:lnTo>
                  <a:lnTo>
                    <a:pt x="198987" y="1233255"/>
                  </a:lnTo>
                  <a:lnTo>
                    <a:pt x="230795" y="1265063"/>
                  </a:lnTo>
                  <a:lnTo>
                    <a:pt x="264493" y="1294885"/>
                  </a:lnTo>
                  <a:lnTo>
                    <a:pt x="299982" y="1322624"/>
                  </a:lnTo>
                  <a:lnTo>
                    <a:pt x="337165" y="1348183"/>
                  </a:lnTo>
                  <a:lnTo>
                    <a:pt x="375946" y="1371463"/>
                  </a:lnTo>
                  <a:lnTo>
                    <a:pt x="416227" y="1392369"/>
                  </a:lnTo>
                  <a:lnTo>
                    <a:pt x="457910" y="1410803"/>
                  </a:lnTo>
                  <a:lnTo>
                    <a:pt x="500900" y="1426668"/>
                  </a:lnTo>
                  <a:lnTo>
                    <a:pt x="545098" y="1439866"/>
                  </a:lnTo>
                  <a:lnTo>
                    <a:pt x="590407" y="1450300"/>
                  </a:lnTo>
                  <a:lnTo>
                    <a:pt x="636730" y="1457874"/>
                  </a:lnTo>
                  <a:lnTo>
                    <a:pt x="683970" y="1462489"/>
                  </a:lnTo>
                  <a:lnTo>
                    <a:pt x="732030" y="1464049"/>
                  </a:lnTo>
                  <a:lnTo>
                    <a:pt x="780088" y="1462489"/>
                  </a:lnTo>
                  <a:lnTo>
                    <a:pt x="827327" y="1457874"/>
                  </a:lnTo>
                  <a:lnTo>
                    <a:pt x="873649" y="1450300"/>
                  </a:lnTo>
                  <a:lnTo>
                    <a:pt x="918957" y="1439866"/>
                  </a:lnTo>
                  <a:lnTo>
                    <a:pt x="963154" y="1426668"/>
                  </a:lnTo>
                  <a:lnTo>
                    <a:pt x="1006143" y="1410803"/>
                  </a:lnTo>
                  <a:lnTo>
                    <a:pt x="1047826" y="1392369"/>
                  </a:lnTo>
                  <a:lnTo>
                    <a:pt x="1088106" y="1371463"/>
                  </a:lnTo>
                  <a:lnTo>
                    <a:pt x="1126886" y="1348183"/>
                  </a:lnTo>
                  <a:lnTo>
                    <a:pt x="1132925" y="1344032"/>
                  </a:lnTo>
                  <a:lnTo>
                    <a:pt x="732030" y="1344032"/>
                  </a:lnTo>
                  <a:lnTo>
                    <a:pt x="684271" y="1342187"/>
                  </a:lnTo>
                  <a:lnTo>
                    <a:pt x="637506" y="1336744"/>
                  </a:lnTo>
                  <a:lnTo>
                    <a:pt x="591870" y="1327840"/>
                  </a:lnTo>
                  <a:lnTo>
                    <a:pt x="547503" y="1315612"/>
                  </a:lnTo>
                  <a:lnTo>
                    <a:pt x="504539" y="1300197"/>
                  </a:lnTo>
                  <a:lnTo>
                    <a:pt x="463118" y="1281732"/>
                  </a:lnTo>
                  <a:lnTo>
                    <a:pt x="423375" y="1260355"/>
                  </a:lnTo>
                  <a:lnTo>
                    <a:pt x="385447" y="1236202"/>
                  </a:lnTo>
                  <a:lnTo>
                    <a:pt x="349473" y="1209411"/>
                  </a:lnTo>
                  <a:lnTo>
                    <a:pt x="315589" y="1180118"/>
                  </a:lnTo>
                  <a:lnTo>
                    <a:pt x="283932" y="1148461"/>
                  </a:lnTo>
                  <a:lnTo>
                    <a:pt x="254639" y="1114577"/>
                  </a:lnTo>
                  <a:lnTo>
                    <a:pt x="227847" y="1078604"/>
                  </a:lnTo>
                  <a:lnTo>
                    <a:pt x="203694" y="1040677"/>
                  </a:lnTo>
                  <a:lnTo>
                    <a:pt x="182317" y="1000935"/>
                  </a:lnTo>
                  <a:lnTo>
                    <a:pt x="163852" y="959514"/>
                  </a:lnTo>
                  <a:lnTo>
                    <a:pt x="148437" y="916552"/>
                  </a:lnTo>
                  <a:lnTo>
                    <a:pt x="136209" y="872185"/>
                  </a:lnTo>
                  <a:lnTo>
                    <a:pt x="127305" y="826551"/>
                  </a:lnTo>
                  <a:lnTo>
                    <a:pt x="121862" y="779787"/>
                  </a:lnTo>
                  <a:lnTo>
                    <a:pt x="120017" y="732030"/>
                  </a:lnTo>
                  <a:lnTo>
                    <a:pt x="121862" y="684271"/>
                  </a:lnTo>
                  <a:lnTo>
                    <a:pt x="127305" y="637506"/>
                  </a:lnTo>
                  <a:lnTo>
                    <a:pt x="136209" y="591870"/>
                  </a:lnTo>
                  <a:lnTo>
                    <a:pt x="148437" y="547503"/>
                  </a:lnTo>
                  <a:lnTo>
                    <a:pt x="163852" y="504539"/>
                  </a:lnTo>
                  <a:lnTo>
                    <a:pt x="182317" y="463118"/>
                  </a:lnTo>
                  <a:lnTo>
                    <a:pt x="203694" y="423375"/>
                  </a:lnTo>
                  <a:lnTo>
                    <a:pt x="227847" y="385447"/>
                  </a:lnTo>
                  <a:lnTo>
                    <a:pt x="254639" y="349473"/>
                  </a:lnTo>
                  <a:lnTo>
                    <a:pt x="283932" y="315589"/>
                  </a:lnTo>
                  <a:lnTo>
                    <a:pt x="315589" y="283932"/>
                  </a:lnTo>
                  <a:lnTo>
                    <a:pt x="349473" y="254639"/>
                  </a:lnTo>
                  <a:lnTo>
                    <a:pt x="385447" y="227847"/>
                  </a:lnTo>
                  <a:lnTo>
                    <a:pt x="423375" y="203694"/>
                  </a:lnTo>
                  <a:lnTo>
                    <a:pt x="463118" y="182317"/>
                  </a:lnTo>
                  <a:lnTo>
                    <a:pt x="504539" y="163852"/>
                  </a:lnTo>
                  <a:lnTo>
                    <a:pt x="547503" y="148437"/>
                  </a:lnTo>
                  <a:lnTo>
                    <a:pt x="591870" y="136209"/>
                  </a:lnTo>
                  <a:lnTo>
                    <a:pt x="637506" y="127305"/>
                  </a:lnTo>
                  <a:lnTo>
                    <a:pt x="684271" y="121862"/>
                  </a:lnTo>
                  <a:lnTo>
                    <a:pt x="732030" y="120017"/>
                  </a:lnTo>
                  <a:lnTo>
                    <a:pt x="1133269" y="120017"/>
                  </a:lnTo>
                  <a:lnTo>
                    <a:pt x="1105316" y="102055"/>
                  </a:lnTo>
                  <a:lnTo>
                    <a:pt x="1062478" y="78425"/>
                  </a:lnTo>
                  <a:lnTo>
                    <a:pt x="1018344" y="57831"/>
                  </a:lnTo>
                  <a:lnTo>
                    <a:pt x="973016" y="40308"/>
                  </a:lnTo>
                  <a:lnTo>
                    <a:pt x="926595" y="25892"/>
                  </a:lnTo>
                  <a:lnTo>
                    <a:pt x="879184" y="14617"/>
                  </a:lnTo>
                  <a:lnTo>
                    <a:pt x="830885" y="6520"/>
                  </a:lnTo>
                  <a:lnTo>
                    <a:pt x="781799" y="1636"/>
                  </a:lnTo>
                  <a:lnTo>
                    <a:pt x="732030" y="0"/>
                  </a:lnTo>
                  <a:close/>
                </a:path>
                <a:path w="1464310" h="1464310">
                  <a:moveTo>
                    <a:pt x="1382385" y="479173"/>
                  </a:moveTo>
                  <a:lnTo>
                    <a:pt x="1358639" y="481367"/>
                  </a:lnTo>
                  <a:lnTo>
                    <a:pt x="1337619" y="492591"/>
                  </a:lnTo>
                  <a:lnTo>
                    <a:pt x="1323043" y="510386"/>
                  </a:lnTo>
                  <a:lnTo>
                    <a:pt x="1316202" y="532348"/>
                  </a:lnTo>
                  <a:lnTo>
                    <a:pt x="1318389" y="556077"/>
                  </a:lnTo>
                  <a:lnTo>
                    <a:pt x="1329578" y="599104"/>
                  </a:lnTo>
                  <a:lnTo>
                    <a:pt x="1337595" y="642875"/>
                  </a:lnTo>
                  <a:lnTo>
                    <a:pt x="1342419" y="687235"/>
                  </a:lnTo>
                  <a:lnTo>
                    <a:pt x="1344032" y="732030"/>
                  </a:lnTo>
                  <a:lnTo>
                    <a:pt x="1342187" y="779787"/>
                  </a:lnTo>
                  <a:lnTo>
                    <a:pt x="1336744" y="826551"/>
                  </a:lnTo>
                  <a:lnTo>
                    <a:pt x="1327840" y="872185"/>
                  </a:lnTo>
                  <a:lnTo>
                    <a:pt x="1315613" y="916552"/>
                  </a:lnTo>
                  <a:lnTo>
                    <a:pt x="1300198" y="959514"/>
                  </a:lnTo>
                  <a:lnTo>
                    <a:pt x="1281734" y="1000935"/>
                  </a:lnTo>
                  <a:lnTo>
                    <a:pt x="1260357" y="1040677"/>
                  </a:lnTo>
                  <a:lnTo>
                    <a:pt x="1236205" y="1078604"/>
                  </a:lnTo>
                  <a:lnTo>
                    <a:pt x="1209414" y="1114577"/>
                  </a:lnTo>
                  <a:lnTo>
                    <a:pt x="1180122" y="1148461"/>
                  </a:lnTo>
                  <a:lnTo>
                    <a:pt x="1148465" y="1180118"/>
                  </a:lnTo>
                  <a:lnTo>
                    <a:pt x="1114582" y="1209411"/>
                  </a:lnTo>
                  <a:lnTo>
                    <a:pt x="1078608" y="1236202"/>
                  </a:lnTo>
                  <a:lnTo>
                    <a:pt x="1040682" y="1260355"/>
                  </a:lnTo>
                  <a:lnTo>
                    <a:pt x="1000939" y="1281732"/>
                  </a:lnTo>
                  <a:lnTo>
                    <a:pt x="959518" y="1300197"/>
                  </a:lnTo>
                  <a:lnTo>
                    <a:pt x="916556" y="1315612"/>
                  </a:lnTo>
                  <a:lnTo>
                    <a:pt x="872188" y="1327840"/>
                  </a:lnTo>
                  <a:lnTo>
                    <a:pt x="826553" y="1336744"/>
                  </a:lnTo>
                  <a:lnTo>
                    <a:pt x="779788" y="1342187"/>
                  </a:lnTo>
                  <a:lnTo>
                    <a:pt x="732030" y="1344032"/>
                  </a:lnTo>
                  <a:lnTo>
                    <a:pt x="1132925" y="1344032"/>
                  </a:lnTo>
                  <a:lnTo>
                    <a:pt x="1199558" y="1294885"/>
                  </a:lnTo>
                  <a:lnTo>
                    <a:pt x="1233255" y="1265063"/>
                  </a:lnTo>
                  <a:lnTo>
                    <a:pt x="1265063" y="1233255"/>
                  </a:lnTo>
                  <a:lnTo>
                    <a:pt x="1294885" y="1199558"/>
                  </a:lnTo>
                  <a:lnTo>
                    <a:pt x="1322624" y="1164069"/>
                  </a:lnTo>
                  <a:lnTo>
                    <a:pt x="1348183" y="1126886"/>
                  </a:lnTo>
                  <a:lnTo>
                    <a:pt x="1371463" y="1088106"/>
                  </a:lnTo>
                  <a:lnTo>
                    <a:pt x="1392369" y="1047826"/>
                  </a:lnTo>
                  <a:lnTo>
                    <a:pt x="1410803" y="1006143"/>
                  </a:lnTo>
                  <a:lnTo>
                    <a:pt x="1426668" y="963154"/>
                  </a:lnTo>
                  <a:lnTo>
                    <a:pt x="1439866" y="918957"/>
                  </a:lnTo>
                  <a:lnTo>
                    <a:pt x="1450300" y="873649"/>
                  </a:lnTo>
                  <a:lnTo>
                    <a:pt x="1457874" y="827327"/>
                  </a:lnTo>
                  <a:lnTo>
                    <a:pt x="1462489" y="780088"/>
                  </a:lnTo>
                  <a:lnTo>
                    <a:pt x="1464049" y="732030"/>
                  </a:lnTo>
                  <a:lnTo>
                    <a:pt x="1462118" y="678496"/>
                  </a:lnTo>
                  <a:lnTo>
                    <a:pt x="1456340" y="625462"/>
                  </a:lnTo>
                  <a:lnTo>
                    <a:pt x="1446742" y="573112"/>
                  </a:lnTo>
                  <a:lnTo>
                    <a:pt x="1433349" y="521628"/>
                  </a:lnTo>
                  <a:lnTo>
                    <a:pt x="1404345" y="486019"/>
                  </a:lnTo>
                  <a:lnTo>
                    <a:pt x="1382385" y="479173"/>
                  </a:lnTo>
                  <a:close/>
                </a:path>
                <a:path w="1464310" h="1464310">
                  <a:moveTo>
                    <a:pt x="1133269" y="120017"/>
                  </a:moveTo>
                  <a:lnTo>
                    <a:pt x="732030" y="120017"/>
                  </a:lnTo>
                  <a:lnTo>
                    <a:pt x="783957" y="122151"/>
                  </a:lnTo>
                  <a:lnTo>
                    <a:pt x="834955" y="128517"/>
                  </a:lnTo>
                  <a:lnTo>
                    <a:pt x="884856" y="139055"/>
                  </a:lnTo>
                  <a:lnTo>
                    <a:pt x="933495" y="153707"/>
                  </a:lnTo>
                  <a:lnTo>
                    <a:pt x="980704" y="172415"/>
                  </a:lnTo>
                  <a:lnTo>
                    <a:pt x="1026317" y="195122"/>
                  </a:lnTo>
                  <a:lnTo>
                    <a:pt x="1070168" y="221768"/>
                  </a:lnTo>
                  <a:lnTo>
                    <a:pt x="1112091" y="252295"/>
                  </a:lnTo>
                  <a:lnTo>
                    <a:pt x="1133303" y="263114"/>
                  </a:lnTo>
                  <a:lnTo>
                    <a:pt x="1178182" y="257947"/>
                  </a:lnTo>
                  <a:lnTo>
                    <a:pt x="1207228" y="221352"/>
                  </a:lnTo>
                  <a:lnTo>
                    <a:pt x="1209005" y="198418"/>
                  </a:lnTo>
                  <a:lnTo>
                    <a:pt x="1202056" y="176488"/>
                  </a:lnTo>
                  <a:lnTo>
                    <a:pt x="1186696" y="158277"/>
                  </a:lnTo>
                  <a:lnTo>
                    <a:pt x="1146756" y="128684"/>
                  </a:lnTo>
                  <a:lnTo>
                    <a:pt x="1133269" y="1200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1"/>
            </a:p>
          </p:txBody>
        </p:sp>
        <p:sp>
          <p:nvSpPr>
            <p:cNvPr id="42" name="object 26">
              <a:extLst>
                <a:ext uri="{FF2B5EF4-FFF2-40B4-BE49-F238E27FC236}">
                  <a16:creationId xmlns:a16="http://schemas.microsoft.com/office/drawing/2014/main" id="{65098CBB-28F7-7A47-C8AE-B54198F185B0}"/>
                </a:ext>
              </a:extLst>
            </p:cNvPr>
            <p:cNvSpPr/>
            <p:nvPr/>
          </p:nvSpPr>
          <p:spPr>
            <a:xfrm>
              <a:off x="1014063" y="636577"/>
              <a:ext cx="696967" cy="696967"/>
            </a:xfrm>
            <a:custGeom>
              <a:avLst/>
              <a:gdLst/>
              <a:ahLst/>
              <a:cxnLst/>
              <a:rect l="l" t="t" r="r" b="b"/>
              <a:pathLst>
                <a:path w="1149350" h="1149350">
                  <a:moveTo>
                    <a:pt x="574600" y="0"/>
                  </a:moveTo>
                  <a:lnTo>
                    <a:pt x="527542" y="1908"/>
                  </a:lnTo>
                  <a:lnTo>
                    <a:pt x="481519" y="7534"/>
                  </a:lnTo>
                  <a:lnTo>
                    <a:pt x="436681" y="16728"/>
                  </a:lnTo>
                  <a:lnTo>
                    <a:pt x="393175" y="29341"/>
                  </a:lnTo>
                  <a:lnTo>
                    <a:pt x="351152" y="45225"/>
                  </a:lnTo>
                  <a:lnTo>
                    <a:pt x="310760" y="64231"/>
                  </a:lnTo>
                  <a:lnTo>
                    <a:pt x="272149" y="86208"/>
                  </a:lnTo>
                  <a:lnTo>
                    <a:pt x="235466" y="111009"/>
                  </a:lnTo>
                  <a:lnTo>
                    <a:pt x="200862" y="138485"/>
                  </a:lnTo>
                  <a:lnTo>
                    <a:pt x="168485" y="168485"/>
                  </a:lnTo>
                  <a:lnTo>
                    <a:pt x="138485" y="200862"/>
                  </a:lnTo>
                  <a:lnTo>
                    <a:pt x="111009" y="235466"/>
                  </a:lnTo>
                  <a:lnTo>
                    <a:pt x="86208" y="272149"/>
                  </a:lnTo>
                  <a:lnTo>
                    <a:pt x="64231" y="310760"/>
                  </a:lnTo>
                  <a:lnTo>
                    <a:pt x="45225" y="351152"/>
                  </a:lnTo>
                  <a:lnTo>
                    <a:pt x="29341" y="393175"/>
                  </a:lnTo>
                  <a:lnTo>
                    <a:pt x="16728" y="436681"/>
                  </a:lnTo>
                  <a:lnTo>
                    <a:pt x="7534" y="481519"/>
                  </a:lnTo>
                  <a:lnTo>
                    <a:pt x="1908" y="527542"/>
                  </a:lnTo>
                  <a:lnTo>
                    <a:pt x="0" y="574600"/>
                  </a:lnTo>
                  <a:lnTo>
                    <a:pt x="1908" y="621656"/>
                  </a:lnTo>
                  <a:lnTo>
                    <a:pt x="7534" y="667678"/>
                  </a:lnTo>
                  <a:lnTo>
                    <a:pt x="16728" y="712515"/>
                  </a:lnTo>
                  <a:lnTo>
                    <a:pt x="29341" y="756019"/>
                  </a:lnTo>
                  <a:lnTo>
                    <a:pt x="45225" y="798041"/>
                  </a:lnTo>
                  <a:lnTo>
                    <a:pt x="64231" y="838432"/>
                  </a:lnTo>
                  <a:lnTo>
                    <a:pt x="86208" y="877043"/>
                  </a:lnTo>
                  <a:lnTo>
                    <a:pt x="111009" y="913725"/>
                  </a:lnTo>
                  <a:lnTo>
                    <a:pt x="138485" y="948329"/>
                  </a:lnTo>
                  <a:lnTo>
                    <a:pt x="168485" y="980705"/>
                  </a:lnTo>
                  <a:lnTo>
                    <a:pt x="200862" y="1010705"/>
                  </a:lnTo>
                  <a:lnTo>
                    <a:pt x="235466" y="1038180"/>
                  </a:lnTo>
                  <a:lnTo>
                    <a:pt x="272149" y="1062981"/>
                  </a:lnTo>
                  <a:lnTo>
                    <a:pt x="310760" y="1084959"/>
                  </a:lnTo>
                  <a:lnTo>
                    <a:pt x="351152" y="1103964"/>
                  </a:lnTo>
                  <a:lnTo>
                    <a:pt x="393175" y="1119848"/>
                  </a:lnTo>
                  <a:lnTo>
                    <a:pt x="436681" y="1132461"/>
                  </a:lnTo>
                  <a:lnTo>
                    <a:pt x="481519" y="1141655"/>
                  </a:lnTo>
                  <a:lnTo>
                    <a:pt x="527542" y="1147281"/>
                  </a:lnTo>
                  <a:lnTo>
                    <a:pt x="574600" y="1149190"/>
                  </a:lnTo>
                  <a:lnTo>
                    <a:pt x="621658" y="1147281"/>
                  </a:lnTo>
                  <a:lnTo>
                    <a:pt x="667680" y="1141655"/>
                  </a:lnTo>
                  <a:lnTo>
                    <a:pt x="712518" y="1132461"/>
                  </a:lnTo>
                  <a:lnTo>
                    <a:pt x="756023" y="1119848"/>
                  </a:lnTo>
                  <a:lnTo>
                    <a:pt x="798046" y="1103964"/>
                  </a:lnTo>
                  <a:lnTo>
                    <a:pt x="838437" y="1084959"/>
                  </a:lnTo>
                  <a:lnTo>
                    <a:pt x="848256" y="1079370"/>
                  </a:lnTo>
                  <a:lnTo>
                    <a:pt x="574600" y="1079370"/>
                  </a:lnTo>
                  <a:lnTo>
                    <a:pt x="526056" y="1077055"/>
                  </a:lnTo>
                  <a:lnTo>
                    <a:pt x="478803" y="1070252"/>
                  </a:lnTo>
                  <a:lnTo>
                    <a:pt x="433053" y="1059173"/>
                  </a:lnTo>
                  <a:lnTo>
                    <a:pt x="389021" y="1044034"/>
                  </a:lnTo>
                  <a:lnTo>
                    <a:pt x="346919" y="1025045"/>
                  </a:lnTo>
                  <a:lnTo>
                    <a:pt x="306960" y="1002422"/>
                  </a:lnTo>
                  <a:lnTo>
                    <a:pt x="269357" y="976376"/>
                  </a:lnTo>
                  <a:lnTo>
                    <a:pt x="234325" y="947121"/>
                  </a:lnTo>
                  <a:lnTo>
                    <a:pt x="202075" y="914871"/>
                  </a:lnTo>
                  <a:lnTo>
                    <a:pt x="172820" y="879838"/>
                  </a:lnTo>
                  <a:lnTo>
                    <a:pt x="146775" y="842235"/>
                  </a:lnTo>
                  <a:lnTo>
                    <a:pt x="124152" y="802276"/>
                  </a:lnTo>
                  <a:lnTo>
                    <a:pt x="105165" y="760174"/>
                  </a:lnTo>
                  <a:lnTo>
                    <a:pt x="90025" y="716143"/>
                  </a:lnTo>
                  <a:lnTo>
                    <a:pt x="78948" y="670394"/>
                  </a:lnTo>
                  <a:lnTo>
                    <a:pt x="72145" y="623142"/>
                  </a:lnTo>
                  <a:lnTo>
                    <a:pt x="69830" y="574600"/>
                  </a:lnTo>
                  <a:lnTo>
                    <a:pt x="72145" y="526056"/>
                  </a:lnTo>
                  <a:lnTo>
                    <a:pt x="78948" y="478802"/>
                  </a:lnTo>
                  <a:lnTo>
                    <a:pt x="90025" y="433052"/>
                  </a:lnTo>
                  <a:lnTo>
                    <a:pt x="105165" y="389019"/>
                  </a:lnTo>
                  <a:lnTo>
                    <a:pt x="124152" y="346917"/>
                  </a:lnTo>
                  <a:lnTo>
                    <a:pt x="146775" y="306957"/>
                  </a:lnTo>
                  <a:lnTo>
                    <a:pt x="172820" y="269354"/>
                  </a:lnTo>
                  <a:lnTo>
                    <a:pt x="202075" y="234320"/>
                  </a:lnTo>
                  <a:lnTo>
                    <a:pt x="234325" y="202069"/>
                  </a:lnTo>
                  <a:lnTo>
                    <a:pt x="269357" y="172814"/>
                  </a:lnTo>
                  <a:lnTo>
                    <a:pt x="306960" y="146768"/>
                  </a:lnTo>
                  <a:lnTo>
                    <a:pt x="346919" y="124144"/>
                  </a:lnTo>
                  <a:lnTo>
                    <a:pt x="389021" y="105156"/>
                  </a:lnTo>
                  <a:lnTo>
                    <a:pt x="433053" y="90016"/>
                  </a:lnTo>
                  <a:lnTo>
                    <a:pt x="478803" y="78938"/>
                  </a:lnTo>
                  <a:lnTo>
                    <a:pt x="526056" y="72134"/>
                  </a:lnTo>
                  <a:lnTo>
                    <a:pt x="574600" y="69819"/>
                  </a:lnTo>
                  <a:lnTo>
                    <a:pt x="848220" y="69819"/>
                  </a:lnTo>
                  <a:lnTo>
                    <a:pt x="829156" y="59233"/>
                  </a:lnTo>
                  <a:lnTo>
                    <a:pt x="781136" y="38108"/>
                  </a:lnTo>
                  <a:lnTo>
                    <a:pt x="731445" y="21548"/>
                  </a:lnTo>
                  <a:lnTo>
                    <a:pt x="680309" y="9626"/>
                  </a:lnTo>
                  <a:lnTo>
                    <a:pt x="627952" y="2419"/>
                  </a:lnTo>
                  <a:lnTo>
                    <a:pt x="574600" y="0"/>
                  </a:lnTo>
                  <a:close/>
                </a:path>
                <a:path w="1149350" h="1149350">
                  <a:moveTo>
                    <a:pt x="1110395" y="501042"/>
                  </a:moveTo>
                  <a:lnTo>
                    <a:pt x="1097035" y="504759"/>
                  </a:lnTo>
                  <a:lnTo>
                    <a:pt x="1086502" y="513021"/>
                  </a:lnTo>
                  <a:lnTo>
                    <a:pt x="1079834" y="524628"/>
                  </a:lnTo>
                  <a:lnTo>
                    <a:pt x="1078071" y="538381"/>
                  </a:lnTo>
                  <a:lnTo>
                    <a:pt x="1078636" y="547340"/>
                  </a:lnTo>
                  <a:lnTo>
                    <a:pt x="1079043" y="556384"/>
                  </a:lnTo>
                  <a:lnTo>
                    <a:pt x="1079254" y="564230"/>
                  </a:lnTo>
                  <a:lnTo>
                    <a:pt x="1079370" y="574600"/>
                  </a:lnTo>
                  <a:lnTo>
                    <a:pt x="1077055" y="623142"/>
                  </a:lnTo>
                  <a:lnTo>
                    <a:pt x="1070252" y="670394"/>
                  </a:lnTo>
                  <a:lnTo>
                    <a:pt x="1059173" y="716143"/>
                  </a:lnTo>
                  <a:lnTo>
                    <a:pt x="1044034" y="760174"/>
                  </a:lnTo>
                  <a:lnTo>
                    <a:pt x="1025045" y="802276"/>
                  </a:lnTo>
                  <a:lnTo>
                    <a:pt x="1002422" y="842235"/>
                  </a:lnTo>
                  <a:lnTo>
                    <a:pt x="976376" y="879838"/>
                  </a:lnTo>
                  <a:lnTo>
                    <a:pt x="947121" y="914871"/>
                  </a:lnTo>
                  <a:lnTo>
                    <a:pt x="914871" y="947121"/>
                  </a:lnTo>
                  <a:lnTo>
                    <a:pt x="879838" y="976376"/>
                  </a:lnTo>
                  <a:lnTo>
                    <a:pt x="842235" y="1002422"/>
                  </a:lnTo>
                  <a:lnTo>
                    <a:pt x="802276" y="1025045"/>
                  </a:lnTo>
                  <a:lnTo>
                    <a:pt x="760174" y="1044034"/>
                  </a:lnTo>
                  <a:lnTo>
                    <a:pt x="716143" y="1059173"/>
                  </a:lnTo>
                  <a:lnTo>
                    <a:pt x="670394" y="1070252"/>
                  </a:lnTo>
                  <a:lnTo>
                    <a:pt x="623142" y="1077055"/>
                  </a:lnTo>
                  <a:lnTo>
                    <a:pt x="574600" y="1079370"/>
                  </a:lnTo>
                  <a:lnTo>
                    <a:pt x="848256" y="1079370"/>
                  </a:lnTo>
                  <a:lnTo>
                    <a:pt x="913730" y="1038180"/>
                  </a:lnTo>
                  <a:lnTo>
                    <a:pt x="948333" y="1010705"/>
                  </a:lnTo>
                  <a:lnTo>
                    <a:pt x="980709" y="980705"/>
                  </a:lnTo>
                  <a:lnTo>
                    <a:pt x="1010709" y="948329"/>
                  </a:lnTo>
                  <a:lnTo>
                    <a:pt x="1038184" y="913725"/>
                  </a:lnTo>
                  <a:lnTo>
                    <a:pt x="1062984" y="877043"/>
                  </a:lnTo>
                  <a:lnTo>
                    <a:pt x="1084961" y="838432"/>
                  </a:lnTo>
                  <a:lnTo>
                    <a:pt x="1103965" y="798041"/>
                  </a:lnTo>
                  <a:lnTo>
                    <a:pt x="1119849" y="756019"/>
                  </a:lnTo>
                  <a:lnTo>
                    <a:pt x="1132462" y="712515"/>
                  </a:lnTo>
                  <a:lnTo>
                    <a:pt x="1141656" y="667678"/>
                  </a:lnTo>
                  <a:lnTo>
                    <a:pt x="1147281" y="621656"/>
                  </a:lnTo>
                  <a:lnTo>
                    <a:pt x="1149190" y="574600"/>
                  </a:lnTo>
                  <a:lnTo>
                    <a:pt x="1149098" y="564230"/>
                  </a:lnTo>
                  <a:lnTo>
                    <a:pt x="1144016" y="520006"/>
                  </a:lnTo>
                  <a:lnTo>
                    <a:pt x="1124157" y="502817"/>
                  </a:lnTo>
                  <a:lnTo>
                    <a:pt x="1110395" y="501042"/>
                  </a:lnTo>
                  <a:close/>
                </a:path>
                <a:path w="1149350" h="1149350">
                  <a:moveTo>
                    <a:pt x="848220" y="69819"/>
                  </a:moveTo>
                  <a:lnTo>
                    <a:pt x="574600" y="69819"/>
                  </a:lnTo>
                  <a:lnTo>
                    <a:pt x="621467" y="71944"/>
                  </a:lnTo>
                  <a:lnTo>
                    <a:pt x="667458" y="78273"/>
                  </a:lnTo>
                  <a:lnTo>
                    <a:pt x="712373" y="88742"/>
                  </a:lnTo>
                  <a:lnTo>
                    <a:pt x="756016" y="103285"/>
                  </a:lnTo>
                  <a:lnTo>
                    <a:pt x="798189" y="121835"/>
                  </a:lnTo>
                  <a:lnTo>
                    <a:pt x="838694" y="144327"/>
                  </a:lnTo>
                  <a:lnTo>
                    <a:pt x="877334" y="170696"/>
                  </a:lnTo>
                  <a:lnTo>
                    <a:pt x="889845" y="176664"/>
                  </a:lnTo>
                  <a:lnTo>
                    <a:pt x="926212" y="163754"/>
                  </a:lnTo>
                  <a:lnTo>
                    <a:pt x="932873" y="137878"/>
                  </a:lnTo>
                  <a:lnTo>
                    <a:pt x="928496" y="125231"/>
                  </a:lnTo>
                  <a:lnTo>
                    <a:pt x="919280" y="114876"/>
                  </a:lnTo>
                  <a:lnTo>
                    <a:pt x="875279" y="84847"/>
                  </a:lnTo>
                  <a:lnTo>
                    <a:pt x="848220" y="698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1"/>
            </a:p>
          </p:txBody>
        </p:sp>
        <p:sp>
          <p:nvSpPr>
            <p:cNvPr id="43" name="object 27">
              <a:extLst>
                <a:ext uri="{FF2B5EF4-FFF2-40B4-BE49-F238E27FC236}">
                  <a16:creationId xmlns:a16="http://schemas.microsoft.com/office/drawing/2014/main" id="{42170106-8866-5A9E-2543-E99F1CA59A73}"/>
                </a:ext>
              </a:extLst>
            </p:cNvPr>
            <p:cNvSpPr/>
            <p:nvPr/>
          </p:nvSpPr>
          <p:spPr>
            <a:xfrm>
              <a:off x="1112307" y="661236"/>
              <a:ext cx="693501" cy="539475"/>
            </a:xfrm>
            <a:custGeom>
              <a:avLst/>
              <a:gdLst/>
              <a:ahLst/>
              <a:cxnLst/>
              <a:rect l="l" t="t" r="r" b="b"/>
              <a:pathLst>
                <a:path w="1143635" h="889635">
                  <a:moveTo>
                    <a:pt x="155407" y="324712"/>
                  </a:moveTo>
                  <a:lnTo>
                    <a:pt x="113688" y="324712"/>
                  </a:lnTo>
                  <a:lnTo>
                    <a:pt x="73565" y="337458"/>
                  </a:lnTo>
                  <a:lnTo>
                    <a:pt x="38237" y="362950"/>
                  </a:lnTo>
                  <a:lnTo>
                    <a:pt x="12745" y="398274"/>
                  </a:lnTo>
                  <a:lnTo>
                    <a:pt x="0" y="438396"/>
                  </a:lnTo>
                  <a:lnTo>
                    <a:pt x="0" y="480117"/>
                  </a:lnTo>
                  <a:lnTo>
                    <a:pt x="12745" y="520238"/>
                  </a:lnTo>
                  <a:lnTo>
                    <a:pt x="38237" y="555562"/>
                  </a:lnTo>
                  <a:lnTo>
                    <a:pt x="345359" y="862694"/>
                  </a:lnTo>
                  <a:lnTo>
                    <a:pt x="391936" y="887432"/>
                  </a:lnTo>
                  <a:lnTo>
                    <a:pt x="409190" y="889081"/>
                  </a:lnTo>
                  <a:lnTo>
                    <a:pt x="426435" y="887432"/>
                  </a:lnTo>
                  <a:lnTo>
                    <a:pt x="443164" y="882484"/>
                  </a:lnTo>
                  <a:lnTo>
                    <a:pt x="458857" y="874238"/>
                  </a:lnTo>
                  <a:lnTo>
                    <a:pt x="472999" y="862694"/>
                  </a:lnTo>
                  <a:lnTo>
                    <a:pt x="516401" y="819292"/>
                  </a:lnTo>
                  <a:lnTo>
                    <a:pt x="409183" y="819292"/>
                  </a:lnTo>
                  <a:lnTo>
                    <a:pt x="401492" y="817800"/>
                  </a:lnTo>
                  <a:lnTo>
                    <a:pt x="394740" y="813324"/>
                  </a:lnTo>
                  <a:lnTo>
                    <a:pt x="87618" y="506202"/>
                  </a:lnTo>
                  <a:lnTo>
                    <a:pt x="73058" y="484254"/>
                  </a:lnTo>
                  <a:lnTo>
                    <a:pt x="68205" y="459263"/>
                  </a:lnTo>
                  <a:lnTo>
                    <a:pt x="73058" y="434274"/>
                  </a:lnTo>
                  <a:lnTo>
                    <a:pt x="98015" y="403833"/>
                  </a:lnTo>
                  <a:lnTo>
                    <a:pt x="134549" y="392918"/>
                  </a:lnTo>
                  <a:lnTo>
                    <a:pt x="260819" y="392918"/>
                  </a:lnTo>
                  <a:lnTo>
                    <a:pt x="230849" y="362950"/>
                  </a:lnTo>
                  <a:lnTo>
                    <a:pt x="195527" y="337458"/>
                  </a:lnTo>
                  <a:lnTo>
                    <a:pt x="155407" y="324712"/>
                  </a:lnTo>
                  <a:close/>
                </a:path>
                <a:path w="1143635" h="889635">
                  <a:moveTo>
                    <a:pt x="1126459" y="68195"/>
                  </a:moveTo>
                  <a:lnTo>
                    <a:pt x="1008534" y="68195"/>
                  </a:lnTo>
                  <a:lnTo>
                    <a:pt x="1033525" y="73048"/>
                  </a:lnTo>
                  <a:lnTo>
                    <a:pt x="1055474" y="87608"/>
                  </a:lnTo>
                  <a:lnTo>
                    <a:pt x="1070027" y="109555"/>
                  </a:lnTo>
                  <a:lnTo>
                    <a:pt x="1074879" y="134543"/>
                  </a:lnTo>
                  <a:lnTo>
                    <a:pt x="1070027" y="159532"/>
                  </a:lnTo>
                  <a:lnTo>
                    <a:pt x="1055474" y="181479"/>
                  </a:lnTo>
                  <a:lnTo>
                    <a:pt x="423618" y="813324"/>
                  </a:lnTo>
                  <a:lnTo>
                    <a:pt x="416872" y="817800"/>
                  </a:lnTo>
                  <a:lnTo>
                    <a:pt x="409183" y="819292"/>
                  </a:lnTo>
                  <a:lnTo>
                    <a:pt x="516401" y="819292"/>
                  </a:lnTo>
                  <a:lnTo>
                    <a:pt x="1104844" y="230849"/>
                  </a:lnTo>
                  <a:lnTo>
                    <a:pt x="1130331" y="195522"/>
                  </a:lnTo>
                  <a:lnTo>
                    <a:pt x="1143074" y="155399"/>
                  </a:lnTo>
                  <a:lnTo>
                    <a:pt x="1143074" y="113680"/>
                  </a:lnTo>
                  <a:lnTo>
                    <a:pt x="1130331" y="73560"/>
                  </a:lnTo>
                  <a:lnTo>
                    <a:pt x="1126459" y="68195"/>
                  </a:lnTo>
                  <a:close/>
                </a:path>
                <a:path w="1143635" h="889635">
                  <a:moveTo>
                    <a:pt x="260819" y="392918"/>
                  </a:moveTo>
                  <a:lnTo>
                    <a:pt x="134549" y="392918"/>
                  </a:lnTo>
                  <a:lnTo>
                    <a:pt x="147233" y="394131"/>
                  </a:lnTo>
                  <a:lnTo>
                    <a:pt x="159537" y="397771"/>
                  </a:lnTo>
                  <a:lnTo>
                    <a:pt x="171081" y="403838"/>
                  </a:lnTo>
                  <a:lnTo>
                    <a:pt x="181479" y="412331"/>
                  </a:lnTo>
                  <a:lnTo>
                    <a:pt x="364929" y="595781"/>
                  </a:lnTo>
                  <a:lnTo>
                    <a:pt x="374481" y="603627"/>
                  </a:lnTo>
                  <a:lnTo>
                    <a:pt x="385222" y="609372"/>
                  </a:lnTo>
                  <a:lnTo>
                    <a:pt x="396882" y="612903"/>
                  </a:lnTo>
                  <a:lnTo>
                    <a:pt x="409190" y="614105"/>
                  </a:lnTo>
                  <a:lnTo>
                    <a:pt x="421491" y="612903"/>
                  </a:lnTo>
                  <a:lnTo>
                    <a:pt x="433148" y="609372"/>
                  </a:lnTo>
                  <a:lnTo>
                    <a:pt x="443888" y="603627"/>
                  </a:lnTo>
                  <a:lnTo>
                    <a:pt x="453440" y="595781"/>
                  </a:lnTo>
                  <a:lnTo>
                    <a:pt x="507939" y="541280"/>
                  </a:lnTo>
                  <a:lnTo>
                    <a:pt x="409190" y="541280"/>
                  </a:lnTo>
                  <a:lnTo>
                    <a:pt x="260819" y="392918"/>
                  </a:lnTo>
                  <a:close/>
                </a:path>
                <a:path w="1143635" h="889635">
                  <a:moveTo>
                    <a:pt x="1029398" y="0"/>
                  </a:moveTo>
                  <a:lnTo>
                    <a:pt x="987677" y="0"/>
                  </a:lnTo>
                  <a:lnTo>
                    <a:pt x="947556" y="12745"/>
                  </a:lnTo>
                  <a:lnTo>
                    <a:pt x="912232" y="38237"/>
                  </a:lnTo>
                  <a:lnTo>
                    <a:pt x="409190" y="541280"/>
                  </a:lnTo>
                  <a:lnTo>
                    <a:pt x="507939" y="541280"/>
                  </a:lnTo>
                  <a:lnTo>
                    <a:pt x="961602" y="87608"/>
                  </a:lnTo>
                  <a:lnTo>
                    <a:pt x="983545" y="73048"/>
                  </a:lnTo>
                  <a:lnTo>
                    <a:pt x="1008534" y="68195"/>
                  </a:lnTo>
                  <a:lnTo>
                    <a:pt x="1126459" y="68195"/>
                  </a:lnTo>
                  <a:lnTo>
                    <a:pt x="1104844" y="38237"/>
                  </a:lnTo>
                  <a:lnTo>
                    <a:pt x="1069520" y="12745"/>
                  </a:lnTo>
                  <a:lnTo>
                    <a:pt x="1029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1"/>
            </a:p>
          </p:txBody>
        </p:sp>
      </p:grpSp>
      <p:sp>
        <p:nvSpPr>
          <p:cNvPr id="11245" name="object 23"/>
          <p:cNvSpPr/>
          <p:nvPr/>
        </p:nvSpPr>
        <p:spPr>
          <a:xfrm>
            <a:off x="12606002" y="3091316"/>
            <a:ext cx="2502995" cy="2476961"/>
          </a:xfrm>
          <a:custGeom>
            <a:avLst/>
            <a:gdLst/>
            <a:ahLst/>
            <a:cxnLst/>
            <a:rect l="l" t="t" r="r" b="b"/>
            <a:pathLst>
              <a:path w="2503170" h="2477135">
                <a:moveTo>
                  <a:pt x="2502866" y="0"/>
                </a:moveTo>
                <a:lnTo>
                  <a:pt x="705444" y="0"/>
                </a:lnTo>
                <a:lnTo>
                  <a:pt x="657144" y="1627"/>
                </a:lnTo>
                <a:lnTo>
                  <a:pt x="609718" y="6439"/>
                </a:lnTo>
                <a:lnTo>
                  <a:pt x="563271" y="14332"/>
                </a:lnTo>
                <a:lnTo>
                  <a:pt x="517907" y="25199"/>
                </a:lnTo>
                <a:lnTo>
                  <a:pt x="473732" y="38936"/>
                </a:lnTo>
                <a:lnTo>
                  <a:pt x="430851" y="55438"/>
                </a:lnTo>
                <a:lnTo>
                  <a:pt x="389369" y="74599"/>
                </a:lnTo>
                <a:lnTo>
                  <a:pt x="349390" y="96315"/>
                </a:lnTo>
                <a:lnTo>
                  <a:pt x="311021" y="120480"/>
                </a:lnTo>
                <a:lnTo>
                  <a:pt x="274366" y="146990"/>
                </a:lnTo>
                <a:lnTo>
                  <a:pt x="239530" y="175739"/>
                </a:lnTo>
                <a:lnTo>
                  <a:pt x="206618" y="206623"/>
                </a:lnTo>
                <a:lnTo>
                  <a:pt x="175735" y="239535"/>
                </a:lnTo>
                <a:lnTo>
                  <a:pt x="146986" y="274372"/>
                </a:lnTo>
                <a:lnTo>
                  <a:pt x="120477" y="311028"/>
                </a:lnTo>
                <a:lnTo>
                  <a:pt x="96312" y="349398"/>
                </a:lnTo>
                <a:lnTo>
                  <a:pt x="74597" y="389377"/>
                </a:lnTo>
                <a:lnTo>
                  <a:pt x="55436" y="430860"/>
                </a:lnTo>
                <a:lnTo>
                  <a:pt x="38935" y="473742"/>
                </a:lnTo>
                <a:lnTo>
                  <a:pt x="25198" y="517917"/>
                </a:lnTo>
                <a:lnTo>
                  <a:pt x="14331" y="563281"/>
                </a:lnTo>
                <a:lnTo>
                  <a:pt x="6439" y="609729"/>
                </a:lnTo>
                <a:lnTo>
                  <a:pt x="1627" y="657155"/>
                </a:lnTo>
                <a:lnTo>
                  <a:pt x="0" y="705454"/>
                </a:lnTo>
                <a:lnTo>
                  <a:pt x="0" y="2477107"/>
                </a:lnTo>
                <a:lnTo>
                  <a:pt x="1797411" y="2477107"/>
                </a:lnTo>
                <a:lnTo>
                  <a:pt x="1845710" y="2475480"/>
                </a:lnTo>
                <a:lnTo>
                  <a:pt x="1893137" y="2470667"/>
                </a:lnTo>
                <a:lnTo>
                  <a:pt x="1939584" y="2462775"/>
                </a:lnTo>
                <a:lnTo>
                  <a:pt x="1984948" y="2451908"/>
                </a:lnTo>
                <a:lnTo>
                  <a:pt x="2029124" y="2438171"/>
                </a:lnTo>
                <a:lnTo>
                  <a:pt x="2072005" y="2421669"/>
                </a:lnTo>
                <a:lnTo>
                  <a:pt x="2113488" y="2402508"/>
                </a:lnTo>
                <a:lnTo>
                  <a:pt x="2153467" y="2380792"/>
                </a:lnTo>
                <a:lnTo>
                  <a:pt x="2191837" y="2356626"/>
                </a:lnTo>
                <a:lnTo>
                  <a:pt x="2228493" y="2330117"/>
                </a:lnTo>
                <a:lnTo>
                  <a:pt x="2263330" y="2301367"/>
                </a:lnTo>
                <a:lnTo>
                  <a:pt x="2296242" y="2270484"/>
                </a:lnTo>
                <a:lnTo>
                  <a:pt x="2327126" y="2237571"/>
                </a:lnTo>
                <a:lnTo>
                  <a:pt x="2355875" y="2202735"/>
                </a:lnTo>
                <a:lnTo>
                  <a:pt x="2382385" y="2166079"/>
                </a:lnTo>
                <a:lnTo>
                  <a:pt x="2406550" y="2127709"/>
                </a:lnTo>
                <a:lnTo>
                  <a:pt x="2428266" y="2087730"/>
                </a:lnTo>
                <a:lnTo>
                  <a:pt x="2447427" y="2046247"/>
                </a:lnTo>
                <a:lnTo>
                  <a:pt x="2463929" y="2003365"/>
                </a:lnTo>
                <a:lnTo>
                  <a:pt x="2477666" y="1959190"/>
                </a:lnTo>
                <a:lnTo>
                  <a:pt x="2488533" y="1913826"/>
                </a:lnTo>
                <a:lnTo>
                  <a:pt x="2496426" y="1867378"/>
                </a:lnTo>
                <a:lnTo>
                  <a:pt x="2501238" y="1819952"/>
                </a:lnTo>
                <a:lnTo>
                  <a:pt x="2502866" y="1771652"/>
                </a:lnTo>
                <a:lnTo>
                  <a:pt x="2502866" y="0"/>
                </a:lnTo>
                <a:close/>
              </a:path>
            </a:pathLst>
          </a:custGeom>
          <a:solidFill>
            <a:srgbClr val="1F3D6F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11246" name="object 24"/>
          <p:cNvSpPr/>
          <p:nvPr/>
        </p:nvSpPr>
        <p:spPr>
          <a:xfrm>
            <a:off x="13197553" y="3090813"/>
            <a:ext cx="1911215" cy="2482040"/>
          </a:xfrm>
          <a:custGeom>
            <a:avLst/>
            <a:gdLst/>
            <a:ahLst/>
            <a:cxnLst/>
            <a:rect l="l" t="t" r="r" b="b"/>
            <a:pathLst>
              <a:path w="1911350" h="2482215">
                <a:moveTo>
                  <a:pt x="1379057" y="0"/>
                </a:moveTo>
                <a:lnTo>
                  <a:pt x="0" y="0"/>
                </a:lnTo>
                <a:lnTo>
                  <a:pt x="749076" y="2477610"/>
                </a:lnTo>
                <a:lnTo>
                  <a:pt x="1569931" y="2481715"/>
                </a:lnTo>
                <a:lnTo>
                  <a:pt x="1616192" y="2478688"/>
                </a:lnTo>
                <a:lnTo>
                  <a:pt x="1660578" y="2469424"/>
                </a:lnTo>
                <a:lnTo>
                  <a:pt x="1702681" y="2454349"/>
                </a:lnTo>
                <a:lnTo>
                  <a:pt x="1742091" y="2433888"/>
                </a:lnTo>
                <a:lnTo>
                  <a:pt x="1778398" y="2408466"/>
                </a:lnTo>
                <a:lnTo>
                  <a:pt x="1811193" y="2378508"/>
                </a:lnTo>
                <a:lnTo>
                  <a:pt x="1840066" y="2344440"/>
                </a:lnTo>
                <a:lnTo>
                  <a:pt x="1864608" y="2306686"/>
                </a:lnTo>
                <a:lnTo>
                  <a:pt x="1884409" y="2265671"/>
                </a:lnTo>
                <a:lnTo>
                  <a:pt x="1899059" y="2221821"/>
                </a:lnTo>
                <a:lnTo>
                  <a:pt x="1908150" y="2175562"/>
                </a:lnTo>
                <a:lnTo>
                  <a:pt x="1911271" y="2127317"/>
                </a:lnTo>
                <a:lnTo>
                  <a:pt x="1911271" y="1717664"/>
                </a:lnTo>
                <a:lnTo>
                  <a:pt x="1379057" y="0"/>
                </a:lnTo>
                <a:close/>
              </a:path>
            </a:pathLst>
          </a:custGeom>
          <a:solidFill>
            <a:srgbClr val="FFFFFF">
              <a:alpha val="14999"/>
            </a:srgbClr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11247" name="object 25"/>
          <p:cNvSpPr/>
          <p:nvPr/>
        </p:nvSpPr>
        <p:spPr>
          <a:xfrm>
            <a:off x="12606001" y="3090811"/>
            <a:ext cx="2347431" cy="2414100"/>
          </a:xfrm>
          <a:custGeom>
            <a:avLst/>
            <a:gdLst/>
            <a:ahLst/>
            <a:cxnLst/>
            <a:rect l="l" t="t" r="r" b="b"/>
            <a:pathLst>
              <a:path w="2347595" h="2414270">
                <a:moveTo>
                  <a:pt x="1557544" y="0"/>
                </a:moveTo>
                <a:lnTo>
                  <a:pt x="0" y="748856"/>
                </a:lnTo>
                <a:lnTo>
                  <a:pt x="0" y="2413800"/>
                </a:lnTo>
                <a:lnTo>
                  <a:pt x="2347164" y="502"/>
                </a:lnTo>
                <a:lnTo>
                  <a:pt x="1557544" y="0"/>
                </a:lnTo>
                <a:close/>
              </a:path>
            </a:pathLst>
          </a:custGeom>
          <a:solidFill>
            <a:srgbClr val="FFFFFF">
              <a:alpha val="9999"/>
            </a:srgbClr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grpSp>
        <p:nvGrpSpPr>
          <p:cNvPr id="11248" name="Grupo 18">
            <a:extLst>
              <a:ext uri="{FF2B5EF4-FFF2-40B4-BE49-F238E27FC236}">
                <a16:creationId xmlns:a16="http://schemas.microsoft.com/office/drawing/2014/main" id="{089CE6A4-820B-7D86-2ED0-32CF7C3D7B09}"/>
              </a:ext>
            </a:extLst>
          </p:cNvPr>
          <p:cNvGrpSpPr/>
          <p:nvPr/>
        </p:nvGrpSpPr>
        <p:grpSpPr>
          <a:xfrm>
            <a:off x="13106307" y="3525660"/>
            <a:ext cx="1464207" cy="1464207"/>
            <a:chOff x="924922" y="545382"/>
            <a:chExt cx="887959" cy="887959"/>
          </a:xfrm>
        </p:grpSpPr>
        <p:sp>
          <p:nvSpPr>
            <p:cNvPr id="11249" name="object 25">
              <a:extLst>
                <a:ext uri="{FF2B5EF4-FFF2-40B4-BE49-F238E27FC236}">
                  <a16:creationId xmlns:a16="http://schemas.microsoft.com/office/drawing/2014/main" id="{50AEAFF2-F325-3815-E707-4FD697386364}"/>
                </a:ext>
              </a:extLst>
            </p:cNvPr>
            <p:cNvSpPr/>
            <p:nvPr/>
          </p:nvSpPr>
          <p:spPr>
            <a:xfrm>
              <a:off x="924922" y="545382"/>
              <a:ext cx="887959" cy="887959"/>
            </a:xfrm>
            <a:custGeom>
              <a:avLst/>
              <a:gdLst/>
              <a:ahLst/>
              <a:cxnLst/>
              <a:rect l="l" t="t" r="r" b="b"/>
              <a:pathLst>
                <a:path w="1464310" h="1464310">
                  <a:moveTo>
                    <a:pt x="732030" y="0"/>
                  </a:moveTo>
                  <a:lnTo>
                    <a:pt x="683970" y="1560"/>
                  </a:lnTo>
                  <a:lnTo>
                    <a:pt x="636730" y="6175"/>
                  </a:lnTo>
                  <a:lnTo>
                    <a:pt x="590407" y="13748"/>
                  </a:lnTo>
                  <a:lnTo>
                    <a:pt x="545098" y="24183"/>
                  </a:lnTo>
                  <a:lnTo>
                    <a:pt x="500900" y="37381"/>
                  </a:lnTo>
                  <a:lnTo>
                    <a:pt x="457910" y="53246"/>
                  </a:lnTo>
                  <a:lnTo>
                    <a:pt x="416227" y="71680"/>
                  </a:lnTo>
                  <a:lnTo>
                    <a:pt x="375946" y="92586"/>
                  </a:lnTo>
                  <a:lnTo>
                    <a:pt x="337165" y="115867"/>
                  </a:lnTo>
                  <a:lnTo>
                    <a:pt x="299982" y="141425"/>
                  </a:lnTo>
                  <a:lnTo>
                    <a:pt x="264493" y="169164"/>
                  </a:lnTo>
                  <a:lnTo>
                    <a:pt x="230795" y="198987"/>
                  </a:lnTo>
                  <a:lnTo>
                    <a:pt x="198987" y="230795"/>
                  </a:lnTo>
                  <a:lnTo>
                    <a:pt x="169164" y="264493"/>
                  </a:lnTo>
                  <a:lnTo>
                    <a:pt x="141425" y="299982"/>
                  </a:lnTo>
                  <a:lnTo>
                    <a:pt x="115867" y="337165"/>
                  </a:lnTo>
                  <a:lnTo>
                    <a:pt x="92586" y="375946"/>
                  </a:lnTo>
                  <a:lnTo>
                    <a:pt x="71680" y="416227"/>
                  </a:lnTo>
                  <a:lnTo>
                    <a:pt x="53246" y="457910"/>
                  </a:lnTo>
                  <a:lnTo>
                    <a:pt x="37381" y="500900"/>
                  </a:lnTo>
                  <a:lnTo>
                    <a:pt x="24183" y="545098"/>
                  </a:lnTo>
                  <a:lnTo>
                    <a:pt x="13748" y="590407"/>
                  </a:lnTo>
                  <a:lnTo>
                    <a:pt x="6175" y="636730"/>
                  </a:lnTo>
                  <a:lnTo>
                    <a:pt x="1560" y="683970"/>
                  </a:lnTo>
                  <a:lnTo>
                    <a:pt x="0" y="732030"/>
                  </a:lnTo>
                  <a:lnTo>
                    <a:pt x="1560" y="780088"/>
                  </a:lnTo>
                  <a:lnTo>
                    <a:pt x="6175" y="827327"/>
                  </a:lnTo>
                  <a:lnTo>
                    <a:pt x="13748" y="873649"/>
                  </a:lnTo>
                  <a:lnTo>
                    <a:pt x="24183" y="918957"/>
                  </a:lnTo>
                  <a:lnTo>
                    <a:pt x="37381" y="963154"/>
                  </a:lnTo>
                  <a:lnTo>
                    <a:pt x="53246" y="1006143"/>
                  </a:lnTo>
                  <a:lnTo>
                    <a:pt x="71680" y="1047826"/>
                  </a:lnTo>
                  <a:lnTo>
                    <a:pt x="92586" y="1088106"/>
                  </a:lnTo>
                  <a:lnTo>
                    <a:pt x="115867" y="1126886"/>
                  </a:lnTo>
                  <a:lnTo>
                    <a:pt x="141425" y="1164069"/>
                  </a:lnTo>
                  <a:lnTo>
                    <a:pt x="169164" y="1199558"/>
                  </a:lnTo>
                  <a:lnTo>
                    <a:pt x="198987" y="1233255"/>
                  </a:lnTo>
                  <a:lnTo>
                    <a:pt x="230795" y="1265063"/>
                  </a:lnTo>
                  <a:lnTo>
                    <a:pt x="264493" y="1294885"/>
                  </a:lnTo>
                  <a:lnTo>
                    <a:pt x="299982" y="1322624"/>
                  </a:lnTo>
                  <a:lnTo>
                    <a:pt x="337165" y="1348183"/>
                  </a:lnTo>
                  <a:lnTo>
                    <a:pt x="375946" y="1371463"/>
                  </a:lnTo>
                  <a:lnTo>
                    <a:pt x="416227" y="1392369"/>
                  </a:lnTo>
                  <a:lnTo>
                    <a:pt x="457910" y="1410803"/>
                  </a:lnTo>
                  <a:lnTo>
                    <a:pt x="500900" y="1426668"/>
                  </a:lnTo>
                  <a:lnTo>
                    <a:pt x="545098" y="1439866"/>
                  </a:lnTo>
                  <a:lnTo>
                    <a:pt x="590407" y="1450300"/>
                  </a:lnTo>
                  <a:lnTo>
                    <a:pt x="636730" y="1457874"/>
                  </a:lnTo>
                  <a:lnTo>
                    <a:pt x="683970" y="1462489"/>
                  </a:lnTo>
                  <a:lnTo>
                    <a:pt x="732030" y="1464049"/>
                  </a:lnTo>
                  <a:lnTo>
                    <a:pt x="780088" y="1462489"/>
                  </a:lnTo>
                  <a:lnTo>
                    <a:pt x="827327" y="1457874"/>
                  </a:lnTo>
                  <a:lnTo>
                    <a:pt x="873649" y="1450300"/>
                  </a:lnTo>
                  <a:lnTo>
                    <a:pt x="918957" y="1439866"/>
                  </a:lnTo>
                  <a:lnTo>
                    <a:pt x="963154" y="1426668"/>
                  </a:lnTo>
                  <a:lnTo>
                    <a:pt x="1006143" y="1410803"/>
                  </a:lnTo>
                  <a:lnTo>
                    <a:pt x="1047826" y="1392369"/>
                  </a:lnTo>
                  <a:lnTo>
                    <a:pt x="1088106" y="1371463"/>
                  </a:lnTo>
                  <a:lnTo>
                    <a:pt x="1126886" y="1348183"/>
                  </a:lnTo>
                  <a:lnTo>
                    <a:pt x="1132925" y="1344032"/>
                  </a:lnTo>
                  <a:lnTo>
                    <a:pt x="732030" y="1344032"/>
                  </a:lnTo>
                  <a:lnTo>
                    <a:pt x="684271" y="1342187"/>
                  </a:lnTo>
                  <a:lnTo>
                    <a:pt x="637506" y="1336744"/>
                  </a:lnTo>
                  <a:lnTo>
                    <a:pt x="591870" y="1327840"/>
                  </a:lnTo>
                  <a:lnTo>
                    <a:pt x="547503" y="1315612"/>
                  </a:lnTo>
                  <a:lnTo>
                    <a:pt x="504539" y="1300197"/>
                  </a:lnTo>
                  <a:lnTo>
                    <a:pt x="463118" y="1281732"/>
                  </a:lnTo>
                  <a:lnTo>
                    <a:pt x="423375" y="1260355"/>
                  </a:lnTo>
                  <a:lnTo>
                    <a:pt x="385447" y="1236202"/>
                  </a:lnTo>
                  <a:lnTo>
                    <a:pt x="349473" y="1209411"/>
                  </a:lnTo>
                  <a:lnTo>
                    <a:pt x="315589" y="1180118"/>
                  </a:lnTo>
                  <a:lnTo>
                    <a:pt x="283932" y="1148461"/>
                  </a:lnTo>
                  <a:lnTo>
                    <a:pt x="254639" y="1114577"/>
                  </a:lnTo>
                  <a:lnTo>
                    <a:pt x="227847" y="1078604"/>
                  </a:lnTo>
                  <a:lnTo>
                    <a:pt x="203694" y="1040677"/>
                  </a:lnTo>
                  <a:lnTo>
                    <a:pt x="182317" y="1000935"/>
                  </a:lnTo>
                  <a:lnTo>
                    <a:pt x="163852" y="959514"/>
                  </a:lnTo>
                  <a:lnTo>
                    <a:pt x="148437" y="916552"/>
                  </a:lnTo>
                  <a:lnTo>
                    <a:pt x="136209" y="872185"/>
                  </a:lnTo>
                  <a:lnTo>
                    <a:pt x="127305" y="826551"/>
                  </a:lnTo>
                  <a:lnTo>
                    <a:pt x="121862" y="779787"/>
                  </a:lnTo>
                  <a:lnTo>
                    <a:pt x="120017" y="732030"/>
                  </a:lnTo>
                  <a:lnTo>
                    <a:pt x="121862" y="684271"/>
                  </a:lnTo>
                  <a:lnTo>
                    <a:pt x="127305" y="637506"/>
                  </a:lnTo>
                  <a:lnTo>
                    <a:pt x="136209" y="591870"/>
                  </a:lnTo>
                  <a:lnTo>
                    <a:pt x="148437" y="547503"/>
                  </a:lnTo>
                  <a:lnTo>
                    <a:pt x="163852" y="504539"/>
                  </a:lnTo>
                  <a:lnTo>
                    <a:pt x="182317" y="463118"/>
                  </a:lnTo>
                  <a:lnTo>
                    <a:pt x="203694" y="423375"/>
                  </a:lnTo>
                  <a:lnTo>
                    <a:pt x="227847" y="385447"/>
                  </a:lnTo>
                  <a:lnTo>
                    <a:pt x="254639" y="349473"/>
                  </a:lnTo>
                  <a:lnTo>
                    <a:pt x="283932" y="315589"/>
                  </a:lnTo>
                  <a:lnTo>
                    <a:pt x="315589" y="283932"/>
                  </a:lnTo>
                  <a:lnTo>
                    <a:pt x="349473" y="254639"/>
                  </a:lnTo>
                  <a:lnTo>
                    <a:pt x="385447" y="227847"/>
                  </a:lnTo>
                  <a:lnTo>
                    <a:pt x="423375" y="203694"/>
                  </a:lnTo>
                  <a:lnTo>
                    <a:pt x="463118" y="182317"/>
                  </a:lnTo>
                  <a:lnTo>
                    <a:pt x="504539" y="163852"/>
                  </a:lnTo>
                  <a:lnTo>
                    <a:pt x="547503" y="148437"/>
                  </a:lnTo>
                  <a:lnTo>
                    <a:pt x="591870" y="136209"/>
                  </a:lnTo>
                  <a:lnTo>
                    <a:pt x="637506" y="127305"/>
                  </a:lnTo>
                  <a:lnTo>
                    <a:pt x="684271" y="121862"/>
                  </a:lnTo>
                  <a:lnTo>
                    <a:pt x="732030" y="120017"/>
                  </a:lnTo>
                  <a:lnTo>
                    <a:pt x="1133269" y="120017"/>
                  </a:lnTo>
                  <a:lnTo>
                    <a:pt x="1105316" y="102055"/>
                  </a:lnTo>
                  <a:lnTo>
                    <a:pt x="1062478" y="78425"/>
                  </a:lnTo>
                  <a:lnTo>
                    <a:pt x="1018344" y="57831"/>
                  </a:lnTo>
                  <a:lnTo>
                    <a:pt x="973016" y="40308"/>
                  </a:lnTo>
                  <a:lnTo>
                    <a:pt x="926595" y="25892"/>
                  </a:lnTo>
                  <a:lnTo>
                    <a:pt x="879184" y="14617"/>
                  </a:lnTo>
                  <a:lnTo>
                    <a:pt x="830885" y="6520"/>
                  </a:lnTo>
                  <a:lnTo>
                    <a:pt x="781799" y="1636"/>
                  </a:lnTo>
                  <a:lnTo>
                    <a:pt x="732030" y="0"/>
                  </a:lnTo>
                  <a:close/>
                </a:path>
                <a:path w="1464310" h="1464310">
                  <a:moveTo>
                    <a:pt x="1382385" y="479173"/>
                  </a:moveTo>
                  <a:lnTo>
                    <a:pt x="1358639" y="481367"/>
                  </a:lnTo>
                  <a:lnTo>
                    <a:pt x="1337619" y="492591"/>
                  </a:lnTo>
                  <a:lnTo>
                    <a:pt x="1323043" y="510386"/>
                  </a:lnTo>
                  <a:lnTo>
                    <a:pt x="1316202" y="532348"/>
                  </a:lnTo>
                  <a:lnTo>
                    <a:pt x="1318389" y="556077"/>
                  </a:lnTo>
                  <a:lnTo>
                    <a:pt x="1329578" y="599104"/>
                  </a:lnTo>
                  <a:lnTo>
                    <a:pt x="1337595" y="642875"/>
                  </a:lnTo>
                  <a:lnTo>
                    <a:pt x="1342419" y="687235"/>
                  </a:lnTo>
                  <a:lnTo>
                    <a:pt x="1344032" y="732030"/>
                  </a:lnTo>
                  <a:lnTo>
                    <a:pt x="1342187" y="779787"/>
                  </a:lnTo>
                  <a:lnTo>
                    <a:pt x="1336744" y="826551"/>
                  </a:lnTo>
                  <a:lnTo>
                    <a:pt x="1327840" y="872185"/>
                  </a:lnTo>
                  <a:lnTo>
                    <a:pt x="1315613" y="916552"/>
                  </a:lnTo>
                  <a:lnTo>
                    <a:pt x="1300198" y="959514"/>
                  </a:lnTo>
                  <a:lnTo>
                    <a:pt x="1281734" y="1000935"/>
                  </a:lnTo>
                  <a:lnTo>
                    <a:pt x="1260357" y="1040677"/>
                  </a:lnTo>
                  <a:lnTo>
                    <a:pt x="1236205" y="1078604"/>
                  </a:lnTo>
                  <a:lnTo>
                    <a:pt x="1209414" y="1114577"/>
                  </a:lnTo>
                  <a:lnTo>
                    <a:pt x="1180122" y="1148461"/>
                  </a:lnTo>
                  <a:lnTo>
                    <a:pt x="1148465" y="1180118"/>
                  </a:lnTo>
                  <a:lnTo>
                    <a:pt x="1114582" y="1209411"/>
                  </a:lnTo>
                  <a:lnTo>
                    <a:pt x="1078608" y="1236202"/>
                  </a:lnTo>
                  <a:lnTo>
                    <a:pt x="1040682" y="1260355"/>
                  </a:lnTo>
                  <a:lnTo>
                    <a:pt x="1000939" y="1281732"/>
                  </a:lnTo>
                  <a:lnTo>
                    <a:pt x="959518" y="1300197"/>
                  </a:lnTo>
                  <a:lnTo>
                    <a:pt x="916556" y="1315612"/>
                  </a:lnTo>
                  <a:lnTo>
                    <a:pt x="872188" y="1327840"/>
                  </a:lnTo>
                  <a:lnTo>
                    <a:pt x="826553" y="1336744"/>
                  </a:lnTo>
                  <a:lnTo>
                    <a:pt x="779788" y="1342187"/>
                  </a:lnTo>
                  <a:lnTo>
                    <a:pt x="732030" y="1344032"/>
                  </a:lnTo>
                  <a:lnTo>
                    <a:pt x="1132925" y="1344032"/>
                  </a:lnTo>
                  <a:lnTo>
                    <a:pt x="1199558" y="1294885"/>
                  </a:lnTo>
                  <a:lnTo>
                    <a:pt x="1233255" y="1265063"/>
                  </a:lnTo>
                  <a:lnTo>
                    <a:pt x="1265063" y="1233255"/>
                  </a:lnTo>
                  <a:lnTo>
                    <a:pt x="1294885" y="1199558"/>
                  </a:lnTo>
                  <a:lnTo>
                    <a:pt x="1322624" y="1164069"/>
                  </a:lnTo>
                  <a:lnTo>
                    <a:pt x="1348183" y="1126886"/>
                  </a:lnTo>
                  <a:lnTo>
                    <a:pt x="1371463" y="1088106"/>
                  </a:lnTo>
                  <a:lnTo>
                    <a:pt x="1392369" y="1047826"/>
                  </a:lnTo>
                  <a:lnTo>
                    <a:pt x="1410803" y="1006143"/>
                  </a:lnTo>
                  <a:lnTo>
                    <a:pt x="1426668" y="963154"/>
                  </a:lnTo>
                  <a:lnTo>
                    <a:pt x="1439866" y="918957"/>
                  </a:lnTo>
                  <a:lnTo>
                    <a:pt x="1450300" y="873649"/>
                  </a:lnTo>
                  <a:lnTo>
                    <a:pt x="1457874" y="827327"/>
                  </a:lnTo>
                  <a:lnTo>
                    <a:pt x="1462489" y="780088"/>
                  </a:lnTo>
                  <a:lnTo>
                    <a:pt x="1464049" y="732030"/>
                  </a:lnTo>
                  <a:lnTo>
                    <a:pt x="1462118" y="678496"/>
                  </a:lnTo>
                  <a:lnTo>
                    <a:pt x="1456340" y="625462"/>
                  </a:lnTo>
                  <a:lnTo>
                    <a:pt x="1446742" y="573112"/>
                  </a:lnTo>
                  <a:lnTo>
                    <a:pt x="1433349" y="521628"/>
                  </a:lnTo>
                  <a:lnTo>
                    <a:pt x="1404345" y="486019"/>
                  </a:lnTo>
                  <a:lnTo>
                    <a:pt x="1382385" y="479173"/>
                  </a:lnTo>
                  <a:close/>
                </a:path>
                <a:path w="1464310" h="1464310">
                  <a:moveTo>
                    <a:pt x="1133269" y="120017"/>
                  </a:moveTo>
                  <a:lnTo>
                    <a:pt x="732030" y="120017"/>
                  </a:lnTo>
                  <a:lnTo>
                    <a:pt x="783957" y="122151"/>
                  </a:lnTo>
                  <a:lnTo>
                    <a:pt x="834955" y="128517"/>
                  </a:lnTo>
                  <a:lnTo>
                    <a:pt x="884856" y="139055"/>
                  </a:lnTo>
                  <a:lnTo>
                    <a:pt x="933495" y="153707"/>
                  </a:lnTo>
                  <a:lnTo>
                    <a:pt x="980704" y="172415"/>
                  </a:lnTo>
                  <a:lnTo>
                    <a:pt x="1026317" y="195122"/>
                  </a:lnTo>
                  <a:lnTo>
                    <a:pt x="1070168" y="221768"/>
                  </a:lnTo>
                  <a:lnTo>
                    <a:pt x="1112091" y="252295"/>
                  </a:lnTo>
                  <a:lnTo>
                    <a:pt x="1133303" y="263114"/>
                  </a:lnTo>
                  <a:lnTo>
                    <a:pt x="1178182" y="257947"/>
                  </a:lnTo>
                  <a:lnTo>
                    <a:pt x="1207228" y="221352"/>
                  </a:lnTo>
                  <a:lnTo>
                    <a:pt x="1209005" y="198418"/>
                  </a:lnTo>
                  <a:lnTo>
                    <a:pt x="1202056" y="176488"/>
                  </a:lnTo>
                  <a:lnTo>
                    <a:pt x="1186696" y="158277"/>
                  </a:lnTo>
                  <a:lnTo>
                    <a:pt x="1146756" y="128684"/>
                  </a:lnTo>
                  <a:lnTo>
                    <a:pt x="1133269" y="1200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1"/>
            </a:p>
          </p:txBody>
        </p:sp>
        <p:sp>
          <p:nvSpPr>
            <p:cNvPr id="11250" name="object 26">
              <a:extLst>
                <a:ext uri="{FF2B5EF4-FFF2-40B4-BE49-F238E27FC236}">
                  <a16:creationId xmlns:a16="http://schemas.microsoft.com/office/drawing/2014/main" id="{489F7960-1CB9-F605-1A6F-4AC7F72113F5}"/>
                </a:ext>
              </a:extLst>
            </p:cNvPr>
            <p:cNvSpPr/>
            <p:nvPr/>
          </p:nvSpPr>
          <p:spPr>
            <a:xfrm>
              <a:off x="1014063" y="636577"/>
              <a:ext cx="696967" cy="696967"/>
            </a:xfrm>
            <a:custGeom>
              <a:avLst/>
              <a:gdLst/>
              <a:ahLst/>
              <a:cxnLst/>
              <a:rect l="l" t="t" r="r" b="b"/>
              <a:pathLst>
                <a:path w="1149350" h="1149350">
                  <a:moveTo>
                    <a:pt x="574600" y="0"/>
                  </a:moveTo>
                  <a:lnTo>
                    <a:pt x="527542" y="1908"/>
                  </a:lnTo>
                  <a:lnTo>
                    <a:pt x="481519" y="7534"/>
                  </a:lnTo>
                  <a:lnTo>
                    <a:pt x="436681" y="16728"/>
                  </a:lnTo>
                  <a:lnTo>
                    <a:pt x="393175" y="29341"/>
                  </a:lnTo>
                  <a:lnTo>
                    <a:pt x="351152" y="45225"/>
                  </a:lnTo>
                  <a:lnTo>
                    <a:pt x="310760" y="64231"/>
                  </a:lnTo>
                  <a:lnTo>
                    <a:pt x="272149" y="86208"/>
                  </a:lnTo>
                  <a:lnTo>
                    <a:pt x="235466" y="111009"/>
                  </a:lnTo>
                  <a:lnTo>
                    <a:pt x="200862" y="138485"/>
                  </a:lnTo>
                  <a:lnTo>
                    <a:pt x="168485" y="168485"/>
                  </a:lnTo>
                  <a:lnTo>
                    <a:pt x="138485" y="200862"/>
                  </a:lnTo>
                  <a:lnTo>
                    <a:pt x="111009" y="235466"/>
                  </a:lnTo>
                  <a:lnTo>
                    <a:pt x="86208" y="272149"/>
                  </a:lnTo>
                  <a:lnTo>
                    <a:pt x="64231" y="310760"/>
                  </a:lnTo>
                  <a:lnTo>
                    <a:pt x="45225" y="351152"/>
                  </a:lnTo>
                  <a:lnTo>
                    <a:pt x="29341" y="393175"/>
                  </a:lnTo>
                  <a:lnTo>
                    <a:pt x="16728" y="436681"/>
                  </a:lnTo>
                  <a:lnTo>
                    <a:pt x="7534" y="481519"/>
                  </a:lnTo>
                  <a:lnTo>
                    <a:pt x="1908" y="527542"/>
                  </a:lnTo>
                  <a:lnTo>
                    <a:pt x="0" y="574600"/>
                  </a:lnTo>
                  <a:lnTo>
                    <a:pt x="1908" y="621656"/>
                  </a:lnTo>
                  <a:lnTo>
                    <a:pt x="7534" y="667678"/>
                  </a:lnTo>
                  <a:lnTo>
                    <a:pt x="16728" y="712515"/>
                  </a:lnTo>
                  <a:lnTo>
                    <a:pt x="29341" y="756019"/>
                  </a:lnTo>
                  <a:lnTo>
                    <a:pt x="45225" y="798041"/>
                  </a:lnTo>
                  <a:lnTo>
                    <a:pt x="64231" y="838432"/>
                  </a:lnTo>
                  <a:lnTo>
                    <a:pt x="86208" y="877043"/>
                  </a:lnTo>
                  <a:lnTo>
                    <a:pt x="111009" y="913725"/>
                  </a:lnTo>
                  <a:lnTo>
                    <a:pt x="138485" y="948329"/>
                  </a:lnTo>
                  <a:lnTo>
                    <a:pt x="168485" y="980705"/>
                  </a:lnTo>
                  <a:lnTo>
                    <a:pt x="200862" y="1010705"/>
                  </a:lnTo>
                  <a:lnTo>
                    <a:pt x="235466" y="1038180"/>
                  </a:lnTo>
                  <a:lnTo>
                    <a:pt x="272149" y="1062981"/>
                  </a:lnTo>
                  <a:lnTo>
                    <a:pt x="310760" y="1084959"/>
                  </a:lnTo>
                  <a:lnTo>
                    <a:pt x="351152" y="1103964"/>
                  </a:lnTo>
                  <a:lnTo>
                    <a:pt x="393175" y="1119848"/>
                  </a:lnTo>
                  <a:lnTo>
                    <a:pt x="436681" y="1132461"/>
                  </a:lnTo>
                  <a:lnTo>
                    <a:pt x="481519" y="1141655"/>
                  </a:lnTo>
                  <a:lnTo>
                    <a:pt x="527542" y="1147281"/>
                  </a:lnTo>
                  <a:lnTo>
                    <a:pt x="574600" y="1149190"/>
                  </a:lnTo>
                  <a:lnTo>
                    <a:pt x="621658" y="1147281"/>
                  </a:lnTo>
                  <a:lnTo>
                    <a:pt x="667680" y="1141655"/>
                  </a:lnTo>
                  <a:lnTo>
                    <a:pt x="712518" y="1132461"/>
                  </a:lnTo>
                  <a:lnTo>
                    <a:pt x="756023" y="1119848"/>
                  </a:lnTo>
                  <a:lnTo>
                    <a:pt x="798046" y="1103964"/>
                  </a:lnTo>
                  <a:lnTo>
                    <a:pt x="838437" y="1084959"/>
                  </a:lnTo>
                  <a:lnTo>
                    <a:pt x="848256" y="1079370"/>
                  </a:lnTo>
                  <a:lnTo>
                    <a:pt x="574600" y="1079370"/>
                  </a:lnTo>
                  <a:lnTo>
                    <a:pt x="526056" y="1077055"/>
                  </a:lnTo>
                  <a:lnTo>
                    <a:pt x="478803" y="1070252"/>
                  </a:lnTo>
                  <a:lnTo>
                    <a:pt x="433053" y="1059173"/>
                  </a:lnTo>
                  <a:lnTo>
                    <a:pt x="389021" y="1044034"/>
                  </a:lnTo>
                  <a:lnTo>
                    <a:pt x="346919" y="1025045"/>
                  </a:lnTo>
                  <a:lnTo>
                    <a:pt x="306960" y="1002422"/>
                  </a:lnTo>
                  <a:lnTo>
                    <a:pt x="269357" y="976376"/>
                  </a:lnTo>
                  <a:lnTo>
                    <a:pt x="234325" y="947121"/>
                  </a:lnTo>
                  <a:lnTo>
                    <a:pt x="202075" y="914871"/>
                  </a:lnTo>
                  <a:lnTo>
                    <a:pt x="172820" y="879838"/>
                  </a:lnTo>
                  <a:lnTo>
                    <a:pt x="146775" y="842235"/>
                  </a:lnTo>
                  <a:lnTo>
                    <a:pt x="124152" y="802276"/>
                  </a:lnTo>
                  <a:lnTo>
                    <a:pt x="105165" y="760174"/>
                  </a:lnTo>
                  <a:lnTo>
                    <a:pt x="90025" y="716143"/>
                  </a:lnTo>
                  <a:lnTo>
                    <a:pt x="78948" y="670394"/>
                  </a:lnTo>
                  <a:lnTo>
                    <a:pt x="72145" y="623142"/>
                  </a:lnTo>
                  <a:lnTo>
                    <a:pt x="69830" y="574600"/>
                  </a:lnTo>
                  <a:lnTo>
                    <a:pt x="72145" y="526056"/>
                  </a:lnTo>
                  <a:lnTo>
                    <a:pt x="78948" y="478802"/>
                  </a:lnTo>
                  <a:lnTo>
                    <a:pt x="90025" y="433052"/>
                  </a:lnTo>
                  <a:lnTo>
                    <a:pt x="105165" y="389019"/>
                  </a:lnTo>
                  <a:lnTo>
                    <a:pt x="124152" y="346917"/>
                  </a:lnTo>
                  <a:lnTo>
                    <a:pt x="146775" y="306957"/>
                  </a:lnTo>
                  <a:lnTo>
                    <a:pt x="172820" y="269354"/>
                  </a:lnTo>
                  <a:lnTo>
                    <a:pt x="202075" y="234320"/>
                  </a:lnTo>
                  <a:lnTo>
                    <a:pt x="234325" y="202069"/>
                  </a:lnTo>
                  <a:lnTo>
                    <a:pt x="269357" y="172814"/>
                  </a:lnTo>
                  <a:lnTo>
                    <a:pt x="306960" y="146768"/>
                  </a:lnTo>
                  <a:lnTo>
                    <a:pt x="346919" y="124144"/>
                  </a:lnTo>
                  <a:lnTo>
                    <a:pt x="389021" y="105156"/>
                  </a:lnTo>
                  <a:lnTo>
                    <a:pt x="433053" y="90016"/>
                  </a:lnTo>
                  <a:lnTo>
                    <a:pt x="478803" y="78938"/>
                  </a:lnTo>
                  <a:lnTo>
                    <a:pt x="526056" y="72134"/>
                  </a:lnTo>
                  <a:lnTo>
                    <a:pt x="574600" y="69819"/>
                  </a:lnTo>
                  <a:lnTo>
                    <a:pt x="848220" y="69819"/>
                  </a:lnTo>
                  <a:lnTo>
                    <a:pt x="829156" y="59233"/>
                  </a:lnTo>
                  <a:lnTo>
                    <a:pt x="781136" y="38108"/>
                  </a:lnTo>
                  <a:lnTo>
                    <a:pt x="731445" y="21548"/>
                  </a:lnTo>
                  <a:lnTo>
                    <a:pt x="680309" y="9626"/>
                  </a:lnTo>
                  <a:lnTo>
                    <a:pt x="627952" y="2419"/>
                  </a:lnTo>
                  <a:lnTo>
                    <a:pt x="574600" y="0"/>
                  </a:lnTo>
                  <a:close/>
                </a:path>
                <a:path w="1149350" h="1149350">
                  <a:moveTo>
                    <a:pt x="1110395" y="501042"/>
                  </a:moveTo>
                  <a:lnTo>
                    <a:pt x="1097035" y="504759"/>
                  </a:lnTo>
                  <a:lnTo>
                    <a:pt x="1086502" y="513021"/>
                  </a:lnTo>
                  <a:lnTo>
                    <a:pt x="1079834" y="524628"/>
                  </a:lnTo>
                  <a:lnTo>
                    <a:pt x="1078071" y="538381"/>
                  </a:lnTo>
                  <a:lnTo>
                    <a:pt x="1078636" y="547340"/>
                  </a:lnTo>
                  <a:lnTo>
                    <a:pt x="1079043" y="556384"/>
                  </a:lnTo>
                  <a:lnTo>
                    <a:pt x="1079254" y="564230"/>
                  </a:lnTo>
                  <a:lnTo>
                    <a:pt x="1079370" y="574600"/>
                  </a:lnTo>
                  <a:lnTo>
                    <a:pt x="1077055" y="623142"/>
                  </a:lnTo>
                  <a:lnTo>
                    <a:pt x="1070252" y="670394"/>
                  </a:lnTo>
                  <a:lnTo>
                    <a:pt x="1059173" y="716143"/>
                  </a:lnTo>
                  <a:lnTo>
                    <a:pt x="1044034" y="760174"/>
                  </a:lnTo>
                  <a:lnTo>
                    <a:pt x="1025045" y="802276"/>
                  </a:lnTo>
                  <a:lnTo>
                    <a:pt x="1002422" y="842235"/>
                  </a:lnTo>
                  <a:lnTo>
                    <a:pt x="976376" y="879838"/>
                  </a:lnTo>
                  <a:lnTo>
                    <a:pt x="947121" y="914871"/>
                  </a:lnTo>
                  <a:lnTo>
                    <a:pt x="914871" y="947121"/>
                  </a:lnTo>
                  <a:lnTo>
                    <a:pt x="879838" y="976376"/>
                  </a:lnTo>
                  <a:lnTo>
                    <a:pt x="842235" y="1002422"/>
                  </a:lnTo>
                  <a:lnTo>
                    <a:pt x="802276" y="1025045"/>
                  </a:lnTo>
                  <a:lnTo>
                    <a:pt x="760174" y="1044034"/>
                  </a:lnTo>
                  <a:lnTo>
                    <a:pt x="716143" y="1059173"/>
                  </a:lnTo>
                  <a:lnTo>
                    <a:pt x="670394" y="1070252"/>
                  </a:lnTo>
                  <a:lnTo>
                    <a:pt x="623142" y="1077055"/>
                  </a:lnTo>
                  <a:lnTo>
                    <a:pt x="574600" y="1079370"/>
                  </a:lnTo>
                  <a:lnTo>
                    <a:pt x="848256" y="1079370"/>
                  </a:lnTo>
                  <a:lnTo>
                    <a:pt x="913730" y="1038180"/>
                  </a:lnTo>
                  <a:lnTo>
                    <a:pt x="948333" y="1010705"/>
                  </a:lnTo>
                  <a:lnTo>
                    <a:pt x="980709" y="980705"/>
                  </a:lnTo>
                  <a:lnTo>
                    <a:pt x="1010709" y="948329"/>
                  </a:lnTo>
                  <a:lnTo>
                    <a:pt x="1038184" y="913725"/>
                  </a:lnTo>
                  <a:lnTo>
                    <a:pt x="1062984" y="877043"/>
                  </a:lnTo>
                  <a:lnTo>
                    <a:pt x="1084961" y="838432"/>
                  </a:lnTo>
                  <a:lnTo>
                    <a:pt x="1103965" y="798041"/>
                  </a:lnTo>
                  <a:lnTo>
                    <a:pt x="1119849" y="756019"/>
                  </a:lnTo>
                  <a:lnTo>
                    <a:pt x="1132462" y="712515"/>
                  </a:lnTo>
                  <a:lnTo>
                    <a:pt x="1141656" y="667678"/>
                  </a:lnTo>
                  <a:lnTo>
                    <a:pt x="1147281" y="621656"/>
                  </a:lnTo>
                  <a:lnTo>
                    <a:pt x="1149190" y="574600"/>
                  </a:lnTo>
                  <a:lnTo>
                    <a:pt x="1149098" y="564230"/>
                  </a:lnTo>
                  <a:lnTo>
                    <a:pt x="1144016" y="520006"/>
                  </a:lnTo>
                  <a:lnTo>
                    <a:pt x="1124157" y="502817"/>
                  </a:lnTo>
                  <a:lnTo>
                    <a:pt x="1110395" y="501042"/>
                  </a:lnTo>
                  <a:close/>
                </a:path>
                <a:path w="1149350" h="1149350">
                  <a:moveTo>
                    <a:pt x="848220" y="69819"/>
                  </a:moveTo>
                  <a:lnTo>
                    <a:pt x="574600" y="69819"/>
                  </a:lnTo>
                  <a:lnTo>
                    <a:pt x="621467" y="71944"/>
                  </a:lnTo>
                  <a:lnTo>
                    <a:pt x="667458" y="78273"/>
                  </a:lnTo>
                  <a:lnTo>
                    <a:pt x="712373" y="88742"/>
                  </a:lnTo>
                  <a:lnTo>
                    <a:pt x="756016" y="103285"/>
                  </a:lnTo>
                  <a:lnTo>
                    <a:pt x="798189" y="121835"/>
                  </a:lnTo>
                  <a:lnTo>
                    <a:pt x="838694" y="144327"/>
                  </a:lnTo>
                  <a:lnTo>
                    <a:pt x="877334" y="170696"/>
                  </a:lnTo>
                  <a:lnTo>
                    <a:pt x="889845" y="176664"/>
                  </a:lnTo>
                  <a:lnTo>
                    <a:pt x="926212" y="163754"/>
                  </a:lnTo>
                  <a:lnTo>
                    <a:pt x="932873" y="137878"/>
                  </a:lnTo>
                  <a:lnTo>
                    <a:pt x="928496" y="125231"/>
                  </a:lnTo>
                  <a:lnTo>
                    <a:pt x="919280" y="114876"/>
                  </a:lnTo>
                  <a:lnTo>
                    <a:pt x="875279" y="84847"/>
                  </a:lnTo>
                  <a:lnTo>
                    <a:pt x="848220" y="698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1"/>
            </a:p>
          </p:txBody>
        </p:sp>
        <p:sp>
          <p:nvSpPr>
            <p:cNvPr id="11251" name="object 27">
              <a:extLst>
                <a:ext uri="{FF2B5EF4-FFF2-40B4-BE49-F238E27FC236}">
                  <a16:creationId xmlns:a16="http://schemas.microsoft.com/office/drawing/2014/main" id="{CB37A64C-97FB-8DAE-B186-CD03A056753A}"/>
                </a:ext>
              </a:extLst>
            </p:cNvPr>
            <p:cNvSpPr/>
            <p:nvPr/>
          </p:nvSpPr>
          <p:spPr>
            <a:xfrm>
              <a:off x="1112307" y="661236"/>
              <a:ext cx="693501" cy="539475"/>
            </a:xfrm>
            <a:custGeom>
              <a:avLst/>
              <a:gdLst/>
              <a:ahLst/>
              <a:cxnLst/>
              <a:rect l="l" t="t" r="r" b="b"/>
              <a:pathLst>
                <a:path w="1143635" h="889635">
                  <a:moveTo>
                    <a:pt x="155407" y="324712"/>
                  </a:moveTo>
                  <a:lnTo>
                    <a:pt x="113688" y="324712"/>
                  </a:lnTo>
                  <a:lnTo>
                    <a:pt x="73565" y="337458"/>
                  </a:lnTo>
                  <a:lnTo>
                    <a:pt x="38237" y="362950"/>
                  </a:lnTo>
                  <a:lnTo>
                    <a:pt x="12745" y="398274"/>
                  </a:lnTo>
                  <a:lnTo>
                    <a:pt x="0" y="438396"/>
                  </a:lnTo>
                  <a:lnTo>
                    <a:pt x="0" y="480117"/>
                  </a:lnTo>
                  <a:lnTo>
                    <a:pt x="12745" y="520238"/>
                  </a:lnTo>
                  <a:lnTo>
                    <a:pt x="38237" y="555562"/>
                  </a:lnTo>
                  <a:lnTo>
                    <a:pt x="345359" y="862694"/>
                  </a:lnTo>
                  <a:lnTo>
                    <a:pt x="391936" y="887432"/>
                  </a:lnTo>
                  <a:lnTo>
                    <a:pt x="409190" y="889081"/>
                  </a:lnTo>
                  <a:lnTo>
                    <a:pt x="426435" y="887432"/>
                  </a:lnTo>
                  <a:lnTo>
                    <a:pt x="443164" y="882484"/>
                  </a:lnTo>
                  <a:lnTo>
                    <a:pt x="458857" y="874238"/>
                  </a:lnTo>
                  <a:lnTo>
                    <a:pt x="472999" y="862694"/>
                  </a:lnTo>
                  <a:lnTo>
                    <a:pt x="516401" y="819292"/>
                  </a:lnTo>
                  <a:lnTo>
                    <a:pt x="409183" y="819292"/>
                  </a:lnTo>
                  <a:lnTo>
                    <a:pt x="401492" y="817800"/>
                  </a:lnTo>
                  <a:lnTo>
                    <a:pt x="394740" y="813324"/>
                  </a:lnTo>
                  <a:lnTo>
                    <a:pt x="87618" y="506202"/>
                  </a:lnTo>
                  <a:lnTo>
                    <a:pt x="73058" y="484254"/>
                  </a:lnTo>
                  <a:lnTo>
                    <a:pt x="68205" y="459263"/>
                  </a:lnTo>
                  <a:lnTo>
                    <a:pt x="73058" y="434274"/>
                  </a:lnTo>
                  <a:lnTo>
                    <a:pt x="98015" y="403833"/>
                  </a:lnTo>
                  <a:lnTo>
                    <a:pt x="134549" y="392918"/>
                  </a:lnTo>
                  <a:lnTo>
                    <a:pt x="260819" y="392918"/>
                  </a:lnTo>
                  <a:lnTo>
                    <a:pt x="230849" y="362950"/>
                  </a:lnTo>
                  <a:lnTo>
                    <a:pt x="195527" y="337458"/>
                  </a:lnTo>
                  <a:lnTo>
                    <a:pt x="155407" y="324712"/>
                  </a:lnTo>
                  <a:close/>
                </a:path>
                <a:path w="1143635" h="889635">
                  <a:moveTo>
                    <a:pt x="1126459" y="68195"/>
                  </a:moveTo>
                  <a:lnTo>
                    <a:pt x="1008534" y="68195"/>
                  </a:lnTo>
                  <a:lnTo>
                    <a:pt x="1033525" y="73048"/>
                  </a:lnTo>
                  <a:lnTo>
                    <a:pt x="1055474" y="87608"/>
                  </a:lnTo>
                  <a:lnTo>
                    <a:pt x="1070027" y="109555"/>
                  </a:lnTo>
                  <a:lnTo>
                    <a:pt x="1074879" y="134543"/>
                  </a:lnTo>
                  <a:lnTo>
                    <a:pt x="1070027" y="159532"/>
                  </a:lnTo>
                  <a:lnTo>
                    <a:pt x="1055474" y="181479"/>
                  </a:lnTo>
                  <a:lnTo>
                    <a:pt x="423618" y="813324"/>
                  </a:lnTo>
                  <a:lnTo>
                    <a:pt x="416872" y="817800"/>
                  </a:lnTo>
                  <a:lnTo>
                    <a:pt x="409183" y="819292"/>
                  </a:lnTo>
                  <a:lnTo>
                    <a:pt x="516401" y="819292"/>
                  </a:lnTo>
                  <a:lnTo>
                    <a:pt x="1104844" y="230849"/>
                  </a:lnTo>
                  <a:lnTo>
                    <a:pt x="1130331" y="195522"/>
                  </a:lnTo>
                  <a:lnTo>
                    <a:pt x="1143074" y="155399"/>
                  </a:lnTo>
                  <a:lnTo>
                    <a:pt x="1143074" y="113680"/>
                  </a:lnTo>
                  <a:lnTo>
                    <a:pt x="1130331" y="73560"/>
                  </a:lnTo>
                  <a:lnTo>
                    <a:pt x="1126459" y="68195"/>
                  </a:lnTo>
                  <a:close/>
                </a:path>
                <a:path w="1143635" h="889635">
                  <a:moveTo>
                    <a:pt x="260819" y="392918"/>
                  </a:moveTo>
                  <a:lnTo>
                    <a:pt x="134549" y="392918"/>
                  </a:lnTo>
                  <a:lnTo>
                    <a:pt x="147233" y="394131"/>
                  </a:lnTo>
                  <a:lnTo>
                    <a:pt x="159537" y="397771"/>
                  </a:lnTo>
                  <a:lnTo>
                    <a:pt x="171081" y="403838"/>
                  </a:lnTo>
                  <a:lnTo>
                    <a:pt x="181479" y="412331"/>
                  </a:lnTo>
                  <a:lnTo>
                    <a:pt x="364929" y="595781"/>
                  </a:lnTo>
                  <a:lnTo>
                    <a:pt x="374481" y="603627"/>
                  </a:lnTo>
                  <a:lnTo>
                    <a:pt x="385222" y="609372"/>
                  </a:lnTo>
                  <a:lnTo>
                    <a:pt x="396882" y="612903"/>
                  </a:lnTo>
                  <a:lnTo>
                    <a:pt x="409190" y="614105"/>
                  </a:lnTo>
                  <a:lnTo>
                    <a:pt x="421491" y="612903"/>
                  </a:lnTo>
                  <a:lnTo>
                    <a:pt x="433148" y="609372"/>
                  </a:lnTo>
                  <a:lnTo>
                    <a:pt x="443888" y="603627"/>
                  </a:lnTo>
                  <a:lnTo>
                    <a:pt x="453440" y="595781"/>
                  </a:lnTo>
                  <a:lnTo>
                    <a:pt x="507939" y="541280"/>
                  </a:lnTo>
                  <a:lnTo>
                    <a:pt x="409190" y="541280"/>
                  </a:lnTo>
                  <a:lnTo>
                    <a:pt x="260819" y="392918"/>
                  </a:lnTo>
                  <a:close/>
                </a:path>
                <a:path w="1143635" h="889635">
                  <a:moveTo>
                    <a:pt x="1029398" y="0"/>
                  </a:moveTo>
                  <a:lnTo>
                    <a:pt x="987677" y="0"/>
                  </a:lnTo>
                  <a:lnTo>
                    <a:pt x="947556" y="12745"/>
                  </a:lnTo>
                  <a:lnTo>
                    <a:pt x="912232" y="38237"/>
                  </a:lnTo>
                  <a:lnTo>
                    <a:pt x="409190" y="541280"/>
                  </a:lnTo>
                  <a:lnTo>
                    <a:pt x="507939" y="541280"/>
                  </a:lnTo>
                  <a:lnTo>
                    <a:pt x="961602" y="87608"/>
                  </a:lnTo>
                  <a:lnTo>
                    <a:pt x="983545" y="73048"/>
                  </a:lnTo>
                  <a:lnTo>
                    <a:pt x="1008534" y="68195"/>
                  </a:lnTo>
                  <a:lnTo>
                    <a:pt x="1126459" y="68195"/>
                  </a:lnTo>
                  <a:lnTo>
                    <a:pt x="1104844" y="38237"/>
                  </a:lnTo>
                  <a:lnTo>
                    <a:pt x="1069520" y="12745"/>
                  </a:lnTo>
                  <a:lnTo>
                    <a:pt x="1029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1"/>
            </a:p>
          </p:txBody>
        </p:sp>
      </p:grpSp>
      <p:sp>
        <p:nvSpPr>
          <p:cNvPr id="11252" name="object 22"/>
          <p:cNvSpPr txBox="1"/>
          <p:nvPr/>
        </p:nvSpPr>
        <p:spPr>
          <a:xfrm>
            <a:off x="11982547" y="6367627"/>
            <a:ext cx="3539006" cy="1234824"/>
          </a:xfrm>
          <a:prstGeom prst="rect">
            <a:avLst/>
          </a:prstGeom>
        </p:spPr>
        <p:txBody>
          <a:bodyPr vert="horz" wrap="square" lIns="0" tIns="16509" rIns="0" bIns="0" rtlCol="0">
            <a:spAutoFit/>
          </a:bodyPr>
          <a:lstStyle/>
          <a:p>
            <a:pPr marL="12699" algn="ctr">
              <a:spcBef>
                <a:spcPts val="130"/>
              </a:spcBef>
            </a:pPr>
            <a:r>
              <a:rPr lang="es-ES_tradnl" sz="28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Ética profesional</a:t>
            </a:r>
          </a:p>
        </p:txBody>
      </p:sp>
      <p:sp>
        <p:nvSpPr>
          <p:cNvPr id="11253" name="object 23"/>
          <p:cNvSpPr/>
          <p:nvPr/>
        </p:nvSpPr>
        <p:spPr>
          <a:xfrm>
            <a:off x="16306002" y="3091316"/>
            <a:ext cx="2502995" cy="2476961"/>
          </a:xfrm>
          <a:custGeom>
            <a:avLst/>
            <a:gdLst/>
            <a:ahLst/>
            <a:cxnLst/>
            <a:rect l="l" t="t" r="r" b="b"/>
            <a:pathLst>
              <a:path w="2503170" h="2477135">
                <a:moveTo>
                  <a:pt x="2502866" y="0"/>
                </a:moveTo>
                <a:lnTo>
                  <a:pt x="705444" y="0"/>
                </a:lnTo>
                <a:lnTo>
                  <a:pt x="657144" y="1627"/>
                </a:lnTo>
                <a:lnTo>
                  <a:pt x="609718" y="6439"/>
                </a:lnTo>
                <a:lnTo>
                  <a:pt x="563271" y="14332"/>
                </a:lnTo>
                <a:lnTo>
                  <a:pt x="517907" y="25199"/>
                </a:lnTo>
                <a:lnTo>
                  <a:pt x="473732" y="38936"/>
                </a:lnTo>
                <a:lnTo>
                  <a:pt x="430851" y="55438"/>
                </a:lnTo>
                <a:lnTo>
                  <a:pt x="389369" y="74599"/>
                </a:lnTo>
                <a:lnTo>
                  <a:pt x="349390" y="96315"/>
                </a:lnTo>
                <a:lnTo>
                  <a:pt x="311021" y="120480"/>
                </a:lnTo>
                <a:lnTo>
                  <a:pt x="274366" y="146990"/>
                </a:lnTo>
                <a:lnTo>
                  <a:pt x="239530" y="175739"/>
                </a:lnTo>
                <a:lnTo>
                  <a:pt x="206618" y="206623"/>
                </a:lnTo>
                <a:lnTo>
                  <a:pt x="175735" y="239535"/>
                </a:lnTo>
                <a:lnTo>
                  <a:pt x="146986" y="274372"/>
                </a:lnTo>
                <a:lnTo>
                  <a:pt x="120477" y="311028"/>
                </a:lnTo>
                <a:lnTo>
                  <a:pt x="96312" y="349398"/>
                </a:lnTo>
                <a:lnTo>
                  <a:pt x="74597" y="389377"/>
                </a:lnTo>
                <a:lnTo>
                  <a:pt x="55436" y="430860"/>
                </a:lnTo>
                <a:lnTo>
                  <a:pt x="38935" y="473742"/>
                </a:lnTo>
                <a:lnTo>
                  <a:pt x="25198" y="517917"/>
                </a:lnTo>
                <a:lnTo>
                  <a:pt x="14331" y="563281"/>
                </a:lnTo>
                <a:lnTo>
                  <a:pt x="6439" y="609729"/>
                </a:lnTo>
                <a:lnTo>
                  <a:pt x="1627" y="657155"/>
                </a:lnTo>
                <a:lnTo>
                  <a:pt x="0" y="705454"/>
                </a:lnTo>
                <a:lnTo>
                  <a:pt x="0" y="2477107"/>
                </a:lnTo>
                <a:lnTo>
                  <a:pt x="1797411" y="2477107"/>
                </a:lnTo>
                <a:lnTo>
                  <a:pt x="1845710" y="2475480"/>
                </a:lnTo>
                <a:lnTo>
                  <a:pt x="1893137" y="2470667"/>
                </a:lnTo>
                <a:lnTo>
                  <a:pt x="1939584" y="2462775"/>
                </a:lnTo>
                <a:lnTo>
                  <a:pt x="1984948" y="2451908"/>
                </a:lnTo>
                <a:lnTo>
                  <a:pt x="2029124" y="2438171"/>
                </a:lnTo>
                <a:lnTo>
                  <a:pt x="2072005" y="2421669"/>
                </a:lnTo>
                <a:lnTo>
                  <a:pt x="2113488" y="2402508"/>
                </a:lnTo>
                <a:lnTo>
                  <a:pt x="2153467" y="2380792"/>
                </a:lnTo>
                <a:lnTo>
                  <a:pt x="2191837" y="2356626"/>
                </a:lnTo>
                <a:lnTo>
                  <a:pt x="2228493" y="2330117"/>
                </a:lnTo>
                <a:lnTo>
                  <a:pt x="2263330" y="2301367"/>
                </a:lnTo>
                <a:lnTo>
                  <a:pt x="2296242" y="2270484"/>
                </a:lnTo>
                <a:lnTo>
                  <a:pt x="2327126" y="2237571"/>
                </a:lnTo>
                <a:lnTo>
                  <a:pt x="2355875" y="2202735"/>
                </a:lnTo>
                <a:lnTo>
                  <a:pt x="2382385" y="2166079"/>
                </a:lnTo>
                <a:lnTo>
                  <a:pt x="2406550" y="2127709"/>
                </a:lnTo>
                <a:lnTo>
                  <a:pt x="2428266" y="2087730"/>
                </a:lnTo>
                <a:lnTo>
                  <a:pt x="2447427" y="2046247"/>
                </a:lnTo>
                <a:lnTo>
                  <a:pt x="2463929" y="2003365"/>
                </a:lnTo>
                <a:lnTo>
                  <a:pt x="2477666" y="1959190"/>
                </a:lnTo>
                <a:lnTo>
                  <a:pt x="2488533" y="1913826"/>
                </a:lnTo>
                <a:lnTo>
                  <a:pt x="2496426" y="1867378"/>
                </a:lnTo>
                <a:lnTo>
                  <a:pt x="2501238" y="1819952"/>
                </a:lnTo>
                <a:lnTo>
                  <a:pt x="2502866" y="1771652"/>
                </a:lnTo>
                <a:lnTo>
                  <a:pt x="2502866" y="0"/>
                </a:lnTo>
                <a:close/>
              </a:path>
            </a:pathLst>
          </a:custGeom>
          <a:solidFill>
            <a:srgbClr val="1F3D6F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11254" name="object 24"/>
          <p:cNvSpPr/>
          <p:nvPr/>
        </p:nvSpPr>
        <p:spPr>
          <a:xfrm>
            <a:off x="16897553" y="3090813"/>
            <a:ext cx="1911215" cy="2482040"/>
          </a:xfrm>
          <a:custGeom>
            <a:avLst/>
            <a:gdLst/>
            <a:ahLst/>
            <a:cxnLst/>
            <a:rect l="l" t="t" r="r" b="b"/>
            <a:pathLst>
              <a:path w="1911350" h="2482215">
                <a:moveTo>
                  <a:pt x="1379057" y="0"/>
                </a:moveTo>
                <a:lnTo>
                  <a:pt x="0" y="0"/>
                </a:lnTo>
                <a:lnTo>
                  <a:pt x="749076" y="2477610"/>
                </a:lnTo>
                <a:lnTo>
                  <a:pt x="1569931" y="2481715"/>
                </a:lnTo>
                <a:lnTo>
                  <a:pt x="1616192" y="2478688"/>
                </a:lnTo>
                <a:lnTo>
                  <a:pt x="1660578" y="2469424"/>
                </a:lnTo>
                <a:lnTo>
                  <a:pt x="1702681" y="2454349"/>
                </a:lnTo>
                <a:lnTo>
                  <a:pt x="1742091" y="2433888"/>
                </a:lnTo>
                <a:lnTo>
                  <a:pt x="1778398" y="2408466"/>
                </a:lnTo>
                <a:lnTo>
                  <a:pt x="1811193" y="2378508"/>
                </a:lnTo>
                <a:lnTo>
                  <a:pt x="1840066" y="2344440"/>
                </a:lnTo>
                <a:lnTo>
                  <a:pt x="1864608" y="2306686"/>
                </a:lnTo>
                <a:lnTo>
                  <a:pt x="1884409" y="2265671"/>
                </a:lnTo>
                <a:lnTo>
                  <a:pt x="1899059" y="2221821"/>
                </a:lnTo>
                <a:lnTo>
                  <a:pt x="1908150" y="2175562"/>
                </a:lnTo>
                <a:lnTo>
                  <a:pt x="1911271" y="2127317"/>
                </a:lnTo>
                <a:lnTo>
                  <a:pt x="1911271" y="1717664"/>
                </a:lnTo>
                <a:lnTo>
                  <a:pt x="1379057" y="0"/>
                </a:lnTo>
                <a:close/>
              </a:path>
            </a:pathLst>
          </a:custGeom>
          <a:solidFill>
            <a:srgbClr val="FFFFFF">
              <a:alpha val="14999"/>
            </a:srgbClr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11255" name="object 25"/>
          <p:cNvSpPr/>
          <p:nvPr/>
        </p:nvSpPr>
        <p:spPr>
          <a:xfrm>
            <a:off x="16306001" y="3090811"/>
            <a:ext cx="2347431" cy="2414100"/>
          </a:xfrm>
          <a:custGeom>
            <a:avLst/>
            <a:gdLst/>
            <a:ahLst/>
            <a:cxnLst/>
            <a:rect l="l" t="t" r="r" b="b"/>
            <a:pathLst>
              <a:path w="2347595" h="2414270">
                <a:moveTo>
                  <a:pt x="1557544" y="0"/>
                </a:moveTo>
                <a:lnTo>
                  <a:pt x="0" y="748856"/>
                </a:lnTo>
                <a:lnTo>
                  <a:pt x="0" y="2413800"/>
                </a:lnTo>
                <a:lnTo>
                  <a:pt x="2347164" y="502"/>
                </a:lnTo>
                <a:lnTo>
                  <a:pt x="1557544" y="0"/>
                </a:lnTo>
                <a:close/>
              </a:path>
            </a:pathLst>
          </a:custGeom>
          <a:solidFill>
            <a:srgbClr val="FFFFFF">
              <a:alpha val="9999"/>
            </a:srgbClr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grpSp>
        <p:nvGrpSpPr>
          <p:cNvPr id="11256" name="Grupo 18">
            <a:extLst>
              <a:ext uri="{FF2B5EF4-FFF2-40B4-BE49-F238E27FC236}">
                <a16:creationId xmlns:a16="http://schemas.microsoft.com/office/drawing/2014/main" id="{089CE6A4-820B-7D86-2ED0-32CF7C3D7B09}"/>
              </a:ext>
            </a:extLst>
          </p:cNvPr>
          <p:cNvGrpSpPr/>
          <p:nvPr/>
        </p:nvGrpSpPr>
        <p:grpSpPr>
          <a:xfrm>
            <a:off x="16806307" y="3525660"/>
            <a:ext cx="1464207" cy="1464207"/>
            <a:chOff x="924922" y="545382"/>
            <a:chExt cx="887959" cy="887959"/>
          </a:xfrm>
        </p:grpSpPr>
        <p:sp>
          <p:nvSpPr>
            <p:cNvPr id="11257" name="object 25">
              <a:extLst>
                <a:ext uri="{FF2B5EF4-FFF2-40B4-BE49-F238E27FC236}">
                  <a16:creationId xmlns:a16="http://schemas.microsoft.com/office/drawing/2014/main" id="{50AEAFF2-F325-3815-E707-4FD697386364}"/>
                </a:ext>
              </a:extLst>
            </p:cNvPr>
            <p:cNvSpPr/>
            <p:nvPr/>
          </p:nvSpPr>
          <p:spPr>
            <a:xfrm>
              <a:off x="924922" y="545382"/>
              <a:ext cx="887959" cy="887959"/>
            </a:xfrm>
            <a:custGeom>
              <a:avLst/>
              <a:gdLst/>
              <a:ahLst/>
              <a:cxnLst/>
              <a:rect l="l" t="t" r="r" b="b"/>
              <a:pathLst>
                <a:path w="1464310" h="1464310">
                  <a:moveTo>
                    <a:pt x="732030" y="0"/>
                  </a:moveTo>
                  <a:lnTo>
                    <a:pt x="683970" y="1560"/>
                  </a:lnTo>
                  <a:lnTo>
                    <a:pt x="636730" y="6175"/>
                  </a:lnTo>
                  <a:lnTo>
                    <a:pt x="590407" y="13748"/>
                  </a:lnTo>
                  <a:lnTo>
                    <a:pt x="545098" y="24183"/>
                  </a:lnTo>
                  <a:lnTo>
                    <a:pt x="500900" y="37381"/>
                  </a:lnTo>
                  <a:lnTo>
                    <a:pt x="457910" y="53246"/>
                  </a:lnTo>
                  <a:lnTo>
                    <a:pt x="416227" y="71680"/>
                  </a:lnTo>
                  <a:lnTo>
                    <a:pt x="375946" y="92586"/>
                  </a:lnTo>
                  <a:lnTo>
                    <a:pt x="337165" y="115867"/>
                  </a:lnTo>
                  <a:lnTo>
                    <a:pt x="299982" y="141425"/>
                  </a:lnTo>
                  <a:lnTo>
                    <a:pt x="264493" y="169164"/>
                  </a:lnTo>
                  <a:lnTo>
                    <a:pt x="230795" y="198987"/>
                  </a:lnTo>
                  <a:lnTo>
                    <a:pt x="198987" y="230795"/>
                  </a:lnTo>
                  <a:lnTo>
                    <a:pt x="169164" y="264493"/>
                  </a:lnTo>
                  <a:lnTo>
                    <a:pt x="141425" y="299982"/>
                  </a:lnTo>
                  <a:lnTo>
                    <a:pt x="115867" y="337165"/>
                  </a:lnTo>
                  <a:lnTo>
                    <a:pt x="92586" y="375946"/>
                  </a:lnTo>
                  <a:lnTo>
                    <a:pt x="71680" y="416227"/>
                  </a:lnTo>
                  <a:lnTo>
                    <a:pt x="53246" y="457910"/>
                  </a:lnTo>
                  <a:lnTo>
                    <a:pt x="37381" y="500900"/>
                  </a:lnTo>
                  <a:lnTo>
                    <a:pt x="24183" y="545098"/>
                  </a:lnTo>
                  <a:lnTo>
                    <a:pt x="13748" y="590407"/>
                  </a:lnTo>
                  <a:lnTo>
                    <a:pt x="6175" y="636730"/>
                  </a:lnTo>
                  <a:lnTo>
                    <a:pt x="1560" y="683970"/>
                  </a:lnTo>
                  <a:lnTo>
                    <a:pt x="0" y="732030"/>
                  </a:lnTo>
                  <a:lnTo>
                    <a:pt x="1560" y="780088"/>
                  </a:lnTo>
                  <a:lnTo>
                    <a:pt x="6175" y="827327"/>
                  </a:lnTo>
                  <a:lnTo>
                    <a:pt x="13748" y="873649"/>
                  </a:lnTo>
                  <a:lnTo>
                    <a:pt x="24183" y="918957"/>
                  </a:lnTo>
                  <a:lnTo>
                    <a:pt x="37381" y="963154"/>
                  </a:lnTo>
                  <a:lnTo>
                    <a:pt x="53246" y="1006143"/>
                  </a:lnTo>
                  <a:lnTo>
                    <a:pt x="71680" y="1047826"/>
                  </a:lnTo>
                  <a:lnTo>
                    <a:pt x="92586" y="1088106"/>
                  </a:lnTo>
                  <a:lnTo>
                    <a:pt x="115867" y="1126886"/>
                  </a:lnTo>
                  <a:lnTo>
                    <a:pt x="141425" y="1164069"/>
                  </a:lnTo>
                  <a:lnTo>
                    <a:pt x="169164" y="1199558"/>
                  </a:lnTo>
                  <a:lnTo>
                    <a:pt x="198987" y="1233255"/>
                  </a:lnTo>
                  <a:lnTo>
                    <a:pt x="230795" y="1265063"/>
                  </a:lnTo>
                  <a:lnTo>
                    <a:pt x="264493" y="1294885"/>
                  </a:lnTo>
                  <a:lnTo>
                    <a:pt x="299982" y="1322624"/>
                  </a:lnTo>
                  <a:lnTo>
                    <a:pt x="337165" y="1348183"/>
                  </a:lnTo>
                  <a:lnTo>
                    <a:pt x="375946" y="1371463"/>
                  </a:lnTo>
                  <a:lnTo>
                    <a:pt x="416227" y="1392369"/>
                  </a:lnTo>
                  <a:lnTo>
                    <a:pt x="457910" y="1410803"/>
                  </a:lnTo>
                  <a:lnTo>
                    <a:pt x="500900" y="1426668"/>
                  </a:lnTo>
                  <a:lnTo>
                    <a:pt x="545098" y="1439866"/>
                  </a:lnTo>
                  <a:lnTo>
                    <a:pt x="590407" y="1450300"/>
                  </a:lnTo>
                  <a:lnTo>
                    <a:pt x="636730" y="1457874"/>
                  </a:lnTo>
                  <a:lnTo>
                    <a:pt x="683970" y="1462489"/>
                  </a:lnTo>
                  <a:lnTo>
                    <a:pt x="732030" y="1464049"/>
                  </a:lnTo>
                  <a:lnTo>
                    <a:pt x="780088" y="1462489"/>
                  </a:lnTo>
                  <a:lnTo>
                    <a:pt x="827327" y="1457874"/>
                  </a:lnTo>
                  <a:lnTo>
                    <a:pt x="873649" y="1450300"/>
                  </a:lnTo>
                  <a:lnTo>
                    <a:pt x="918957" y="1439866"/>
                  </a:lnTo>
                  <a:lnTo>
                    <a:pt x="963154" y="1426668"/>
                  </a:lnTo>
                  <a:lnTo>
                    <a:pt x="1006143" y="1410803"/>
                  </a:lnTo>
                  <a:lnTo>
                    <a:pt x="1047826" y="1392369"/>
                  </a:lnTo>
                  <a:lnTo>
                    <a:pt x="1088106" y="1371463"/>
                  </a:lnTo>
                  <a:lnTo>
                    <a:pt x="1126886" y="1348183"/>
                  </a:lnTo>
                  <a:lnTo>
                    <a:pt x="1132925" y="1344032"/>
                  </a:lnTo>
                  <a:lnTo>
                    <a:pt x="732030" y="1344032"/>
                  </a:lnTo>
                  <a:lnTo>
                    <a:pt x="684271" y="1342187"/>
                  </a:lnTo>
                  <a:lnTo>
                    <a:pt x="637506" y="1336744"/>
                  </a:lnTo>
                  <a:lnTo>
                    <a:pt x="591870" y="1327840"/>
                  </a:lnTo>
                  <a:lnTo>
                    <a:pt x="547503" y="1315612"/>
                  </a:lnTo>
                  <a:lnTo>
                    <a:pt x="504539" y="1300197"/>
                  </a:lnTo>
                  <a:lnTo>
                    <a:pt x="463118" y="1281732"/>
                  </a:lnTo>
                  <a:lnTo>
                    <a:pt x="423375" y="1260355"/>
                  </a:lnTo>
                  <a:lnTo>
                    <a:pt x="385447" y="1236202"/>
                  </a:lnTo>
                  <a:lnTo>
                    <a:pt x="349473" y="1209411"/>
                  </a:lnTo>
                  <a:lnTo>
                    <a:pt x="315589" y="1180118"/>
                  </a:lnTo>
                  <a:lnTo>
                    <a:pt x="283932" y="1148461"/>
                  </a:lnTo>
                  <a:lnTo>
                    <a:pt x="254639" y="1114577"/>
                  </a:lnTo>
                  <a:lnTo>
                    <a:pt x="227847" y="1078604"/>
                  </a:lnTo>
                  <a:lnTo>
                    <a:pt x="203694" y="1040677"/>
                  </a:lnTo>
                  <a:lnTo>
                    <a:pt x="182317" y="1000935"/>
                  </a:lnTo>
                  <a:lnTo>
                    <a:pt x="163852" y="959514"/>
                  </a:lnTo>
                  <a:lnTo>
                    <a:pt x="148437" y="916552"/>
                  </a:lnTo>
                  <a:lnTo>
                    <a:pt x="136209" y="872185"/>
                  </a:lnTo>
                  <a:lnTo>
                    <a:pt x="127305" y="826551"/>
                  </a:lnTo>
                  <a:lnTo>
                    <a:pt x="121862" y="779787"/>
                  </a:lnTo>
                  <a:lnTo>
                    <a:pt x="120017" y="732030"/>
                  </a:lnTo>
                  <a:lnTo>
                    <a:pt x="121862" y="684271"/>
                  </a:lnTo>
                  <a:lnTo>
                    <a:pt x="127305" y="637506"/>
                  </a:lnTo>
                  <a:lnTo>
                    <a:pt x="136209" y="591870"/>
                  </a:lnTo>
                  <a:lnTo>
                    <a:pt x="148437" y="547503"/>
                  </a:lnTo>
                  <a:lnTo>
                    <a:pt x="163852" y="504539"/>
                  </a:lnTo>
                  <a:lnTo>
                    <a:pt x="182317" y="463118"/>
                  </a:lnTo>
                  <a:lnTo>
                    <a:pt x="203694" y="423375"/>
                  </a:lnTo>
                  <a:lnTo>
                    <a:pt x="227847" y="385447"/>
                  </a:lnTo>
                  <a:lnTo>
                    <a:pt x="254639" y="349473"/>
                  </a:lnTo>
                  <a:lnTo>
                    <a:pt x="283932" y="315589"/>
                  </a:lnTo>
                  <a:lnTo>
                    <a:pt x="315589" y="283932"/>
                  </a:lnTo>
                  <a:lnTo>
                    <a:pt x="349473" y="254639"/>
                  </a:lnTo>
                  <a:lnTo>
                    <a:pt x="385447" y="227847"/>
                  </a:lnTo>
                  <a:lnTo>
                    <a:pt x="423375" y="203694"/>
                  </a:lnTo>
                  <a:lnTo>
                    <a:pt x="463118" y="182317"/>
                  </a:lnTo>
                  <a:lnTo>
                    <a:pt x="504539" y="163852"/>
                  </a:lnTo>
                  <a:lnTo>
                    <a:pt x="547503" y="148437"/>
                  </a:lnTo>
                  <a:lnTo>
                    <a:pt x="591870" y="136209"/>
                  </a:lnTo>
                  <a:lnTo>
                    <a:pt x="637506" y="127305"/>
                  </a:lnTo>
                  <a:lnTo>
                    <a:pt x="684271" y="121862"/>
                  </a:lnTo>
                  <a:lnTo>
                    <a:pt x="732030" y="120017"/>
                  </a:lnTo>
                  <a:lnTo>
                    <a:pt x="1133269" y="120017"/>
                  </a:lnTo>
                  <a:lnTo>
                    <a:pt x="1105316" y="102055"/>
                  </a:lnTo>
                  <a:lnTo>
                    <a:pt x="1062478" y="78425"/>
                  </a:lnTo>
                  <a:lnTo>
                    <a:pt x="1018344" y="57831"/>
                  </a:lnTo>
                  <a:lnTo>
                    <a:pt x="973016" y="40308"/>
                  </a:lnTo>
                  <a:lnTo>
                    <a:pt x="926595" y="25892"/>
                  </a:lnTo>
                  <a:lnTo>
                    <a:pt x="879184" y="14617"/>
                  </a:lnTo>
                  <a:lnTo>
                    <a:pt x="830885" y="6520"/>
                  </a:lnTo>
                  <a:lnTo>
                    <a:pt x="781799" y="1636"/>
                  </a:lnTo>
                  <a:lnTo>
                    <a:pt x="732030" y="0"/>
                  </a:lnTo>
                  <a:close/>
                </a:path>
                <a:path w="1464310" h="1464310">
                  <a:moveTo>
                    <a:pt x="1382385" y="479173"/>
                  </a:moveTo>
                  <a:lnTo>
                    <a:pt x="1358639" y="481367"/>
                  </a:lnTo>
                  <a:lnTo>
                    <a:pt x="1337619" y="492591"/>
                  </a:lnTo>
                  <a:lnTo>
                    <a:pt x="1323043" y="510386"/>
                  </a:lnTo>
                  <a:lnTo>
                    <a:pt x="1316202" y="532348"/>
                  </a:lnTo>
                  <a:lnTo>
                    <a:pt x="1318389" y="556077"/>
                  </a:lnTo>
                  <a:lnTo>
                    <a:pt x="1329578" y="599104"/>
                  </a:lnTo>
                  <a:lnTo>
                    <a:pt x="1337595" y="642875"/>
                  </a:lnTo>
                  <a:lnTo>
                    <a:pt x="1342419" y="687235"/>
                  </a:lnTo>
                  <a:lnTo>
                    <a:pt x="1344032" y="732030"/>
                  </a:lnTo>
                  <a:lnTo>
                    <a:pt x="1342187" y="779787"/>
                  </a:lnTo>
                  <a:lnTo>
                    <a:pt x="1336744" y="826551"/>
                  </a:lnTo>
                  <a:lnTo>
                    <a:pt x="1327840" y="872185"/>
                  </a:lnTo>
                  <a:lnTo>
                    <a:pt x="1315613" y="916552"/>
                  </a:lnTo>
                  <a:lnTo>
                    <a:pt x="1300198" y="959514"/>
                  </a:lnTo>
                  <a:lnTo>
                    <a:pt x="1281734" y="1000935"/>
                  </a:lnTo>
                  <a:lnTo>
                    <a:pt x="1260357" y="1040677"/>
                  </a:lnTo>
                  <a:lnTo>
                    <a:pt x="1236205" y="1078604"/>
                  </a:lnTo>
                  <a:lnTo>
                    <a:pt x="1209414" y="1114577"/>
                  </a:lnTo>
                  <a:lnTo>
                    <a:pt x="1180122" y="1148461"/>
                  </a:lnTo>
                  <a:lnTo>
                    <a:pt x="1148465" y="1180118"/>
                  </a:lnTo>
                  <a:lnTo>
                    <a:pt x="1114582" y="1209411"/>
                  </a:lnTo>
                  <a:lnTo>
                    <a:pt x="1078608" y="1236202"/>
                  </a:lnTo>
                  <a:lnTo>
                    <a:pt x="1040682" y="1260355"/>
                  </a:lnTo>
                  <a:lnTo>
                    <a:pt x="1000939" y="1281732"/>
                  </a:lnTo>
                  <a:lnTo>
                    <a:pt x="959518" y="1300197"/>
                  </a:lnTo>
                  <a:lnTo>
                    <a:pt x="916556" y="1315612"/>
                  </a:lnTo>
                  <a:lnTo>
                    <a:pt x="872188" y="1327840"/>
                  </a:lnTo>
                  <a:lnTo>
                    <a:pt x="826553" y="1336744"/>
                  </a:lnTo>
                  <a:lnTo>
                    <a:pt x="779788" y="1342187"/>
                  </a:lnTo>
                  <a:lnTo>
                    <a:pt x="732030" y="1344032"/>
                  </a:lnTo>
                  <a:lnTo>
                    <a:pt x="1132925" y="1344032"/>
                  </a:lnTo>
                  <a:lnTo>
                    <a:pt x="1199558" y="1294885"/>
                  </a:lnTo>
                  <a:lnTo>
                    <a:pt x="1233255" y="1265063"/>
                  </a:lnTo>
                  <a:lnTo>
                    <a:pt x="1265063" y="1233255"/>
                  </a:lnTo>
                  <a:lnTo>
                    <a:pt x="1294885" y="1199558"/>
                  </a:lnTo>
                  <a:lnTo>
                    <a:pt x="1322624" y="1164069"/>
                  </a:lnTo>
                  <a:lnTo>
                    <a:pt x="1348183" y="1126886"/>
                  </a:lnTo>
                  <a:lnTo>
                    <a:pt x="1371463" y="1088106"/>
                  </a:lnTo>
                  <a:lnTo>
                    <a:pt x="1392369" y="1047826"/>
                  </a:lnTo>
                  <a:lnTo>
                    <a:pt x="1410803" y="1006143"/>
                  </a:lnTo>
                  <a:lnTo>
                    <a:pt x="1426668" y="963154"/>
                  </a:lnTo>
                  <a:lnTo>
                    <a:pt x="1439866" y="918957"/>
                  </a:lnTo>
                  <a:lnTo>
                    <a:pt x="1450300" y="873649"/>
                  </a:lnTo>
                  <a:lnTo>
                    <a:pt x="1457874" y="827327"/>
                  </a:lnTo>
                  <a:lnTo>
                    <a:pt x="1462489" y="780088"/>
                  </a:lnTo>
                  <a:lnTo>
                    <a:pt x="1464049" y="732030"/>
                  </a:lnTo>
                  <a:lnTo>
                    <a:pt x="1462118" y="678496"/>
                  </a:lnTo>
                  <a:lnTo>
                    <a:pt x="1456340" y="625462"/>
                  </a:lnTo>
                  <a:lnTo>
                    <a:pt x="1446742" y="573112"/>
                  </a:lnTo>
                  <a:lnTo>
                    <a:pt x="1433349" y="521628"/>
                  </a:lnTo>
                  <a:lnTo>
                    <a:pt x="1404345" y="486019"/>
                  </a:lnTo>
                  <a:lnTo>
                    <a:pt x="1382385" y="479173"/>
                  </a:lnTo>
                  <a:close/>
                </a:path>
                <a:path w="1464310" h="1464310">
                  <a:moveTo>
                    <a:pt x="1133269" y="120017"/>
                  </a:moveTo>
                  <a:lnTo>
                    <a:pt x="732030" y="120017"/>
                  </a:lnTo>
                  <a:lnTo>
                    <a:pt x="783957" y="122151"/>
                  </a:lnTo>
                  <a:lnTo>
                    <a:pt x="834955" y="128517"/>
                  </a:lnTo>
                  <a:lnTo>
                    <a:pt x="884856" y="139055"/>
                  </a:lnTo>
                  <a:lnTo>
                    <a:pt x="933495" y="153707"/>
                  </a:lnTo>
                  <a:lnTo>
                    <a:pt x="980704" y="172415"/>
                  </a:lnTo>
                  <a:lnTo>
                    <a:pt x="1026317" y="195122"/>
                  </a:lnTo>
                  <a:lnTo>
                    <a:pt x="1070168" y="221768"/>
                  </a:lnTo>
                  <a:lnTo>
                    <a:pt x="1112091" y="252295"/>
                  </a:lnTo>
                  <a:lnTo>
                    <a:pt x="1133303" y="263114"/>
                  </a:lnTo>
                  <a:lnTo>
                    <a:pt x="1178182" y="257947"/>
                  </a:lnTo>
                  <a:lnTo>
                    <a:pt x="1207228" y="221352"/>
                  </a:lnTo>
                  <a:lnTo>
                    <a:pt x="1209005" y="198418"/>
                  </a:lnTo>
                  <a:lnTo>
                    <a:pt x="1202056" y="176488"/>
                  </a:lnTo>
                  <a:lnTo>
                    <a:pt x="1186696" y="158277"/>
                  </a:lnTo>
                  <a:lnTo>
                    <a:pt x="1146756" y="128684"/>
                  </a:lnTo>
                  <a:lnTo>
                    <a:pt x="1133269" y="1200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1"/>
            </a:p>
          </p:txBody>
        </p:sp>
        <p:sp>
          <p:nvSpPr>
            <p:cNvPr id="11258" name="object 26">
              <a:extLst>
                <a:ext uri="{FF2B5EF4-FFF2-40B4-BE49-F238E27FC236}">
                  <a16:creationId xmlns:a16="http://schemas.microsoft.com/office/drawing/2014/main" id="{489F7960-1CB9-F605-1A6F-4AC7F72113F5}"/>
                </a:ext>
              </a:extLst>
            </p:cNvPr>
            <p:cNvSpPr/>
            <p:nvPr/>
          </p:nvSpPr>
          <p:spPr>
            <a:xfrm>
              <a:off x="1014063" y="636577"/>
              <a:ext cx="696967" cy="696967"/>
            </a:xfrm>
            <a:custGeom>
              <a:avLst/>
              <a:gdLst/>
              <a:ahLst/>
              <a:cxnLst/>
              <a:rect l="l" t="t" r="r" b="b"/>
              <a:pathLst>
                <a:path w="1149350" h="1149350">
                  <a:moveTo>
                    <a:pt x="574600" y="0"/>
                  </a:moveTo>
                  <a:lnTo>
                    <a:pt x="527542" y="1908"/>
                  </a:lnTo>
                  <a:lnTo>
                    <a:pt x="481519" y="7534"/>
                  </a:lnTo>
                  <a:lnTo>
                    <a:pt x="436681" y="16728"/>
                  </a:lnTo>
                  <a:lnTo>
                    <a:pt x="393175" y="29341"/>
                  </a:lnTo>
                  <a:lnTo>
                    <a:pt x="351152" y="45225"/>
                  </a:lnTo>
                  <a:lnTo>
                    <a:pt x="310760" y="64231"/>
                  </a:lnTo>
                  <a:lnTo>
                    <a:pt x="272149" y="86208"/>
                  </a:lnTo>
                  <a:lnTo>
                    <a:pt x="235466" y="111009"/>
                  </a:lnTo>
                  <a:lnTo>
                    <a:pt x="200862" y="138485"/>
                  </a:lnTo>
                  <a:lnTo>
                    <a:pt x="168485" y="168485"/>
                  </a:lnTo>
                  <a:lnTo>
                    <a:pt x="138485" y="200862"/>
                  </a:lnTo>
                  <a:lnTo>
                    <a:pt x="111009" y="235466"/>
                  </a:lnTo>
                  <a:lnTo>
                    <a:pt x="86208" y="272149"/>
                  </a:lnTo>
                  <a:lnTo>
                    <a:pt x="64231" y="310760"/>
                  </a:lnTo>
                  <a:lnTo>
                    <a:pt x="45225" y="351152"/>
                  </a:lnTo>
                  <a:lnTo>
                    <a:pt x="29341" y="393175"/>
                  </a:lnTo>
                  <a:lnTo>
                    <a:pt x="16728" y="436681"/>
                  </a:lnTo>
                  <a:lnTo>
                    <a:pt x="7534" y="481519"/>
                  </a:lnTo>
                  <a:lnTo>
                    <a:pt x="1908" y="527542"/>
                  </a:lnTo>
                  <a:lnTo>
                    <a:pt x="0" y="574600"/>
                  </a:lnTo>
                  <a:lnTo>
                    <a:pt x="1908" y="621656"/>
                  </a:lnTo>
                  <a:lnTo>
                    <a:pt x="7534" y="667678"/>
                  </a:lnTo>
                  <a:lnTo>
                    <a:pt x="16728" y="712515"/>
                  </a:lnTo>
                  <a:lnTo>
                    <a:pt x="29341" y="756019"/>
                  </a:lnTo>
                  <a:lnTo>
                    <a:pt x="45225" y="798041"/>
                  </a:lnTo>
                  <a:lnTo>
                    <a:pt x="64231" y="838432"/>
                  </a:lnTo>
                  <a:lnTo>
                    <a:pt x="86208" y="877043"/>
                  </a:lnTo>
                  <a:lnTo>
                    <a:pt x="111009" y="913725"/>
                  </a:lnTo>
                  <a:lnTo>
                    <a:pt x="138485" y="948329"/>
                  </a:lnTo>
                  <a:lnTo>
                    <a:pt x="168485" y="980705"/>
                  </a:lnTo>
                  <a:lnTo>
                    <a:pt x="200862" y="1010705"/>
                  </a:lnTo>
                  <a:lnTo>
                    <a:pt x="235466" y="1038180"/>
                  </a:lnTo>
                  <a:lnTo>
                    <a:pt x="272149" y="1062981"/>
                  </a:lnTo>
                  <a:lnTo>
                    <a:pt x="310760" y="1084959"/>
                  </a:lnTo>
                  <a:lnTo>
                    <a:pt x="351152" y="1103964"/>
                  </a:lnTo>
                  <a:lnTo>
                    <a:pt x="393175" y="1119848"/>
                  </a:lnTo>
                  <a:lnTo>
                    <a:pt x="436681" y="1132461"/>
                  </a:lnTo>
                  <a:lnTo>
                    <a:pt x="481519" y="1141655"/>
                  </a:lnTo>
                  <a:lnTo>
                    <a:pt x="527542" y="1147281"/>
                  </a:lnTo>
                  <a:lnTo>
                    <a:pt x="574600" y="1149190"/>
                  </a:lnTo>
                  <a:lnTo>
                    <a:pt x="621658" y="1147281"/>
                  </a:lnTo>
                  <a:lnTo>
                    <a:pt x="667680" y="1141655"/>
                  </a:lnTo>
                  <a:lnTo>
                    <a:pt x="712518" y="1132461"/>
                  </a:lnTo>
                  <a:lnTo>
                    <a:pt x="756023" y="1119848"/>
                  </a:lnTo>
                  <a:lnTo>
                    <a:pt x="798046" y="1103964"/>
                  </a:lnTo>
                  <a:lnTo>
                    <a:pt x="838437" y="1084959"/>
                  </a:lnTo>
                  <a:lnTo>
                    <a:pt x="848256" y="1079370"/>
                  </a:lnTo>
                  <a:lnTo>
                    <a:pt x="574600" y="1079370"/>
                  </a:lnTo>
                  <a:lnTo>
                    <a:pt x="526056" y="1077055"/>
                  </a:lnTo>
                  <a:lnTo>
                    <a:pt x="478803" y="1070252"/>
                  </a:lnTo>
                  <a:lnTo>
                    <a:pt x="433053" y="1059173"/>
                  </a:lnTo>
                  <a:lnTo>
                    <a:pt x="389021" y="1044034"/>
                  </a:lnTo>
                  <a:lnTo>
                    <a:pt x="346919" y="1025045"/>
                  </a:lnTo>
                  <a:lnTo>
                    <a:pt x="306960" y="1002422"/>
                  </a:lnTo>
                  <a:lnTo>
                    <a:pt x="269357" y="976376"/>
                  </a:lnTo>
                  <a:lnTo>
                    <a:pt x="234325" y="947121"/>
                  </a:lnTo>
                  <a:lnTo>
                    <a:pt x="202075" y="914871"/>
                  </a:lnTo>
                  <a:lnTo>
                    <a:pt x="172820" y="879838"/>
                  </a:lnTo>
                  <a:lnTo>
                    <a:pt x="146775" y="842235"/>
                  </a:lnTo>
                  <a:lnTo>
                    <a:pt x="124152" y="802276"/>
                  </a:lnTo>
                  <a:lnTo>
                    <a:pt x="105165" y="760174"/>
                  </a:lnTo>
                  <a:lnTo>
                    <a:pt x="90025" y="716143"/>
                  </a:lnTo>
                  <a:lnTo>
                    <a:pt x="78948" y="670394"/>
                  </a:lnTo>
                  <a:lnTo>
                    <a:pt x="72145" y="623142"/>
                  </a:lnTo>
                  <a:lnTo>
                    <a:pt x="69830" y="574600"/>
                  </a:lnTo>
                  <a:lnTo>
                    <a:pt x="72145" y="526056"/>
                  </a:lnTo>
                  <a:lnTo>
                    <a:pt x="78948" y="478802"/>
                  </a:lnTo>
                  <a:lnTo>
                    <a:pt x="90025" y="433052"/>
                  </a:lnTo>
                  <a:lnTo>
                    <a:pt x="105165" y="389019"/>
                  </a:lnTo>
                  <a:lnTo>
                    <a:pt x="124152" y="346917"/>
                  </a:lnTo>
                  <a:lnTo>
                    <a:pt x="146775" y="306957"/>
                  </a:lnTo>
                  <a:lnTo>
                    <a:pt x="172820" y="269354"/>
                  </a:lnTo>
                  <a:lnTo>
                    <a:pt x="202075" y="234320"/>
                  </a:lnTo>
                  <a:lnTo>
                    <a:pt x="234325" y="202069"/>
                  </a:lnTo>
                  <a:lnTo>
                    <a:pt x="269357" y="172814"/>
                  </a:lnTo>
                  <a:lnTo>
                    <a:pt x="306960" y="146768"/>
                  </a:lnTo>
                  <a:lnTo>
                    <a:pt x="346919" y="124144"/>
                  </a:lnTo>
                  <a:lnTo>
                    <a:pt x="389021" y="105156"/>
                  </a:lnTo>
                  <a:lnTo>
                    <a:pt x="433053" y="90016"/>
                  </a:lnTo>
                  <a:lnTo>
                    <a:pt x="478803" y="78938"/>
                  </a:lnTo>
                  <a:lnTo>
                    <a:pt x="526056" y="72134"/>
                  </a:lnTo>
                  <a:lnTo>
                    <a:pt x="574600" y="69819"/>
                  </a:lnTo>
                  <a:lnTo>
                    <a:pt x="848220" y="69819"/>
                  </a:lnTo>
                  <a:lnTo>
                    <a:pt x="829156" y="59233"/>
                  </a:lnTo>
                  <a:lnTo>
                    <a:pt x="781136" y="38108"/>
                  </a:lnTo>
                  <a:lnTo>
                    <a:pt x="731445" y="21548"/>
                  </a:lnTo>
                  <a:lnTo>
                    <a:pt x="680309" y="9626"/>
                  </a:lnTo>
                  <a:lnTo>
                    <a:pt x="627952" y="2419"/>
                  </a:lnTo>
                  <a:lnTo>
                    <a:pt x="574600" y="0"/>
                  </a:lnTo>
                  <a:close/>
                </a:path>
                <a:path w="1149350" h="1149350">
                  <a:moveTo>
                    <a:pt x="1110395" y="501042"/>
                  </a:moveTo>
                  <a:lnTo>
                    <a:pt x="1097035" y="504759"/>
                  </a:lnTo>
                  <a:lnTo>
                    <a:pt x="1086502" y="513021"/>
                  </a:lnTo>
                  <a:lnTo>
                    <a:pt x="1079834" y="524628"/>
                  </a:lnTo>
                  <a:lnTo>
                    <a:pt x="1078071" y="538381"/>
                  </a:lnTo>
                  <a:lnTo>
                    <a:pt x="1078636" y="547340"/>
                  </a:lnTo>
                  <a:lnTo>
                    <a:pt x="1079043" y="556384"/>
                  </a:lnTo>
                  <a:lnTo>
                    <a:pt x="1079254" y="564230"/>
                  </a:lnTo>
                  <a:lnTo>
                    <a:pt x="1079370" y="574600"/>
                  </a:lnTo>
                  <a:lnTo>
                    <a:pt x="1077055" y="623142"/>
                  </a:lnTo>
                  <a:lnTo>
                    <a:pt x="1070252" y="670394"/>
                  </a:lnTo>
                  <a:lnTo>
                    <a:pt x="1059173" y="716143"/>
                  </a:lnTo>
                  <a:lnTo>
                    <a:pt x="1044034" y="760174"/>
                  </a:lnTo>
                  <a:lnTo>
                    <a:pt x="1025045" y="802276"/>
                  </a:lnTo>
                  <a:lnTo>
                    <a:pt x="1002422" y="842235"/>
                  </a:lnTo>
                  <a:lnTo>
                    <a:pt x="976376" y="879838"/>
                  </a:lnTo>
                  <a:lnTo>
                    <a:pt x="947121" y="914871"/>
                  </a:lnTo>
                  <a:lnTo>
                    <a:pt x="914871" y="947121"/>
                  </a:lnTo>
                  <a:lnTo>
                    <a:pt x="879838" y="976376"/>
                  </a:lnTo>
                  <a:lnTo>
                    <a:pt x="842235" y="1002422"/>
                  </a:lnTo>
                  <a:lnTo>
                    <a:pt x="802276" y="1025045"/>
                  </a:lnTo>
                  <a:lnTo>
                    <a:pt x="760174" y="1044034"/>
                  </a:lnTo>
                  <a:lnTo>
                    <a:pt x="716143" y="1059173"/>
                  </a:lnTo>
                  <a:lnTo>
                    <a:pt x="670394" y="1070252"/>
                  </a:lnTo>
                  <a:lnTo>
                    <a:pt x="623142" y="1077055"/>
                  </a:lnTo>
                  <a:lnTo>
                    <a:pt x="574600" y="1079370"/>
                  </a:lnTo>
                  <a:lnTo>
                    <a:pt x="848256" y="1079370"/>
                  </a:lnTo>
                  <a:lnTo>
                    <a:pt x="913730" y="1038180"/>
                  </a:lnTo>
                  <a:lnTo>
                    <a:pt x="948333" y="1010705"/>
                  </a:lnTo>
                  <a:lnTo>
                    <a:pt x="980709" y="980705"/>
                  </a:lnTo>
                  <a:lnTo>
                    <a:pt x="1010709" y="948329"/>
                  </a:lnTo>
                  <a:lnTo>
                    <a:pt x="1038184" y="913725"/>
                  </a:lnTo>
                  <a:lnTo>
                    <a:pt x="1062984" y="877043"/>
                  </a:lnTo>
                  <a:lnTo>
                    <a:pt x="1084961" y="838432"/>
                  </a:lnTo>
                  <a:lnTo>
                    <a:pt x="1103965" y="798041"/>
                  </a:lnTo>
                  <a:lnTo>
                    <a:pt x="1119849" y="756019"/>
                  </a:lnTo>
                  <a:lnTo>
                    <a:pt x="1132462" y="712515"/>
                  </a:lnTo>
                  <a:lnTo>
                    <a:pt x="1141656" y="667678"/>
                  </a:lnTo>
                  <a:lnTo>
                    <a:pt x="1147281" y="621656"/>
                  </a:lnTo>
                  <a:lnTo>
                    <a:pt x="1149190" y="574600"/>
                  </a:lnTo>
                  <a:lnTo>
                    <a:pt x="1149098" y="564230"/>
                  </a:lnTo>
                  <a:lnTo>
                    <a:pt x="1144016" y="520006"/>
                  </a:lnTo>
                  <a:lnTo>
                    <a:pt x="1124157" y="502817"/>
                  </a:lnTo>
                  <a:lnTo>
                    <a:pt x="1110395" y="501042"/>
                  </a:lnTo>
                  <a:close/>
                </a:path>
                <a:path w="1149350" h="1149350">
                  <a:moveTo>
                    <a:pt x="848220" y="69819"/>
                  </a:moveTo>
                  <a:lnTo>
                    <a:pt x="574600" y="69819"/>
                  </a:lnTo>
                  <a:lnTo>
                    <a:pt x="621467" y="71944"/>
                  </a:lnTo>
                  <a:lnTo>
                    <a:pt x="667458" y="78273"/>
                  </a:lnTo>
                  <a:lnTo>
                    <a:pt x="712373" y="88742"/>
                  </a:lnTo>
                  <a:lnTo>
                    <a:pt x="756016" y="103285"/>
                  </a:lnTo>
                  <a:lnTo>
                    <a:pt x="798189" y="121835"/>
                  </a:lnTo>
                  <a:lnTo>
                    <a:pt x="838694" y="144327"/>
                  </a:lnTo>
                  <a:lnTo>
                    <a:pt x="877334" y="170696"/>
                  </a:lnTo>
                  <a:lnTo>
                    <a:pt x="889845" y="176664"/>
                  </a:lnTo>
                  <a:lnTo>
                    <a:pt x="926212" y="163754"/>
                  </a:lnTo>
                  <a:lnTo>
                    <a:pt x="932873" y="137878"/>
                  </a:lnTo>
                  <a:lnTo>
                    <a:pt x="928496" y="125231"/>
                  </a:lnTo>
                  <a:lnTo>
                    <a:pt x="919280" y="114876"/>
                  </a:lnTo>
                  <a:lnTo>
                    <a:pt x="875279" y="84847"/>
                  </a:lnTo>
                  <a:lnTo>
                    <a:pt x="848220" y="698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1"/>
            </a:p>
          </p:txBody>
        </p:sp>
        <p:sp>
          <p:nvSpPr>
            <p:cNvPr id="11259" name="object 27">
              <a:extLst>
                <a:ext uri="{FF2B5EF4-FFF2-40B4-BE49-F238E27FC236}">
                  <a16:creationId xmlns:a16="http://schemas.microsoft.com/office/drawing/2014/main" id="{CB37A64C-97FB-8DAE-B186-CD03A056753A}"/>
                </a:ext>
              </a:extLst>
            </p:cNvPr>
            <p:cNvSpPr/>
            <p:nvPr/>
          </p:nvSpPr>
          <p:spPr>
            <a:xfrm>
              <a:off x="1112307" y="661236"/>
              <a:ext cx="693501" cy="539475"/>
            </a:xfrm>
            <a:custGeom>
              <a:avLst/>
              <a:gdLst/>
              <a:ahLst/>
              <a:cxnLst/>
              <a:rect l="l" t="t" r="r" b="b"/>
              <a:pathLst>
                <a:path w="1143635" h="889635">
                  <a:moveTo>
                    <a:pt x="155407" y="324712"/>
                  </a:moveTo>
                  <a:lnTo>
                    <a:pt x="113688" y="324712"/>
                  </a:lnTo>
                  <a:lnTo>
                    <a:pt x="73565" y="337458"/>
                  </a:lnTo>
                  <a:lnTo>
                    <a:pt x="38237" y="362950"/>
                  </a:lnTo>
                  <a:lnTo>
                    <a:pt x="12745" y="398274"/>
                  </a:lnTo>
                  <a:lnTo>
                    <a:pt x="0" y="438396"/>
                  </a:lnTo>
                  <a:lnTo>
                    <a:pt x="0" y="480117"/>
                  </a:lnTo>
                  <a:lnTo>
                    <a:pt x="12745" y="520238"/>
                  </a:lnTo>
                  <a:lnTo>
                    <a:pt x="38237" y="555562"/>
                  </a:lnTo>
                  <a:lnTo>
                    <a:pt x="345359" y="862694"/>
                  </a:lnTo>
                  <a:lnTo>
                    <a:pt x="391936" y="887432"/>
                  </a:lnTo>
                  <a:lnTo>
                    <a:pt x="409190" y="889081"/>
                  </a:lnTo>
                  <a:lnTo>
                    <a:pt x="426435" y="887432"/>
                  </a:lnTo>
                  <a:lnTo>
                    <a:pt x="443164" y="882484"/>
                  </a:lnTo>
                  <a:lnTo>
                    <a:pt x="458857" y="874238"/>
                  </a:lnTo>
                  <a:lnTo>
                    <a:pt x="472999" y="862694"/>
                  </a:lnTo>
                  <a:lnTo>
                    <a:pt x="516401" y="819292"/>
                  </a:lnTo>
                  <a:lnTo>
                    <a:pt x="409183" y="819292"/>
                  </a:lnTo>
                  <a:lnTo>
                    <a:pt x="401492" y="817800"/>
                  </a:lnTo>
                  <a:lnTo>
                    <a:pt x="394740" y="813324"/>
                  </a:lnTo>
                  <a:lnTo>
                    <a:pt x="87618" y="506202"/>
                  </a:lnTo>
                  <a:lnTo>
                    <a:pt x="73058" y="484254"/>
                  </a:lnTo>
                  <a:lnTo>
                    <a:pt x="68205" y="459263"/>
                  </a:lnTo>
                  <a:lnTo>
                    <a:pt x="73058" y="434274"/>
                  </a:lnTo>
                  <a:lnTo>
                    <a:pt x="98015" y="403833"/>
                  </a:lnTo>
                  <a:lnTo>
                    <a:pt x="134549" y="392918"/>
                  </a:lnTo>
                  <a:lnTo>
                    <a:pt x="260819" y="392918"/>
                  </a:lnTo>
                  <a:lnTo>
                    <a:pt x="230849" y="362950"/>
                  </a:lnTo>
                  <a:lnTo>
                    <a:pt x="195527" y="337458"/>
                  </a:lnTo>
                  <a:lnTo>
                    <a:pt x="155407" y="324712"/>
                  </a:lnTo>
                  <a:close/>
                </a:path>
                <a:path w="1143635" h="889635">
                  <a:moveTo>
                    <a:pt x="1126459" y="68195"/>
                  </a:moveTo>
                  <a:lnTo>
                    <a:pt x="1008534" y="68195"/>
                  </a:lnTo>
                  <a:lnTo>
                    <a:pt x="1033525" y="73048"/>
                  </a:lnTo>
                  <a:lnTo>
                    <a:pt x="1055474" y="87608"/>
                  </a:lnTo>
                  <a:lnTo>
                    <a:pt x="1070027" y="109555"/>
                  </a:lnTo>
                  <a:lnTo>
                    <a:pt x="1074879" y="134543"/>
                  </a:lnTo>
                  <a:lnTo>
                    <a:pt x="1070027" y="159532"/>
                  </a:lnTo>
                  <a:lnTo>
                    <a:pt x="1055474" y="181479"/>
                  </a:lnTo>
                  <a:lnTo>
                    <a:pt x="423618" y="813324"/>
                  </a:lnTo>
                  <a:lnTo>
                    <a:pt x="416872" y="817800"/>
                  </a:lnTo>
                  <a:lnTo>
                    <a:pt x="409183" y="819292"/>
                  </a:lnTo>
                  <a:lnTo>
                    <a:pt x="516401" y="819292"/>
                  </a:lnTo>
                  <a:lnTo>
                    <a:pt x="1104844" y="230849"/>
                  </a:lnTo>
                  <a:lnTo>
                    <a:pt x="1130331" y="195522"/>
                  </a:lnTo>
                  <a:lnTo>
                    <a:pt x="1143074" y="155399"/>
                  </a:lnTo>
                  <a:lnTo>
                    <a:pt x="1143074" y="113680"/>
                  </a:lnTo>
                  <a:lnTo>
                    <a:pt x="1130331" y="73560"/>
                  </a:lnTo>
                  <a:lnTo>
                    <a:pt x="1126459" y="68195"/>
                  </a:lnTo>
                  <a:close/>
                </a:path>
                <a:path w="1143635" h="889635">
                  <a:moveTo>
                    <a:pt x="260819" y="392918"/>
                  </a:moveTo>
                  <a:lnTo>
                    <a:pt x="134549" y="392918"/>
                  </a:lnTo>
                  <a:lnTo>
                    <a:pt x="147233" y="394131"/>
                  </a:lnTo>
                  <a:lnTo>
                    <a:pt x="159537" y="397771"/>
                  </a:lnTo>
                  <a:lnTo>
                    <a:pt x="171081" y="403838"/>
                  </a:lnTo>
                  <a:lnTo>
                    <a:pt x="181479" y="412331"/>
                  </a:lnTo>
                  <a:lnTo>
                    <a:pt x="364929" y="595781"/>
                  </a:lnTo>
                  <a:lnTo>
                    <a:pt x="374481" y="603627"/>
                  </a:lnTo>
                  <a:lnTo>
                    <a:pt x="385222" y="609372"/>
                  </a:lnTo>
                  <a:lnTo>
                    <a:pt x="396882" y="612903"/>
                  </a:lnTo>
                  <a:lnTo>
                    <a:pt x="409190" y="614105"/>
                  </a:lnTo>
                  <a:lnTo>
                    <a:pt x="421491" y="612903"/>
                  </a:lnTo>
                  <a:lnTo>
                    <a:pt x="433148" y="609372"/>
                  </a:lnTo>
                  <a:lnTo>
                    <a:pt x="443888" y="603627"/>
                  </a:lnTo>
                  <a:lnTo>
                    <a:pt x="453440" y="595781"/>
                  </a:lnTo>
                  <a:lnTo>
                    <a:pt x="507939" y="541280"/>
                  </a:lnTo>
                  <a:lnTo>
                    <a:pt x="409190" y="541280"/>
                  </a:lnTo>
                  <a:lnTo>
                    <a:pt x="260819" y="392918"/>
                  </a:lnTo>
                  <a:close/>
                </a:path>
                <a:path w="1143635" h="889635">
                  <a:moveTo>
                    <a:pt x="1029398" y="0"/>
                  </a:moveTo>
                  <a:lnTo>
                    <a:pt x="987677" y="0"/>
                  </a:lnTo>
                  <a:lnTo>
                    <a:pt x="947556" y="12745"/>
                  </a:lnTo>
                  <a:lnTo>
                    <a:pt x="912232" y="38237"/>
                  </a:lnTo>
                  <a:lnTo>
                    <a:pt x="409190" y="541280"/>
                  </a:lnTo>
                  <a:lnTo>
                    <a:pt x="507939" y="541280"/>
                  </a:lnTo>
                  <a:lnTo>
                    <a:pt x="961602" y="87608"/>
                  </a:lnTo>
                  <a:lnTo>
                    <a:pt x="983545" y="73048"/>
                  </a:lnTo>
                  <a:lnTo>
                    <a:pt x="1008534" y="68195"/>
                  </a:lnTo>
                  <a:lnTo>
                    <a:pt x="1126459" y="68195"/>
                  </a:lnTo>
                  <a:lnTo>
                    <a:pt x="1104844" y="38237"/>
                  </a:lnTo>
                  <a:lnTo>
                    <a:pt x="1069520" y="12745"/>
                  </a:lnTo>
                  <a:lnTo>
                    <a:pt x="1029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1"/>
            </a:p>
          </p:txBody>
        </p:sp>
      </p:grpSp>
      <p:sp>
        <p:nvSpPr>
          <p:cNvPr id="11260" name="object 22"/>
          <p:cNvSpPr txBox="1"/>
          <p:nvPr/>
        </p:nvSpPr>
        <p:spPr>
          <a:xfrm>
            <a:off x="15682547" y="6367627"/>
            <a:ext cx="3539006" cy="1234824"/>
          </a:xfrm>
          <a:prstGeom prst="rect">
            <a:avLst/>
          </a:prstGeom>
        </p:spPr>
        <p:txBody>
          <a:bodyPr vert="horz" wrap="square" lIns="0" tIns="16509" rIns="0" bIns="0" rtlCol="0">
            <a:spAutoFit/>
          </a:bodyPr>
          <a:lstStyle/>
          <a:p>
            <a:pPr marL="12699" algn="ctr">
              <a:spcBef>
                <a:spcPts val="130"/>
              </a:spcBef>
            </a:pPr>
            <a:r>
              <a:rPr lang="es-ES_tradnl" sz="28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Conocimientos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50095" y="398"/>
            <a:ext cx="2811863" cy="3474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3" name="object 3"/>
          <p:cNvSpPr/>
          <p:nvPr/>
        </p:nvSpPr>
        <p:spPr>
          <a:xfrm>
            <a:off x="978101" y="398"/>
            <a:ext cx="2809043" cy="3440824"/>
          </a:xfrm>
          <a:custGeom>
            <a:avLst/>
            <a:gdLst/>
            <a:ahLst/>
            <a:cxnLst/>
            <a:rect l="l" t="t" r="r" b="b"/>
            <a:pathLst>
              <a:path w="2809240" h="3441065">
                <a:moveTo>
                  <a:pt x="2809118" y="0"/>
                </a:moveTo>
                <a:lnTo>
                  <a:pt x="0" y="0"/>
                </a:lnTo>
                <a:lnTo>
                  <a:pt x="0" y="2539315"/>
                </a:lnTo>
                <a:lnTo>
                  <a:pt x="1378554" y="3441005"/>
                </a:lnTo>
                <a:lnTo>
                  <a:pt x="2809118" y="2539315"/>
                </a:lnTo>
                <a:lnTo>
                  <a:pt x="2809118" y="0"/>
                </a:lnTo>
                <a:close/>
              </a:path>
            </a:pathLst>
          </a:custGeom>
          <a:solidFill>
            <a:srgbClr val="1F3D6F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4" name="object 4"/>
          <p:cNvSpPr/>
          <p:nvPr/>
        </p:nvSpPr>
        <p:spPr>
          <a:xfrm>
            <a:off x="1207206" y="397"/>
            <a:ext cx="2541091" cy="3285259"/>
          </a:xfrm>
          <a:custGeom>
            <a:avLst/>
            <a:gdLst/>
            <a:ahLst/>
            <a:cxnLst/>
            <a:rect l="l" t="t" r="r" b="b"/>
            <a:pathLst>
              <a:path w="2541270" h="3285490">
                <a:moveTo>
                  <a:pt x="2109632" y="0"/>
                </a:moveTo>
                <a:lnTo>
                  <a:pt x="0" y="0"/>
                </a:lnTo>
                <a:lnTo>
                  <a:pt x="1361851" y="3284945"/>
                </a:lnTo>
                <a:lnTo>
                  <a:pt x="2540978" y="2539313"/>
                </a:lnTo>
                <a:lnTo>
                  <a:pt x="2109632" y="0"/>
                </a:lnTo>
                <a:close/>
              </a:path>
            </a:pathLst>
          </a:custGeom>
          <a:solidFill>
            <a:srgbClr val="FFFFFF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5" name="object 5"/>
          <p:cNvSpPr/>
          <p:nvPr/>
        </p:nvSpPr>
        <p:spPr>
          <a:xfrm>
            <a:off x="977029" y="398"/>
            <a:ext cx="2092179" cy="2201391"/>
          </a:xfrm>
          <a:custGeom>
            <a:avLst/>
            <a:gdLst/>
            <a:ahLst/>
            <a:cxnLst/>
            <a:rect l="l" t="t" r="r" b="b"/>
            <a:pathLst>
              <a:path w="2092325" h="2201545">
                <a:moveTo>
                  <a:pt x="2091922" y="0"/>
                </a:moveTo>
                <a:lnTo>
                  <a:pt x="1436679" y="0"/>
                </a:lnTo>
                <a:lnTo>
                  <a:pt x="0" y="753264"/>
                </a:lnTo>
                <a:lnTo>
                  <a:pt x="0" y="2201178"/>
                </a:lnTo>
                <a:lnTo>
                  <a:pt x="2091922" y="0"/>
                </a:lnTo>
                <a:close/>
              </a:path>
            </a:pathLst>
          </a:custGeom>
          <a:solidFill>
            <a:srgbClr val="1F3D6F">
              <a:alpha val="14999"/>
            </a:srgbClr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6" name="object 6"/>
          <p:cNvSpPr/>
          <p:nvPr/>
        </p:nvSpPr>
        <p:spPr>
          <a:xfrm>
            <a:off x="16754151" y="398"/>
            <a:ext cx="3349244" cy="78418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7" name="object 7"/>
          <p:cNvSpPr/>
          <p:nvPr/>
        </p:nvSpPr>
        <p:spPr>
          <a:xfrm>
            <a:off x="16775168" y="5955483"/>
            <a:ext cx="3328436" cy="5352674"/>
          </a:xfrm>
          <a:custGeom>
            <a:avLst/>
            <a:gdLst/>
            <a:ahLst/>
            <a:cxnLst/>
            <a:rect l="l" t="t" r="r" b="b"/>
            <a:pathLst>
              <a:path w="3328669" h="5353050">
                <a:moveTo>
                  <a:pt x="0" y="0"/>
                </a:moveTo>
                <a:lnTo>
                  <a:pt x="0" y="5353051"/>
                </a:lnTo>
                <a:lnTo>
                  <a:pt x="3328453" y="5353051"/>
                </a:lnTo>
                <a:lnTo>
                  <a:pt x="3328453" y="141451"/>
                </a:lnTo>
                <a:lnTo>
                  <a:pt x="0" y="0"/>
                </a:lnTo>
                <a:close/>
              </a:path>
            </a:pathLst>
          </a:custGeom>
          <a:solidFill>
            <a:srgbClr val="834E3E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8" name="object 8"/>
          <p:cNvSpPr/>
          <p:nvPr/>
        </p:nvSpPr>
        <p:spPr>
          <a:xfrm>
            <a:off x="16775163" y="6196288"/>
            <a:ext cx="3328231" cy="51118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2" name="object 22"/>
          <p:cNvSpPr/>
          <p:nvPr/>
        </p:nvSpPr>
        <p:spPr>
          <a:xfrm>
            <a:off x="18321276" y="5470297"/>
            <a:ext cx="1782319" cy="241919"/>
          </a:xfrm>
          <a:custGeom>
            <a:avLst/>
            <a:gdLst/>
            <a:ahLst/>
            <a:cxnLst/>
            <a:rect l="l" t="t" r="r" b="b"/>
            <a:pathLst>
              <a:path w="1782444" h="241935">
                <a:moveTo>
                  <a:pt x="1782244" y="0"/>
                </a:moveTo>
                <a:lnTo>
                  <a:pt x="0" y="0"/>
                </a:lnTo>
                <a:lnTo>
                  <a:pt x="31412" y="241634"/>
                </a:lnTo>
                <a:lnTo>
                  <a:pt x="1782244" y="241634"/>
                </a:lnTo>
                <a:lnTo>
                  <a:pt x="1782244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3" name="object 23"/>
          <p:cNvSpPr/>
          <p:nvPr/>
        </p:nvSpPr>
        <p:spPr>
          <a:xfrm>
            <a:off x="17726566" y="5403675"/>
            <a:ext cx="2376828" cy="5402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4" name="object 24"/>
          <p:cNvSpPr txBox="1"/>
          <p:nvPr/>
        </p:nvSpPr>
        <p:spPr>
          <a:xfrm>
            <a:off x="18519552" y="5451717"/>
            <a:ext cx="1421031" cy="228267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12699">
              <a:spcBef>
                <a:spcPts val="101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Edificio Ad</a:t>
            </a:r>
            <a:r>
              <a:rPr sz="1400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Portas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525159" y="899710"/>
            <a:ext cx="1464207" cy="1464207"/>
          </a:xfrm>
          <a:custGeom>
            <a:avLst/>
            <a:gdLst/>
            <a:ahLst/>
            <a:cxnLst/>
            <a:rect l="l" t="t" r="r" b="b"/>
            <a:pathLst>
              <a:path w="1464310" h="1464310">
                <a:moveTo>
                  <a:pt x="732030" y="0"/>
                </a:moveTo>
                <a:lnTo>
                  <a:pt x="683970" y="1560"/>
                </a:lnTo>
                <a:lnTo>
                  <a:pt x="636730" y="6175"/>
                </a:lnTo>
                <a:lnTo>
                  <a:pt x="590407" y="13748"/>
                </a:lnTo>
                <a:lnTo>
                  <a:pt x="545098" y="24183"/>
                </a:lnTo>
                <a:lnTo>
                  <a:pt x="500900" y="37381"/>
                </a:lnTo>
                <a:lnTo>
                  <a:pt x="457910" y="53246"/>
                </a:lnTo>
                <a:lnTo>
                  <a:pt x="416227" y="71680"/>
                </a:lnTo>
                <a:lnTo>
                  <a:pt x="375946" y="92586"/>
                </a:lnTo>
                <a:lnTo>
                  <a:pt x="337165" y="115867"/>
                </a:lnTo>
                <a:lnTo>
                  <a:pt x="299982" y="141425"/>
                </a:lnTo>
                <a:lnTo>
                  <a:pt x="264493" y="169164"/>
                </a:lnTo>
                <a:lnTo>
                  <a:pt x="230795" y="198987"/>
                </a:lnTo>
                <a:lnTo>
                  <a:pt x="198987" y="230795"/>
                </a:lnTo>
                <a:lnTo>
                  <a:pt x="169164" y="264493"/>
                </a:lnTo>
                <a:lnTo>
                  <a:pt x="141425" y="299982"/>
                </a:lnTo>
                <a:lnTo>
                  <a:pt x="115867" y="337165"/>
                </a:lnTo>
                <a:lnTo>
                  <a:pt x="92586" y="375946"/>
                </a:lnTo>
                <a:lnTo>
                  <a:pt x="71680" y="416227"/>
                </a:lnTo>
                <a:lnTo>
                  <a:pt x="53246" y="457910"/>
                </a:lnTo>
                <a:lnTo>
                  <a:pt x="37381" y="500900"/>
                </a:lnTo>
                <a:lnTo>
                  <a:pt x="24183" y="545098"/>
                </a:lnTo>
                <a:lnTo>
                  <a:pt x="13748" y="590407"/>
                </a:lnTo>
                <a:lnTo>
                  <a:pt x="6175" y="636730"/>
                </a:lnTo>
                <a:lnTo>
                  <a:pt x="1560" y="683970"/>
                </a:lnTo>
                <a:lnTo>
                  <a:pt x="0" y="732030"/>
                </a:lnTo>
                <a:lnTo>
                  <a:pt x="1560" y="780088"/>
                </a:lnTo>
                <a:lnTo>
                  <a:pt x="6175" y="827327"/>
                </a:lnTo>
                <a:lnTo>
                  <a:pt x="13748" y="873649"/>
                </a:lnTo>
                <a:lnTo>
                  <a:pt x="24183" y="918957"/>
                </a:lnTo>
                <a:lnTo>
                  <a:pt x="37381" y="963154"/>
                </a:lnTo>
                <a:lnTo>
                  <a:pt x="53246" y="1006143"/>
                </a:lnTo>
                <a:lnTo>
                  <a:pt x="71680" y="1047826"/>
                </a:lnTo>
                <a:lnTo>
                  <a:pt x="92586" y="1088106"/>
                </a:lnTo>
                <a:lnTo>
                  <a:pt x="115867" y="1126886"/>
                </a:lnTo>
                <a:lnTo>
                  <a:pt x="141425" y="1164069"/>
                </a:lnTo>
                <a:lnTo>
                  <a:pt x="169164" y="1199558"/>
                </a:lnTo>
                <a:lnTo>
                  <a:pt x="198987" y="1233255"/>
                </a:lnTo>
                <a:lnTo>
                  <a:pt x="230795" y="1265063"/>
                </a:lnTo>
                <a:lnTo>
                  <a:pt x="264493" y="1294885"/>
                </a:lnTo>
                <a:lnTo>
                  <a:pt x="299982" y="1322624"/>
                </a:lnTo>
                <a:lnTo>
                  <a:pt x="337165" y="1348183"/>
                </a:lnTo>
                <a:lnTo>
                  <a:pt x="375946" y="1371463"/>
                </a:lnTo>
                <a:lnTo>
                  <a:pt x="416227" y="1392369"/>
                </a:lnTo>
                <a:lnTo>
                  <a:pt x="457910" y="1410803"/>
                </a:lnTo>
                <a:lnTo>
                  <a:pt x="500900" y="1426668"/>
                </a:lnTo>
                <a:lnTo>
                  <a:pt x="545098" y="1439866"/>
                </a:lnTo>
                <a:lnTo>
                  <a:pt x="590407" y="1450300"/>
                </a:lnTo>
                <a:lnTo>
                  <a:pt x="636730" y="1457874"/>
                </a:lnTo>
                <a:lnTo>
                  <a:pt x="683970" y="1462489"/>
                </a:lnTo>
                <a:lnTo>
                  <a:pt x="732030" y="1464049"/>
                </a:lnTo>
                <a:lnTo>
                  <a:pt x="780088" y="1462489"/>
                </a:lnTo>
                <a:lnTo>
                  <a:pt x="827327" y="1457874"/>
                </a:lnTo>
                <a:lnTo>
                  <a:pt x="873649" y="1450300"/>
                </a:lnTo>
                <a:lnTo>
                  <a:pt x="918957" y="1439866"/>
                </a:lnTo>
                <a:lnTo>
                  <a:pt x="963154" y="1426668"/>
                </a:lnTo>
                <a:lnTo>
                  <a:pt x="1006143" y="1410803"/>
                </a:lnTo>
                <a:lnTo>
                  <a:pt x="1047826" y="1392369"/>
                </a:lnTo>
                <a:lnTo>
                  <a:pt x="1088106" y="1371463"/>
                </a:lnTo>
                <a:lnTo>
                  <a:pt x="1126886" y="1348183"/>
                </a:lnTo>
                <a:lnTo>
                  <a:pt x="1132925" y="1344032"/>
                </a:lnTo>
                <a:lnTo>
                  <a:pt x="732030" y="1344032"/>
                </a:lnTo>
                <a:lnTo>
                  <a:pt x="684271" y="1342187"/>
                </a:lnTo>
                <a:lnTo>
                  <a:pt x="637506" y="1336744"/>
                </a:lnTo>
                <a:lnTo>
                  <a:pt x="591870" y="1327840"/>
                </a:lnTo>
                <a:lnTo>
                  <a:pt x="547503" y="1315612"/>
                </a:lnTo>
                <a:lnTo>
                  <a:pt x="504539" y="1300197"/>
                </a:lnTo>
                <a:lnTo>
                  <a:pt x="463118" y="1281732"/>
                </a:lnTo>
                <a:lnTo>
                  <a:pt x="423375" y="1260355"/>
                </a:lnTo>
                <a:lnTo>
                  <a:pt x="385447" y="1236202"/>
                </a:lnTo>
                <a:lnTo>
                  <a:pt x="349473" y="1209411"/>
                </a:lnTo>
                <a:lnTo>
                  <a:pt x="315589" y="1180118"/>
                </a:lnTo>
                <a:lnTo>
                  <a:pt x="283932" y="1148461"/>
                </a:lnTo>
                <a:lnTo>
                  <a:pt x="254639" y="1114577"/>
                </a:lnTo>
                <a:lnTo>
                  <a:pt x="227847" y="1078604"/>
                </a:lnTo>
                <a:lnTo>
                  <a:pt x="203694" y="1040677"/>
                </a:lnTo>
                <a:lnTo>
                  <a:pt x="182317" y="1000935"/>
                </a:lnTo>
                <a:lnTo>
                  <a:pt x="163852" y="959514"/>
                </a:lnTo>
                <a:lnTo>
                  <a:pt x="148437" y="916552"/>
                </a:lnTo>
                <a:lnTo>
                  <a:pt x="136209" y="872185"/>
                </a:lnTo>
                <a:lnTo>
                  <a:pt x="127305" y="826551"/>
                </a:lnTo>
                <a:lnTo>
                  <a:pt x="121862" y="779787"/>
                </a:lnTo>
                <a:lnTo>
                  <a:pt x="120017" y="732030"/>
                </a:lnTo>
                <a:lnTo>
                  <a:pt x="121862" y="684271"/>
                </a:lnTo>
                <a:lnTo>
                  <a:pt x="127305" y="637506"/>
                </a:lnTo>
                <a:lnTo>
                  <a:pt x="136209" y="591870"/>
                </a:lnTo>
                <a:lnTo>
                  <a:pt x="148437" y="547503"/>
                </a:lnTo>
                <a:lnTo>
                  <a:pt x="163852" y="504539"/>
                </a:lnTo>
                <a:lnTo>
                  <a:pt x="182317" y="463118"/>
                </a:lnTo>
                <a:lnTo>
                  <a:pt x="203694" y="423375"/>
                </a:lnTo>
                <a:lnTo>
                  <a:pt x="227847" y="385447"/>
                </a:lnTo>
                <a:lnTo>
                  <a:pt x="254639" y="349473"/>
                </a:lnTo>
                <a:lnTo>
                  <a:pt x="283932" y="315589"/>
                </a:lnTo>
                <a:lnTo>
                  <a:pt x="315589" y="283932"/>
                </a:lnTo>
                <a:lnTo>
                  <a:pt x="349473" y="254639"/>
                </a:lnTo>
                <a:lnTo>
                  <a:pt x="385447" y="227847"/>
                </a:lnTo>
                <a:lnTo>
                  <a:pt x="423375" y="203694"/>
                </a:lnTo>
                <a:lnTo>
                  <a:pt x="463118" y="182317"/>
                </a:lnTo>
                <a:lnTo>
                  <a:pt x="504539" y="163852"/>
                </a:lnTo>
                <a:lnTo>
                  <a:pt x="547503" y="148437"/>
                </a:lnTo>
                <a:lnTo>
                  <a:pt x="591870" y="136209"/>
                </a:lnTo>
                <a:lnTo>
                  <a:pt x="637506" y="127305"/>
                </a:lnTo>
                <a:lnTo>
                  <a:pt x="684271" y="121862"/>
                </a:lnTo>
                <a:lnTo>
                  <a:pt x="732030" y="120017"/>
                </a:lnTo>
                <a:lnTo>
                  <a:pt x="1133269" y="120017"/>
                </a:lnTo>
                <a:lnTo>
                  <a:pt x="1105316" y="102055"/>
                </a:lnTo>
                <a:lnTo>
                  <a:pt x="1062478" y="78425"/>
                </a:lnTo>
                <a:lnTo>
                  <a:pt x="1018344" y="57831"/>
                </a:lnTo>
                <a:lnTo>
                  <a:pt x="973016" y="40308"/>
                </a:lnTo>
                <a:lnTo>
                  <a:pt x="926595" y="25892"/>
                </a:lnTo>
                <a:lnTo>
                  <a:pt x="879184" y="14617"/>
                </a:lnTo>
                <a:lnTo>
                  <a:pt x="830885" y="6520"/>
                </a:lnTo>
                <a:lnTo>
                  <a:pt x="781799" y="1636"/>
                </a:lnTo>
                <a:lnTo>
                  <a:pt x="732030" y="0"/>
                </a:lnTo>
                <a:close/>
              </a:path>
              <a:path w="1464310" h="1464310">
                <a:moveTo>
                  <a:pt x="1382385" y="479173"/>
                </a:moveTo>
                <a:lnTo>
                  <a:pt x="1358639" y="481367"/>
                </a:lnTo>
                <a:lnTo>
                  <a:pt x="1337619" y="492591"/>
                </a:lnTo>
                <a:lnTo>
                  <a:pt x="1323043" y="510386"/>
                </a:lnTo>
                <a:lnTo>
                  <a:pt x="1316202" y="532348"/>
                </a:lnTo>
                <a:lnTo>
                  <a:pt x="1318389" y="556077"/>
                </a:lnTo>
                <a:lnTo>
                  <a:pt x="1329578" y="599104"/>
                </a:lnTo>
                <a:lnTo>
                  <a:pt x="1337595" y="642875"/>
                </a:lnTo>
                <a:lnTo>
                  <a:pt x="1342419" y="687235"/>
                </a:lnTo>
                <a:lnTo>
                  <a:pt x="1344032" y="732030"/>
                </a:lnTo>
                <a:lnTo>
                  <a:pt x="1342187" y="779787"/>
                </a:lnTo>
                <a:lnTo>
                  <a:pt x="1336744" y="826551"/>
                </a:lnTo>
                <a:lnTo>
                  <a:pt x="1327840" y="872185"/>
                </a:lnTo>
                <a:lnTo>
                  <a:pt x="1315613" y="916552"/>
                </a:lnTo>
                <a:lnTo>
                  <a:pt x="1300198" y="959514"/>
                </a:lnTo>
                <a:lnTo>
                  <a:pt x="1281734" y="1000935"/>
                </a:lnTo>
                <a:lnTo>
                  <a:pt x="1260357" y="1040677"/>
                </a:lnTo>
                <a:lnTo>
                  <a:pt x="1236205" y="1078604"/>
                </a:lnTo>
                <a:lnTo>
                  <a:pt x="1209414" y="1114577"/>
                </a:lnTo>
                <a:lnTo>
                  <a:pt x="1180122" y="1148461"/>
                </a:lnTo>
                <a:lnTo>
                  <a:pt x="1148465" y="1180118"/>
                </a:lnTo>
                <a:lnTo>
                  <a:pt x="1114582" y="1209411"/>
                </a:lnTo>
                <a:lnTo>
                  <a:pt x="1078608" y="1236202"/>
                </a:lnTo>
                <a:lnTo>
                  <a:pt x="1040682" y="1260355"/>
                </a:lnTo>
                <a:lnTo>
                  <a:pt x="1000939" y="1281732"/>
                </a:lnTo>
                <a:lnTo>
                  <a:pt x="959518" y="1300197"/>
                </a:lnTo>
                <a:lnTo>
                  <a:pt x="916556" y="1315612"/>
                </a:lnTo>
                <a:lnTo>
                  <a:pt x="872188" y="1327840"/>
                </a:lnTo>
                <a:lnTo>
                  <a:pt x="826553" y="1336744"/>
                </a:lnTo>
                <a:lnTo>
                  <a:pt x="779788" y="1342187"/>
                </a:lnTo>
                <a:lnTo>
                  <a:pt x="732030" y="1344032"/>
                </a:lnTo>
                <a:lnTo>
                  <a:pt x="1132925" y="1344032"/>
                </a:lnTo>
                <a:lnTo>
                  <a:pt x="1199558" y="1294885"/>
                </a:lnTo>
                <a:lnTo>
                  <a:pt x="1233255" y="1265063"/>
                </a:lnTo>
                <a:lnTo>
                  <a:pt x="1265063" y="1233255"/>
                </a:lnTo>
                <a:lnTo>
                  <a:pt x="1294885" y="1199558"/>
                </a:lnTo>
                <a:lnTo>
                  <a:pt x="1322624" y="1164069"/>
                </a:lnTo>
                <a:lnTo>
                  <a:pt x="1348183" y="1126886"/>
                </a:lnTo>
                <a:lnTo>
                  <a:pt x="1371463" y="1088106"/>
                </a:lnTo>
                <a:lnTo>
                  <a:pt x="1392369" y="1047826"/>
                </a:lnTo>
                <a:lnTo>
                  <a:pt x="1410803" y="1006143"/>
                </a:lnTo>
                <a:lnTo>
                  <a:pt x="1426668" y="963154"/>
                </a:lnTo>
                <a:lnTo>
                  <a:pt x="1439866" y="918957"/>
                </a:lnTo>
                <a:lnTo>
                  <a:pt x="1450300" y="873649"/>
                </a:lnTo>
                <a:lnTo>
                  <a:pt x="1457874" y="827327"/>
                </a:lnTo>
                <a:lnTo>
                  <a:pt x="1462489" y="780088"/>
                </a:lnTo>
                <a:lnTo>
                  <a:pt x="1464049" y="732030"/>
                </a:lnTo>
                <a:lnTo>
                  <a:pt x="1462118" y="678496"/>
                </a:lnTo>
                <a:lnTo>
                  <a:pt x="1456340" y="625462"/>
                </a:lnTo>
                <a:lnTo>
                  <a:pt x="1446742" y="573112"/>
                </a:lnTo>
                <a:lnTo>
                  <a:pt x="1433349" y="521628"/>
                </a:lnTo>
                <a:lnTo>
                  <a:pt x="1404345" y="486019"/>
                </a:lnTo>
                <a:lnTo>
                  <a:pt x="1382385" y="479173"/>
                </a:lnTo>
                <a:close/>
              </a:path>
              <a:path w="1464310" h="1464310">
                <a:moveTo>
                  <a:pt x="1133269" y="120017"/>
                </a:moveTo>
                <a:lnTo>
                  <a:pt x="732030" y="120017"/>
                </a:lnTo>
                <a:lnTo>
                  <a:pt x="783957" y="122151"/>
                </a:lnTo>
                <a:lnTo>
                  <a:pt x="834955" y="128517"/>
                </a:lnTo>
                <a:lnTo>
                  <a:pt x="884856" y="139055"/>
                </a:lnTo>
                <a:lnTo>
                  <a:pt x="933495" y="153707"/>
                </a:lnTo>
                <a:lnTo>
                  <a:pt x="980704" y="172415"/>
                </a:lnTo>
                <a:lnTo>
                  <a:pt x="1026317" y="195122"/>
                </a:lnTo>
                <a:lnTo>
                  <a:pt x="1070168" y="221768"/>
                </a:lnTo>
                <a:lnTo>
                  <a:pt x="1112091" y="252295"/>
                </a:lnTo>
                <a:lnTo>
                  <a:pt x="1133303" y="263114"/>
                </a:lnTo>
                <a:lnTo>
                  <a:pt x="1178182" y="257947"/>
                </a:lnTo>
                <a:lnTo>
                  <a:pt x="1207228" y="221352"/>
                </a:lnTo>
                <a:lnTo>
                  <a:pt x="1209005" y="198418"/>
                </a:lnTo>
                <a:lnTo>
                  <a:pt x="1202056" y="176488"/>
                </a:lnTo>
                <a:lnTo>
                  <a:pt x="1186696" y="158277"/>
                </a:lnTo>
                <a:lnTo>
                  <a:pt x="1146756" y="128684"/>
                </a:lnTo>
                <a:lnTo>
                  <a:pt x="1133269" y="12001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6" name="object 26"/>
          <p:cNvSpPr/>
          <p:nvPr/>
        </p:nvSpPr>
        <p:spPr>
          <a:xfrm>
            <a:off x="1672148" y="1050086"/>
            <a:ext cx="1149270" cy="1149270"/>
          </a:xfrm>
          <a:custGeom>
            <a:avLst/>
            <a:gdLst/>
            <a:ahLst/>
            <a:cxnLst/>
            <a:rect l="l" t="t" r="r" b="b"/>
            <a:pathLst>
              <a:path w="1149350" h="1149350">
                <a:moveTo>
                  <a:pt x="574600" y="0"/>
                </a:moveTo>
                <a:lnTo>
                  <a:pt x="527542" y="1908"/>
                </a:lnTo>
                <a:lnTo>
                  <a:pt x="481519" y="7534"/>
                </a:lnTo>
                <a:lnTo>
                  <a:pt x="436681" y="16728"/>
                </a:lnTo>
                <a:lnTo>
                  <a:pt x="393175" y="29341"/>
                </a:lnTo>
                <a:lnTo>
                  <a:pt x="351152" y="45225"/>
                </a:lnTo>
                <a:lnTo>
                  <a:pt x="310760" y="64231"/>
                </a:lnTo>
                <a:lnTo>
                  <a:pt x="272149" y="86208"/>
                </a:lnTo>
                <a:lnTo>
                  <a:pt x="235466" y="111009"/>
                </a:lnTo>
                <a:lnTo>
                  <a:pt x="200862" y="138485"/>
                </a:lnTo>
                <a:lnTo>
                  <a:pt x="168485" y="168485"/>
                </a:lnTo>
                <a:lnTo>
                  <a:pt x="138485" y="200862"/>
                </a:lnTo>
                <a:lnTo>
                  <a:pt x="111009" y="235466"/>
                </a:lnTo>
                <a:lnTo>
                  <a:pt x="86208" y="272149"/>
                </a:lnTo>
                <a:lnTo>
                  <a:pt x="64231" y="310760"/>
                </a:lnTo>
                <a:lnTo>
                  <a:pt x="45225" y="351152"/>
                </a:lnTo>
                <a:lnTo>
                  <a:pt x="29341" y="393175"/>
                </a:lnTo>
                <a:lnTo>
                  <a:pt x="16728" y="436681"/>
                </a:lnTo>
                <a:lnTo>
                  <a:pt x="7534" y="481519"/>
                </a:lnTo>
                <a:lnTo>
                  <a:pt x="1908" y="527542"/>
                </a:lnTo>
                <a:lnTo>
                  <a:pt x="0" y="574600"/>
                </a:lnTo>
                <a:lnTo>
                  <a:pt x="1908" y="621656"/>
                </a:lnTo>
                <a:lnTo>
                  <a:pt x="7534" y="667678"/>
                </a:lnTo>
                <a:lnTo>
                  <a:pt x="16728" y="712515"/>
                </a:lnTo>
                <a:lnTo>
                  <a:pt x="29341" y="756019"/>
                </a:lnTo>
                <a:lnTo>
                  <a:pt x="45225" y="798041"/>
                </a:lnTo>
                <a:lnTo>
                  <a:pt x="64231" y="838432"/>
                </a:lnTo>
                <a:lnTo>
                  <a:pt x="86208" y="877043"/>
                </a:lnTo>
                <a:lnTo>
                  <a:pt x="111009" y="913725"/>
                </a:lnTo>
                <a:lnTo>
                  <a:pt x="138485" y="948329"/>
                </a:lnTo>
                <a:lnTo>
                  <a:pt x="168485" y="980705"/>
                </a:lnTo>
                <a:lnTo>
                  <a:pt x="200862" y="1010705"/>
                </a:lnTo>
                <a:lnTo>
                  <a:pt x="235466" y="1038180"/>
                </a:lnTo>
                <a:lnTo>
                  <a:pt x="272149" y="1062981"/>
                </a:lnTo>
                <a:lnTo>
                  <a:pt x="310760" y="1084959"/>
                </a:lnTo>
                <a:lnTo>
                  <a:pt x="351152" y="1103964"/>
                </a:lnTo>
                <a:lnTo>
                  <a:pt x="393175" y="1119848"/>
                </a:lnTo>
                <a:lnTo>
                  <a:pt x="436681" y="1132461"/>
                </a:lnTo>
                <a:lnTo>
                  <a:pt x="481519" y="1141655"/>
                </a:lnTo>
                <a:lnTo>
                  <a:pt x="527542" y="1147281"/>
                </a:lnTo>
                <a:lnTo>
                  <a:pt x="574600" y="1149190"/>
                </a:lnTo>
                <a:lnTo>
                  <a:pt x="621658" y="1147281"/>
                </a:lnTo>
                <a:lnTo>
                  <a:pt x="667680" y="1141655"/>
                </a:lnTo>
                <a:lnTo>
                  <a:pt x="712518" y="1132461"/>
                </a:lnTo>
                <a:lnTo>
                  <a:pt x="756023" y="1119848"/>
                </a:lnTo>
                <a:lnTo>
                  <a:pt x="798046" y="1103964"/>
                </a:lnTo>
                <a:lnTo>
                  <a:pt x="838437" y="1084959"/>
                </a:lnTo>
                <a:lnTo>
                  <a:pt x="848256" y="1079370"/>
                </a:lnTo>
                <a:lnTo>
                  <a:pt x="574600" y="1079370"/>
                </a:lnTo>
                <a:lnTo>
                  <a:pt x="526056" y="1077055"/>
                </a:lnTo>
                <a:lnTo>
                  <a:pt x="478803" y="1070252"/>
                </a:lnTo>
                <a:lnTo>
                  <a:pt x="433053" y="1059173"/>
                </a:lnTo>
                <a:lnTo>
                  <a:pt x="389021" y="1044034"/>
                </a:lnTo>
                <a:lnTo>
                  <a:pt x="346919" y="1025045"/>
                </a:lnTo>
                <a:lnTo>
                  <a:pt x="306960" y="1002422"/>
                </a:lnTo>
                <a:lnTo>
                  <a:pt x="269357" y="976376"/>
                </a:lnTo>
                <a:lnTo>
                  <a:pt x="234325" y="947121"/>
                </a:lnTo>
                <a:lnTo>
                  <a:pt x="202075" y="914871"/>
                </a:lnTo>
                <a:lnTo>
                  <a:pt x="172820" y="879838"/>
                </a:lnTo>
                <a:lnTo>
                  <a:pt x="146775" y="842235"/>
                </a:lnTo>
                <a:lnTo>
                  <a:pt x="124152" y="802276"/>
                </a:lnTo>
                <a:lnTo>
                  <a:pt x="105165" y="760174"/>
                </a:lnTo>
                <a:lnTo>
                  <a:pt x="90025" y="716143"/>
                </a:lnTo>
                <a:lnTo>
                  <a:pt x="78948" y="670394"/>
                </a:lnTo>
                <a:lnTo>
                  <a:pt x="72145" y="623142"/>
                </a:lnTo>
                <a:lnTo>
                  <a:pt x="69830" y="574600"/>
                </a:lnTo>
                <a:lnTo>
                  <a:pt x="72145" y="526056"/>
                </a:lnTo>
                <a:lnTo>
                  <a:pt x="78948" y="478802"/>
                </a:lnTo>
                <a:lnTo>
                  <a:pt x="90025" y="433052"/>
                </a:lnTo>
                <a:lnTo>
                  <a:pt x="105165" y="389019"/>
                </a:lnTo>
                <a:lnTo>
                  <a:pt x="124152" y="346917"/>
                </a:lnTo>
                <a:lnTo>
                  <a:pt x="146775" y="306957"/>
                </a:lnTo>
                <a:lnTo>
                  <a:pt x="172820" y="269354"/>
                </a:lnTo>
                <a:lnTo>
                  <a:pt x="202075" y="234320"/>
                </a:lnTo>
                <a:lnTo>
                  <a:pt x="234325" y="202069"/>
                </a:lnTo>
                <a:lnTo>
                  <a:pt x="269357" y="172814"/>
                </a:lnTo>
                <a:lnTo>
                  <a:pt x="306960" y="146768"/>
                </a:lnTo>
                <a:lnTo>
                  <a:pt x="346919" y="124144"/>
                </a:lnTo>
                <a:lnTo>
                  <a:pt x="389021" y="105156"/>
                </a:lnTo>
                <a:lnTo>
                  <a:pt x="433053" y="90016"/>
                </a:lnTo>
                <a:lnTo>
                  <a:pt x="478803" y="78938"/>
                </a:lnTo>
                <a:lnTo>
                  <a:pt x="526056" y="72134"/>
                </a:lnTo>
                <a:lnTo>
                  <a:pt x="574600" y="69819"/>
                </a:lnTo>
                <a:lnTo>
                  <a:pt x="848220" y="69819"/>
                </a:lnTo>
                <a:lnTo>
                  <a:pt x="829156" y="59233"/>
                </a:lnTo>
                <a:lnTo>
                  <a:pt x="781136" y="38108"/>
                </a:lnTo>
                <a:lnTo>
                  <a:pt x="731445" y="21548"/>
                </a:lnTo>
                <a:lnTo>
                  <a:pt x="680309" y="9626"/>
                </a:lnTo>
                <a:lnTo>
                  <a:pt x="627952" y="2419"/>
                </a:lnTo>
                <a:lnTo>
                  <a:pt x="574600" y="0"/>
                </a:lnTo>
                <a:close/>
              </a:path>
              <a:path w="1149350" h="1149350">
                <a:moveTo>
                  <a:pt x="1110395" y="501042"/>
                </a:moveTo>
                <a:lnTo>
                  <a:pt x="1097035" y="504759"/>
                </a:lnTo>
                <a:lnTo>
                  <a:pt x="1086502" y="513021"/>
                </a:lnTo>
                <a:lnTo>
                  <a:pt x="1079834" y="524628"/>
                </a:lnTo>
                <a:lnTo>
                  <a:pt x="1078071" y="538381"/>
                </a:lnTo>
                <a:lnTo>
                  <a:pt x="1078636" y="547340"/>
                </a:lnTo>
                <a:lnTo>
                  <a:pt x="1079043" y="556384"/>
                </a:lnTo>
                <a:lnTo>
                  <a:pt x="1079254" y="564230"/>
                </a:lnTo>
                <a:lnTo>
                  <a:pt x="1079370" y="574600"/>
                </a:lnTo>
                <a:lnTo>
                  <a:pt x="1077055" y="623142"/>
                </a:lnTo>
                <a:lnTo>
                  <a:pt x="1070252" y="670394"/>
                </a:lnTo>
                <a:lnTo>
                  <a:pt x="1059173" y="716143"/>
                </a:lnTo>
                <a:lnTo>
                  <a:pt x="1044034" y="760174"/>
                </a:lnTo>
                <a:lnTo>
                  <a:pt x="1025045" y="802276"/>
                </a:lnTo>
                <a:lnTo>
                  <a:pt x="1002422" y="842235"/>
                </a:lnTo>
                <a:lnTo>
                  <a:pt x="976376" y="879838"/>
                </a:lnTo>
                <a:lnTo>
                  <a:pt x="947121" y="914871"/>
                </a:lnTo>
                <a:lnTo>
                  <a:pt x="914871" y="947121"/>
                </a:lnTo>
                <a:lnTo>
                  <a:pt x="879838" y="976376"/>
                </a:lnTo>
                <a:lnTo>
                  <a:pt x="842235" y="1002422"/>
                </a:lnTo>
                <a:lnTo>
                  <a:pt x="802276" y="1025045"/>
                </a:lnTo>
                <a:lnTo>
                  <a:pt x="760174" y="1044034"/>
                </a:lnTo>
                <a:lnTo>
                  <a:pt x="716143" y="1059173"/>
                </a:lnTo>
                <a:lnTo>
                  <a:pt x="670394" y="1070252"/>
                </a:lnTo>
                <a:lnTo>
                  <a:pt x="623142" y="1077055"/>
                </a:lnTo>
                <a:lnTo>
                  <a:pt x="574600" y="1079370"/>
                </a:lnTo>
                <a:lnTo>
                  <a:pt x="848256" y="1079370"/>
                </a:lnTo>
                <a:lnTo>
                  <a:pt x="913730" y="1038180"/>
                </a:lnTo>
                <a:lnTo>
                  <a:pt x="948333" y="1010705"/>
                </a:lnTo>
                <a:lnTo>
                  <a:pt x="980709" y="980705"/>
                </a:lnTo>
                <a:lnTo>
                  <a:pt x="1010709" y="948329"/>
                </a:lnTo>
                <a:lnTo>
                  <a:pt x="1038184" y="913725"/>
                </a:lnTo>
                <a:lnTo>
                  <a:pt x="1062984" y="877043"/>
                </a:lnTo>
                <a:lnTo>
                  <a:pt x="1084961" y="838432"/>
                </a:lnTo>
                <a:lnTo>
                  <a:pt x="1103965" y="798041"/>
                </a:lnTo>
                <a:lnTo>
                  <a:pt x="1119849" y="756019"/>
                </a:lnTo>
                <a:lnTo>
                  <a:pt x="1132462" y="712515"/>
                </a:lnTo>
                <a:lnTo>
                  <a:pt x="1141656" y="667678"/>
                </a:lnTo>
                <a:lnTo>
                  <a:pt x="1147281" y="621656"/>
                </a:lnTo>
                <a:lnTo>
                  <a:pt x="1149190" y="574600"/>
                </a:lnTo>
                <a:lnTo>
                  <a:pt x="1149098" y="564230"/>
                </a:lnTo>
                <a:lnTo>
                  <a:pt x="1144016" y="520006"/>
                </a:lnTo>
                <a:lnTo>
                  <a:pt x="1124157" y="502817"/>
                </a:lnTo>
                <a:lnTo>
                  <a:pt x="1110395" y="501042"/>
                </a:lnTo>
                <a:close/>
              </a:path>
              <a:path w="1149350" h="1149350">
                <a:moveTo>
                  <a:pt x="848220" y="69819"/>
                </a:moveTo>
                <a:lnTo>
                  <a:pt x="574600" y="69819"/>
                </a:lnTo>
                <a:lnTo>
                  <a:pt x="621467" y="71944"/>
                </a:lnTo>
                <a:lnTo>
                  <a:pt x="667458" y="78273"/>
                </a:lnTo>
                <a:lnTo>
                  <a:pt x="712373" y="88742"/>
                </a:lnTo>
                <a:lnTo>
                  <a:pt x="756016" y="103285"/>
                </a:lnTo>
                <a:lnTo>
                  <a:pt x="798189" y="121835"/>
                </a:lnTo>
                <a:lnTo>
                  <a:pt x="838694" y="144327"/>
                </a:lnTo>
                <a:lnTo>
                  <a:pt x="877334" y="170696"/>
                </a:lnTo>
                <a:lnTo>
                  <a:pt x="889845" y="176664"/>
                </a:lnTo>
                <a:lnTo>
                  <a:pt x="926212" y="163754"/>
                </a:lnTo>
                <a:lnTo>
                  <a:pt x="932873" y="137878"/>
                </a:lnTo>
                <a:lnTo>
                  <a:pt x="928496" y="125231"/>
                </a:lnTo>
                <a:lnTo>
                  <a:pt x="919280" y="114876"/>
                </a:lnTo>
                <a:lnTo>
                  <a:pt x="875279" y="84847"/>
                </a:lnTo>
                <a:lnTo>
                  <a:pt x="848220" y="698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7" name="object 27"/>
          <p:cNvSpPr/>
          <p:nvPr/>
        </p:nvSpPr>
        <p:spPr>
          <a:xfrm>
            <a:off x="1834149" y="1090748"/>
            <a:ext cx="1143554" cy="889572"/>
          </a:xfrm>
          <a:custGeom>
            <a:avLst/>
            <a:gdLst/>
            <a:ahLst/>
            <a:cxnLst/>
            <a:rect l="l" t="t" r="r" b="b"/>
            <a:pathLst>
              <a:path w="1143635" h="889635">
                <a:moveTo>
                  <a:pt x="155407" y="324712"/>
                </a:moveTo>
                <a:lnTo>
                  <a:pt x="113688" y="324712"/>
                </a:lnTo>
                <a:lnTo>
                  <a:pt x="73565" y="337458"/>
                </a:lnTo>
                <a:lnTo>
                  <a:pt x="38237" y="362950"/>
                </a:lnTo>
                <a:lnTo>
                  <a:pt x="12745" y="398274"/>
                </a:lnTo>
                <a:lnTo>
                  <a:pt x="0" y="438396"/>
                </a:lnTo>
                <a:lnTo>
                  <a:pt x="0" y="480117"/>
                </a:lnTo>
                <a:lnTo>
                  <a:pt x="12745" y="520238"/>
                </a:lnTo>
                <a:lnTo>
                  <a:pt x="38237" y="555562"/>
                </a:lnTo>
                <a:lnTo>
                  <a:pt x="345359" y="862694"/>
                </a:lnTo>
                <a:lnTo>
                  <a:pt x="391936" y="887432"/>
                </a:lnTo>
                <a:lnTo>
                  <a:pt x="409190" y="889081"/>
                </a:lnTo>
                <a:lnTo>
                  <a:pt x="426435" y="887432"/>
                </a:lnTo>
                <a:lnTo>
                  <a:pt x="443164" y="882484"/>
                </a:lnTo>
                <a:lnTo>
                  <a:pt x="458857" y="874238"/>
                </a:lnTo>
                <a:lnTo>
                  <a:pt x="472999" y="862694"/>
                </a:lnTo>
                <a:lnTo>
                  <a:pt x="516401" y="819292"/>
                </a:lnTo>
                <a:lnTo>
                  <a:pt x="409183" y="819292"/>
                </a:lnTo>
                <a:lnTo>
                  <a:pt x="401492" y="817800"/>
                </a:lnTo>
                <a:lnTo>
                  <a:pt x="394740" y="813324"/>
                </a:lnTo>
                <a:lnTo>
                  <a:pt x="87618" y="506202"/>
                </a:lnTo>
                <a:lnTo>
                  <a:pt x="73058" y="484254"/>
                </a:lnTo>
                <a:lnTo>
                  <a:pt x="68205" y="459263"/>
                </a:lnTo>
                <a:lnTo>
                  <a:pt x="73058" y="434274"/>
                </a:lnTo>
                <a:lnTo>
                  <a:pt x="98015" y="403833"/>
                </a:lnTo>
                <a:lnTo>
                  <a:pt x="134549" y="392918"/>
                </a:lnTo>
                <a:lnTo>
                  <a:pt x="260819" y="392918"/>
                </a:lnTo>
                <a:lnTo>
                  <a:pt x="230849" y="362950"/>
                </a:lnTo>
                <a:lnTo>
                  <a:pt x="195527" y="337458"/>
                </a:lnTo>
                <a:lnTo>
                  <a:pt x="155407" y="324712"/>
                </a:lnTo>
                <a:close/>
              </a:path>
              <a:path w="1143635" h="889635">
                <a:moveTo>
                  <a:pt x="1126459" y="68195"/>
                </a:moveTo>
                <a:lnTo>
                  <a:pt x="1008534" y="68195"/>
                </a:lnTo>
                <a:lnTo>
                  <a:pt x="1033525" y="73048"/>
                </a:lnTo>
                <a:lnTo>
                  <a:pt x="1055474" y="87608"/>
                </a:lnTo>
                <a:lnTo>
                  <a:pt x="1070027" y="109555"/>
                </a:lnTo>
                <a:lnTo>
                  <a:pt x="1074879" y="134543"/>
                </a:lnTo>
                <a:lnTo>
                  <a:pt x="1070027" y="159532"/>
                </a:lnTo>
                <a:lnTo>
                  <a:pt x="1055474" y="181479"/>
                </a:lnTo>
                <a:lnTo>
                  <a:pt x="423618" y="813324"/>
                </a:lnTo>
                <a:lnTo>
                  <a:pt x="416872" y="817800"/>
                </a:lnTo>
                <a:lnTo>
                  <a:pt x="409183" y="819292"/>
                </a:lnTo>
                <a:lnTo>
                  <a:pt x="516401" y="819292"/>
                </a:lnTo>
                <a:lnTo>
                  <a:pt x="1104844" y="230849"/>
                </a:lnTo>
                <a:lnTo>
                  <a:pt x="1130331" y="195522"/>
                </a:lnTo>
                <a:lnTo>
                  <a:pt x="1143074" y="155399"/>
                </a:lnTo>
                <a:lnTo>
                  <a:pt x="1143074" y="113680"/>
                </a:lnTo>
                <a:lnTo>
                  <a:pt x="1130331" y="73560"/>
                </a:lnTo>
                <a:lnTo>
                  <a:pt x="1126459" y="68195"/>
                </a:lnTo>
                <a:close/>
              </a:path>
              <a:path w="1143635" h="889635">
                <a:moveTo>
                  <a:pt x="260819" y="392918"/>
                </a:moveTo>
                <a:lnTo>
                  <a:pt x="134549" y="392918"/>
                </a:lnTo>
                <a:lnTo>
                  <a:pt x="147233" y="394131"/>
                </a:lnTo>
                <a:lnTo>
                  <a:pt x="159537" y="397771"/>
                </a:lnTo>
                <a:lnTo>
                  <a:pt x="171081" y="403838"/>
                </a:lnTo>
                <a:lnTo>
                  <a:pt x="181479" y="412331"/>
                </a:lnTo>
                <a:lnTo>
                  <a:pt x="364929" y="595781"/>
                </a:lnTo>
                <a:lnTo>
                  <a:pt x="374481" y="603627"/>
                </a:lnTo>
                <a:lnTo>
                  <a:pt x="385222" y="609372"/>
                </a:lnTo>
                <a:lnTo>
                  <a:pt x="396882" y="612903"/>
                </a:lnTo>
                <a:lnTo>
                  <a:pt x="409190" y="614105"/>
                </a:lnTo>
                <a:lnTo>
                  <a:pt x="421491" y="612903"/>
                </a:lnTo>
                <a:lnTo>
                  <a:pt x="433148" y="609372"/>
                </a:lnTo>
                <a:lnTo>
                  <a:pt x="443888" y="603627"/>
                </a:lnTo>
                <a:lnTo>
                  <a:pt x="453440" y="595781"/>
                </a:lnTo>
                <a:lnTo>
                  <a:pt x="507939" y="541280"/>
                </a:lnTo>
                <a:lnTo>
                  <a:pt x="409190" y="541280"/>
                </a:lnTo>
                <a:lnTo>
                  <a:pt x="260819" y="392918"/>
                </a:lnTo>
                <a:close/>
              </a:path>
              <a:path w="1143635" h="889635">
                <a:moveTo>
                  <a:pt x="1029398" y="0"/>
                </a:moveTo>
                <a:lnTo>
                  <a:pt x="987677" y="0"/>
                </a:lnTo>
                <a:lnTo>
                  <a:pt x="947556" y="12745"/>
                </a:lnTo>
                <a:lnTo>
                  <a:pt x="912232" y="38237"/>
                </a:lnTo>
                <a:lnTo>
                  <a:pt x="409190" y="541280"/>
                </a:lnTo>
                <a:lnTo>
                  <a:pt x="507939" y="541280"/>
                </a:lnTo>
                <a:lnTo>
                  <a:pt x="961602" y="87608"/>
                </a:lnTo>
                <a:lnTo>
                  <a:pt x="983545" y="73048"/>
                </a:lnTo>
                <a:lnTo>
                  <a:pt x="1008534" y="68195"/>
                </a:lnTo>
                <a:lnTo>
                  <a:pt x="1126459" y="68195"/>
                </a:lnTo>
                <a:lnTo>
                  <a:pt x="1104844" y="38237"/>
                </a:lnTo>
                <a:lnTo>
                  <a:pt x="1069520" y="12745"/>
                </a:lnTo>
                <a:lnTo>
                  <a:pt x="10293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4068839" y="955463"/>
            <a:ext cx="11776006" cy="2641812"/>
          </a:xfrm>
          <a:prstGeom prst="rect">
            <a:avLst/>
          </a:prstGeom>
        </p:spPr>
        <p:txBody>
          <a:bodyPr vert="horz" wrap="square" lIns="0" tIns="11429" rIns="0" bIns="0" rtlCol="0" anchor="ctr">
            <a:spAutoFit/>
          </a:bodyPr>
          <a:lstStyle/>
          <a:p>
            <a:pPr marR="54608">
              <a:lnSpc>
                <a:spcPts val="11249"/>
              </a:lnSpc>
              <a:spcBef>
                <a:spcPts val="91"/>
              </a:spcBef>
            </a:pPr>
            <a:r>
              <a:rPr lang="es-MX" sz="6600" b="1" spc="-600" dirty="0">
                <a:solidFill>
                  <a:srgbClr val="1F3D6F"/>
                </a:solidFill>
              </a:rPr>
              <a:t>Resolución de problemas</a:t>
            </a:r>
            <a:br>
              <a:rPr lang="es-MX" sz="8905" b="1" spc="-600" dirty="0">
                <a:solidFill>
                  <a:srgbClr val="1F3D6F"/>
                </a:solidFill>
              </a:rPr>
            </a:br>
            <a:r>
              <a:rPr lang="es-MX" sz="4000" spc="-405" dirty="0">
                <a:solidFill>
                  <a:srgbClr val="1F3D6F"/>
                </a:solidFill>
              </a:rPr>
              <a:t>Pensamiento crítico y solución efectiva de retos arquitectónicos</a:t>
            </a:r>
            <a:endParaRPr sz="6600" spc="-405" dirty="0">
              <a:solidFill>
                <a:srgbClr val="1F3D6F"/>
              </a:solidFill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87282" y="4792060"/>
            <a:ext cx="15119853" cy="3356624"/>
          </a:xfrm>
          <a:prstGeom prst="rect">
            <a:avLst/>
          </a:prstGeom>
        </p:spPr>
        <p:txBody>
          <a:bodyPr vert="horz" wrap="square" lIns="0" tIns="16509" rIns="0" bIns="0" rtlCol="0">
            <a:spAutoFit/>
          </a:bodyPr>
          <a:lstStyle/>
          <a:p>
            <a:pPr marL="471202" indent="-471202">
              <a:buFont typeface="Wingdings" panose="05000000000000000000" pitchFamily="2" charset="2"/>
              <a:buChar char="q"/>
            </a:pPr>
            <a:r>
              <a:rPr lang="es-MX" sz="3200" dirty="0"/>
              <a:t>Identificar problemas complejos y </a:t>
            </a:r>
            <a:r>
              <a:rPr lang="es-MX" sz="3200" b="1" dirty="0"/>
              <a:t>definir sus causas estructurales</a:t>
            </a:r>
            <a:r>
              <a:rPr lang="es-MX" sz="3200" dirty="0"/>
              <a:t>.</a:t>
            </a:r>
          </a:p>
          <a:p>
            <a:pPr marL="471202" indent="-471202">
              <a:buFont typeface="Wingdings" panose="05000000000000000000" pitchFamily="2" charset="2"/>
              <a:buChar char="q"/>
            </a:pPr>
            <a:endParaRPr lang="es-ES_tradnl" sz="2968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71202" indent="-471202">
              <a:buFont typeface="Wingdings" panose="05000000000000000000" pitchFamily="2" charset="2"/>
              <a:buChar char="q"/>
            </a:pPr>
            <a:r>
              <a:rPr lang="es-MX" sz="3200" dirty="0"/>
              <a:t>Evaluar alternativas y </a:t>
            </a:r>
            <a:r>
              <a:rPr lang="es-MX" sz="3200" b="1" dirty="0"/>
              <a:t>tomar decisiones basadas en evidencia y contexto</a:t>
            </a:r>
            <a:r>
              <a:rPr lang="es-MX" sz="3200" dirty="0"/>
              <a:t>.</a:t>
            </a:r>
          </a:p>
          <a:p>
            <a:pPr marL="471202" indent="-471202">
              <a:buFont typeface="Wingdings" panose="05000000000000000000" pitchFamily="2" charset="2"/>
              <a:buChar char="q"/>
            </a:pPr>
            <a:endParaRPr lang="es-ES_tradnl" sz="2968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71202" indent="-471202">
              <a:buFont typeface="Wingdings" panose="05000000000000000000" pitchFamily="2" charset="2"/>
              <a:buChar char="q"/>
            </a:pPr>
            <a:r>
              <a:rPr lang="es-MX" sz="3200" dirty="0"/>
              <a:t>Aplicar patrones de diseño como soluciones reutilizables a problemas recurrentes.</a:t>
            </a:r>
          </a:p>
          <a:p>
            <a:pPr marL="471202" indent="-471202">
              <a:buFont typeface="Wingdings" panose="05000000000000000000" pitchFamily="2" charset="2"/>
              <a:buChar char="q"/>
            </a:pPr>
            <a:endParaRPr lang="es-ES_tradnl" sz="2968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71202" indent="-471202">
              <a:buFont typeface="Wingdings" panose="05000000000000000000" pitchFamily="2" charset="2"/>
              <a:buChar char="q"/>
            </a:pPr>
            <a:r>
              <a:rPr lang="es-MX" sz="3200" dirty="0"/>
              <a:t>Iterar, prototipar y </a:t>
            </a:r>
            <a:r>
              <a:rPr lang="es-MX" sz="3200" b="1" dirty="0"/>
              <a:t>validar soluciones reales en escenarios de negocio</a:t>
            </a:r>
            <a:r>
              <a:rPr lang="es-MX" sz="3200" dirty="0"/>
              <a:t>.</a:t>
            </a:r>
            <a:endParaRPr sz="4749" dirty="0">
              <a:latin typeface="Graphik-Light"/>
              <a:cs typeface="Graphik-Light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081150" y="10074248"/>
            <a:ext cx="144135" cy="416530"/>
          </a:xfrm>
          <a:custGeom>
            <a:avLst/>
            <a:gdLst/>
            <a:ahLst/>
            <a:cxnLst/>
            <a:rect l="l" t="t" r="r" b="b"/>
            <a:pathLst>
              <a:path w="144144" h="416559">
                <a:moveTo>
                  <a:pt x="71924" y="0"/>
                </a:moveTo>
                <a:lnTo>
                  <a:pt x="43953" y="5661"/>
                </a:lnTo>
                <a:lnTo>
                  <a:pt x="21088" y="21092"/>
                </a:lnTo>
                <a:lnTo>
                  <a:pt x="5660" y="43957"/>
                </a:lnTo>
                <a:lnTo>
                  <a:pt x="0" y="71924"/>
                </a:lnTo>
                <a:lnTo>
                  <a:pt x="0" y="344125"/>
                </a:lnTo>
                <a:lnTo>
                  <a:pt x="5660" y="372096"/>
                </a:lnTo>
                <a:lnTo>
                  <a:pt x="21088" y="394961"/>
                </a:lnTo>
                <a:lnTo>
                  <a:pt x="43953" y="410389"/>
                </a:lnTo>
                <a:lnTo>
                  <a:pt x="71924" y="416050"/>
                </a:lnTo>
                <a:lnTo>
                  <a:pt x="99889" y="410389"/>
                </a:lnTo>
                <a:lnTo>
                  <a:pt x="122751" y="394961"/>
                </a:lnTo>
                <a:lnTo>
                  <a:pt x="129427" y="385066"/>
                </a:lnTo>
                <a:lnTo>
                  <a:pt x="71924" y="385066"/>
                </a:lnTo>
                <a:lnTo>
                  <a:pt x="56003" y="381845"/>
                </a:lnTo>
                <a:lnTo>
                  <a:pt x="42988" y="373065"/>
                </a:lnTo>
                <a:lnTo>
                  <a:pt x="34205" y="360051"/>
                </a:lnTo>
                <a:lnTo>
                  <a:pt x="30983" y="344125"/>
                </a:lnTo>
                <a:lnTo>
                  <a:pt x="30983" y="71924"/>
                </a:lnTo>
                <a:lnTo>
                  <a:pt x="34205" y="56003"/>
                </a:lnTo>
                <a:lnTo>
                  <a:pt x="42988" y="42988"/>
                </a:lnTo>
                <a:lnTo>
                  <a:pt x="56003" y="34205"/>
                </a:lnTo>
                <a:lnTo>
                  <a:pt x="71924" y="30983"/>
                </a:lnTo>
                <a:lnTo>
                  <a:pt x="129424" y="30983"/>
                </a:lnTo>
                <a:lnTo>
                  <a:pt x="122751" y="21092"/>
                </a:lnTo>
                <a:lnTo>
                  <a:pt x="99889" y="5661"/>
                </a:lnTo>
                <a:lnTo>
                  <a:pt x="71924" y="0"/>
                </a:lnTo>
                <a:close/>
              </a:path>
              <a:path w="144144" h="416559">
                <a:moveTo>
                  <a:pt x="129424" y="30983"/>
                </a:moveTo>
                <a:lnTo>
                  <a:pt x="71924" y="30983"/>
                </a:lnTo>
                <a:lnTo>
                  <a:pt x="87839" y="34205"/>
                </a:lnTo>
                <a:lnTo>
                  <a:pt x="100851" y="42988"/>
                </a:lnTo>
                <a:lnTo>
                  <a:pt x="109632" y="56003"/>
                </a:lnTo>
                <a:lnTo>
                  <a:pt x="112855" y="71924"/>
                </a:lnTo>
                <a:lnTo>
                  <a:pt x="112855" y="344125"/>
                </a:lnTo>
                <a:lnTo>
                  <a:pt x="109632" y="360051"/>
                </a:lnTo>
                <a:lnTo>
                  <a:pt x="100851" y="373065"/>
                </a:lnTo>
                <a:lnTo>
                  <a:pt x="87839" y="381845"/>
                </a:lnTo>
                <a:lnTo>
                  <a:pt x="71924" y="385066"/>
                </a:lnTo>
                <a:lnTo>
                  <a:pt x="129427" y="385066"/>
                </a:lnTo>
                <a:lnTo>
                  <a:pt x="138178" y="372096"/>
                </a:lnTo>
                <a:lnTo>
                  <a:pt x="143838" y="344125"/>
                </a:lnTo>
                <a:lnTo>
                  <a:pt x="143838" y="71924"/>
                </a:lnTo>
                <a:lnTo>
                  <a:pt x="138178" y="43957"/>
                </a:lnTo>
                <a:lnTo>
                  <a:pt x="129424" y="30983"/>
                </a:lnTo>
                <a:close/>
              </a:path>
            </a:pathLst>
          </a:custGeom>
          <a:solidFill>
            <a:srgbClr val="1F3D6F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31" name="object 31"/>
          <p:cNvSpPr/>
          <p:nvPr/>
        </p:nvSpPr>
        <p:spPr>
          <a:xfrm>
            <a:off x="772979" y="9996329"/>
            <a:ext cx="761311" cy="761311"/>
          </a:xfrm>
          <a:custGeom>
            <a:avLst/>
            <a:gdLst/>
            <a:ahLst/>
            <a:cxnLst/>
            <a:rect l="l" t="t" r="r" b="b"/>
            <a:pathLst>
              <a:path w="761365" h="761365">
                <a:moveTo>
                  <a:pt x="380648" y="0"/>
                </a:moveTo>
                <a:lnTo>
                  <a:pt x="332966" y="2971"/>
                </a:lnTo>
                <a:lnTo>
                  <a:pt x="287034" y="11645"/>
                </a:lnTo>
                <a:lnTo>
                  <a:pt x="243209" y="25663"/>
                </a:lnTo>
                <a:lnTo>
                  <a:pt x="201852" y="44665"/>
                </a:lnTo>
                <a:lnTo>
                  <a:pt x="163323" y="68291"/>
                </a:lnTo>
                <a:lnTo>
                  <a:pt x="127979" y="96182"/>
                </a:lnTo>
                <a:lnTo>
                  <a:pt x="96182" y="127979"/>
                </a:lnTo>
                <a:lnTo>
                  <a:pt x="68291" y="163323"/>
                </a:lnTo>
                <a:lnTo>
                  <a:pt x="44665" y="201852"/>
                </a:lnTo>
                <a:lnTo>
                  <a:pt x="25663" y="243209"/>
                </a:lnTo>
                <a:lnTo>
                  <a:pt x="11645" y="287034"/>
                </a:lnTo>
                <a:lnTo>
                  <a:pt x="2971" y="332966"/>
                </a:lnTo>
                <a:lnTo>
                  <a:pt x="0" y="380648"/>
                </a:lnTo>
                <a:lnTo>
                  <a:pt x="2971" y="428327"/>
                </a:lnTo>
                <a:lnTo>
                  <a:pt x="11645" y="474258"/>
                </a:lnTo>
                <a:lnTo>
                  <a:pt x="25663" y="518080"/>
                </a:lnTo>
                <a:lnTo>
                  <a:pt x="44665" y="559436"/>
                </a:lnTo>
                <a:lnTo>
                  <a:pt x="68291" y="597965"/>
                </a:lnTo>
                <a:lnTo>
                  <a:pt x="96182" y="633307"/>
                </a:lnTo>
                <a:lnTo>
                  <a:pt x="127979" y="665103"/>
                </a:lnTo>
                <a:lnTo>
                  <a:pt x="163323" y="692994"/>
                </a:lnTo>
                <a:lnTo>
                  <a:pt x="201852" y="716620"/>
                </a:lnTo>
                <a:lnTo>
                  <a:pt x="243209" y="735622"/>
                </a:lnTo>
                <a:lnTo>
                  <a:pt x="287034" y="749640"/>
                </a:lnTo>
                <a:lnTo>
                  <a:pt x="332966" y="758314"/>
                </a:lnTo>
                <a:lnTo>
                  <a:pt x="380648" y="761285"/>
                </a:lnTo>
                <a:lnTo>
                  <a:pt x="428329" y="758314"/>
                </a:lnTo>
                <a:lnTo>
                  <a:pt x="474261" y="749640"/>
                </a:lnTo>
                <a:lnTo>
                  <a:pt x="518085" y="735622"/>
                </a:lnTo>
                <a:lnTo>
                  <a:pt x="529664" y="730302"/>
                </a:lnTo>
                <a:lnTo>
                  <a:pt x="380648" y="730302"/>
                </a:lnTo>
                <a:lnTo>
                  <a:pt x="333264" y="727104"/>
                </a:lnTo>
                <a:lnTo>
                  <a:pt x="287798" y="717790"/>
                </a:lnTo>
                <a:lnTo>
                  <a:pt x="244670" y="702781"/>
                </a:lnTo>
                <a:lnTo>
                  <a:pt x="204300" y="682495"/>
                </a:lnTo>
                <a:lnTo>
                  <a:pt x="167107" y="657353"/>
                </a:lnTo>
                <a:lnTo>
                  <a:pt x="133511" y="627775"/>
                </a:lnTo>
                <a:lnTo>
                  <a:pt x="103932" y="594180"/>
                </a:lnTo>
                <a:lnTo>
                  <a:pt x="78790" y="556988"/>
                </a:lnTo>
                <a:lnTo>
                  <a:pt x="58504" y="516619"/>
                </a:lnTo>
                <a:lnTo>
                  <a:pt x="43494" y="473493"/>
                </a:lnTo>
                <a:lnTo>
                  <a:pt x="34181" y="428029"/>
                </a:lnTo>
                <a:lnTo>
                  <a:pt x="30983" y="380648"/>
                </a:lnTo>
                <a:lnTo>
                  <a:pt x="34181" y="333264"/>
                </a:lnTo>
                <a:lnTo>
                  <a:pt x="43494" y="287798"/>
                </a:lnTo>
                <a:lnTo>
                  <a:pt x="58504" y="244670"/>
                </a:lnTo>
                <a:lnTo>
                  <a:pt x="78790" y="204300"/>
                </a:lnTo>
                <a:lnTo>
                  <a:pt x="103932" y="167107"/>
                </a:lnTo>
                <a:lnTo>
                  <a:pt x="133511" y="133511"/>
                </a:lnTo>
                <a:lnTo>
                  <a:pt x="167107" y="103932"/>
                </a:lnTo>
                <a:lnTo>
                  <a:pt x="204300" y="78790"/>
                </a:lnTo>
                <a:lnTo>
                  <a:pt x="244670" y="58504"/>
                </a:lnTo>
                <a:lnTo>
                  <a:pt x="287798" y="43494"/>
                </a:lnTo>
                <a:lnTo>
                  <a:pt x="333264" y="34181"/>
                </a:lnTo>
                <a:lnTo>
                  <a:pt x="380648" y="30983"/>
                </a:lnTo>
                <a:lnTo>
                  <a:pt x="529663" y="30983"/>
                </a:lnTo>
                <a:lnTo>
                  <a:pt x="518085" y="25663"/>
                </a:lnTo>
                <a:lnTo>
                  <a:pt x="474261" y="11645"/>
                </a:lnTo>
                <a:lnTo>
                  <a:pt x="428329" y="2971"/>
                </a:lnTo>
                <a:lnTo>
                  <a:pt x="380648" y="0"/>
                </a:lnTo>
                <a:close/>
              </a:path>
              <a:path w="761365" h="761365">
                <a:moveTo>
                  <a:pt x="529663" y="30983"/>
                </a:moveTo>
                <a:lnTo>
                  <a:pt x="380648" y="30983"/>
                </a:lnTo>
                <a:lnTo>
                  <a:pt x="428029" y="34181"/>
                </a:lnTo>
                <a:lnTo>
                  <a:pt x="473493" y="43494"/>
                </a:lnTo>
                <a:lnTo>
                  <a:pt x="516620" y="58504"/>
                </a:lnTo>
                <a:lnTo>
                  <a:pt x="556990" y="78790"/>
                </a:lnTo>
                <a:lnTo>
                  <a:pt x="594184" y="103932"/>
                </a:lnTo>
                <a:lnTo>
                  <a:pt x="627780" y="133511"/>
                </a:lnTo>
                <a:lnTo>
                  <a:pt x="657360" y="167107"/>
                </a:lnTo>
                <a:lnTo>
                  <a:pt x="682503" y="204300"/>
                </a:lnTo>
                <a:lnTo>
                  <a:pt x="702790" y="244670"/>
                </a:lnTo>
                <a:lnTo>
                  <a:pt x="717800" y="287798"/>
                </a:lnTo>
                <a:lnTo>
                  <a:pt x="727114" y="333264"/>
                </a:lnTo>
                <a:lnTo>
                  <a:pt x="730312" y="380648"/>
                </a:lnTo>
                <a:lnTo>
                  <a:pt x="727114" y="428029"/>
                </a:lnTo>
                <a:lnTo>
                  <a:pt x="717800" y="473493"/>
                </a:lnTo>
                <a:lnTo>
                  <a:pt x="702790" y="516619"/>
                </a:lnTo>
                <a:lnTo>
                  <a:pt x="682503" y="556988"/>
                </a:lnTo>
                <a:lnTo>
                  <a:pt x="657360" y="594180"/>
                </a:lnTo>
                <a:lnTo>
                  <a:pt x="627780" y="627775"/>
                </a:lnTo>
                <a:lnTo>
                  <a:pt x="594184" y="657353"/>
                </a:lnTo>
                <a:lnTo>
                  <a:pt x="556990" y="682495"/>
                </a:lnTo>
                <a:lnTo>
                  <a:pt x="516620" y="702781"/>
                </a:lnTo>
                <a:lnTo>
                  <a:pt x="473493" y="717790"/>
                </a:lnTo>
                <a:lnTo>
                  <a:pt x="428029" y="727104"/>
                </a:lnTo>
                <a:lnTo>
                  <a:pt x="380648" y="730302"/>
                </a:lnTo>
                <a:lnTo>
                  <a:pt x="529664" y="730302"/>
                </a:lnTo>
                <a:lnTo>
                  <a:pt x="597969" y="692994"/>
                </a:lnTo>
                <a:lnTo>
                  <a:pt x="633311" y="665103"/>
                </a:lnTo>
                <a:lnTo>
                  <a:pt x="665107" y="633307"/>
                </a:lnTo>
                <a:lnTo>
                  <a:pt x="692997" y="597965"/>
                </a:lnTo>
                <a:lnTo>
                  <a:pt x="716622" y="559436"/>
                </a:lnTo>
                <a:lnTo>
                  <a:pt x="735623" y="518080"/>
                </a:lnTo>
                <a:lnTo>
                  <a:pt x="749640" y="474258"/>
                </a:lnTo>
                <a:lnTo>
                  <a:pt x="758314" y="428327"/>
                </a:lnTo>
                <a:lnTo>
                  <a:pt x="761285" y="380648"/>
                </a:lnTo>
                <a:lnTo>
                  <a:pt x="758314" y="332966"/>
                </a:lnTo>
                <a:lnTo>
                  <a:pt x="749640" y="287034"/>
                </a:lnTo>
                <a:lnTo>
                  <a:pt x="735623" y="243209"/>
                </a:lnTo>
                <a:lnTo>
                  <a:pt x="716622" y="201852"/>
                </a:lnTo>
                <a:lnTo>
                  <a:pt x="692997" y="163323"/>
                </a:lnTo>
                <a:lnTo>
                  <a:pt x="665107" y="127979"/>
                </a:lnTo>
                <a:lnTo>
                  <a:pt x="633311" y="96182"/>
                </a:lnTo>
                <a:lnTo>
                  <a:pt x="597969" y="68291"/>
                </a:lnTo>
                <a:lnTo>
                  <a:pt x="559441" y="44665"/>
                </a:lnTo>
                <a:lnTo>
                  <a:pt x="529663" y="30983"/>
                </a:lnTo>
                <a:close/>
              </a:path>
            </a:pathLst>
          </a:custGeom>
          <a:solidFill>
            <a:srgbClr val="1F3D6F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32" name="object 32"/>
          <p:cNvSpPr/>
          <p:nvPr/>
        </p:nvSpPr>
        <p:spPr>
          <a:xfrm>
            <a:off x="1076142" y="10514128"/>
            <a:ext cx="159312" cy="1593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33" name="object 33"/>
          <p:cNvSpPr/>
          <p:nvPr/>
        </p:nvSpPr>
        <p:spPr>
          <a:xfrm>
            <a:off x="628795" y="9750010"/>
            <a:ext cx="15567201" cy="0"/>
          </a:xfrm>
          <a:custGeom>
            <a:avLst/>
            <a:gdLst/>
            <a:ahLst/>
            <a:cxnLst/>
            <a:rect l="l" t="t" r="r" b="b"/>
            <a:pathLst>
              <a:path w="15568294">
                <a:moveTo>
                  <a:pt x="0" y="0"/>
                </a:moveTo>
                <a:lnTo>
                  <a:pt x="15568279" y="0"/>
                </a:lnTo>
              </a:path>
            </a:pathLst>
          </a:custGeom>
          <a:ln w="20941">
            <a:solidFill>
              <a:srgbClr val="1F3D6F"/>
            </a:solidFill>
          </a:ln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34" name="object 34"/>
          <p:cNvSpPr txBox="1"/>
          <p:nvPr/>
        </p:nvSpPr>
        <p:spPr>
          <a:xfrm>
            <a:off x="17081642" y="6873790"/>
            <a:ext cx="2647129" cy="100001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spcBef>
                <a:spcPts val="120"/>
              </a:spcBef>
            </a:pPr>
            <a:r>
              <a:rPr sz="3199" spc="-64" dirty="0">
                <a:solidFill>
                  <a:srgbClr val="FFFFFF"/>
                </a:solidFill>
                <a:latin typeface="Arial"/>
                <a:cs typeface="Arial"/>
              </a:rPr>
              <a:t>Facultad</a:t>
            </a:r>
            <a:r>
              <a:rPr sz="3199" spc="-24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99" spc="-74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endParaRPr sz="3199" dirty="0">
              <a:latin typeface="Arial"/>
              <a:cs typeface="Arial"/>
            </a:endParaRPr>
          </a:p>
          <a:p>
            <a:pPr algn="ctr">
              <a:spcBef>
                <a:spcPts val="30"/>
              </a:spcBef>
            </a:pPr>
            <a:r>
              <a:rPr sz="3199" b="1" spc="-74" dirty="0">
                <a:solidFill>
                  <a:srgbClr val="FFFFFF"/>
                </a:solidFill>
                <a:latin typeface="Arial"/>
                <a:cs typeface="Arial"/>
              </a:rPr>
              <a:t>Ingeniería</a:t>
            </a:r>
            <a:endParaRPr sz="3199" dirty="0">
              <a:latin typeface="Arial"/>
              <a:cs typeface="Arial"/>
            </a:endParaRPr>
          </a:p>
        </p:txBody>
      </p:sp>
      <p:pic>
        <p:nvPicPr>
          <p:cNvPr id="35" name="Imagen 34" descr="Imagen que contiene dibujo&#10;&#10;Descripción generada automáticamente">
            <a:extLst>
              <a:ext uri="{FF2B5EF4-FFF2-40B4-BE49-F238E27FC236}">
                <a16:creationId xmlns:a16="http://schemas.microsoft.com/office/drawing/2014/main" id="{17E67028-184F-BD48-BB91-7A376E91C61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81643" y="8564854"/>
            <a:ext cx="2726257" cy="1949273"/>
          </a:xfrm>
          <a:prstGeom prst="rect">
            <a:avLst/>
          </a:prstGeom>
        </p:spPr>
      </p:pic>
      <p:sp>
        <p:nvSpPr>
          <p:cNvPr id="36" name="object 21">
            <a:extLst>
              <a:ext uri="{FF2B5EF4-FFF2-40B4-BE49-F238E27FC236}">
                <a16:creationId xmlns:a16="http://schemas.microsoft.com/office/drawing/2014/main" id="{FA4991C9-5C2A-C349-8E66-6EAF7E497CBA}"/>
              </a:ext>
            </a:extLst>
          </p:cNvPr>
          <p:cNvSpPr/>
          <p:nvPr/>
        </p:nvSpPr>
        <p:spPr>
          <a:xfrm rot="5400000">
            <a:off x="18434590" y="7247477"/>
            <a:ext cx="57699" cy="2291579"/>
          </a:xfrm>
          <a:custGeom>
            <a:avLst/>
            <a:gdLst/>
            <a:ahLst/>
            <a:cxnLst/>
            <a:rect l="l" t="t" r="r" b="b"/>
            <a:pathLst>
              <a:path h="1393190">
                <a:moveTo>
                  <a:pt x="0" y="0"/>
                </a:moveTo>
                <a:lnTo>
                  <a:pt x="0" y="139318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801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544F0A8-D94F-050E-D241-E1AB39EA89D5}"/>
              </a:ext>
            </a:extLst>
          </p:cNvPr>
          <p:cNvSpPr txBox="1"/>
          <p:nvPr/>
        </p:nvSpPr>
        <p:spPr>
          <a:xfrm>
            <a:off x="1672148" y="10088677"/>
            <a:ext cx="116565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dirty="0"/>
              <a:t>“Cada arquitectura es una solución a un problema... bien entendido.”</a:t>
            </a:r>
            <a:endParaRPr lang="es-CO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692898" y="397"/>
            <a:ext cx="3410494" cy="61839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3" name="object 3"/>
          <p:cNvSpPr/>
          <p:nvPr/>
        </p:nvSpPr>
        <p:spPr>
          <a:xfrm>
            <a:off x="16688787" y="5950165"/>
            <a:ext cx="3414790" cy="5358389"/>
          </a:xfrm>
          <a:custGeom>
            <a:avLst/>
            <a:gdLst/>
            <a:ahLst/>
            <a:cxnLst/>
            <a:rect l="l" t="t" r="r" b="b"/>
            <a:pathLst>
              <a:path w="3415030" h="5358765">
                <a:moveTo>
                  <a:pt x="0" y="0"/>
                </a:moveTo>
                <a:lnTo>
                  <a:pt x="0" y="5358370"/>
                </a:lnTo>
                <a:lnTo>
                  <a:pt x="3414848" y="5358370"/>
                </a:lnTo>
                <a:lnTo>
                  <a:pt x="3414848" y="145136"/>
                </a:lnTo>
                <a:lnTo>
                  <a:pt x="0" y="0"/>
                </a:lnTo>
                <a:close/>
              </a:path>
            </a:pathLst>
          </a:custGeom>
          <a:solidFill>
            <a:srgbClr val="834E3E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4" name="object 4"/>
          <p:cNvSpPr/>
          <p:nvPr/>
        </p:nvSpPr>
        <p:spPr>
          <a:xfrm>
            <a:off x="16688786" y="6190978"/>
            <a:ext cx="3414610" cy="51171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18" name="object 18"/>
          <p:cNvSpPr/>
          <p:nvPr/>
        </p:nvSpPr>
        <p:spPr>
          <a:xfrm>
            <a:off x="18323715" y="5517363"/>
            <a:ext cx="1779780" cy="241919"/>
          </a:xfrm>
          <a:custGeom>
            <a:avLst/>
            <a:gdLst/>
            <a:ahLst/>
            <a:cxnLst/>
            <a:rect l="l" t="t" r="r" b="b"/>
            <a:pathLst>
              <a:path w="1779905" h="241935">
                <a:moveTo>
                  <a:pt x="1779803" y="0"/>
                </a:moveTo>
                <a:lnTo>
                  <a:pt x="0" y="0"/>
                </a:lnTo>
                <a:lnTo>
                  <a:pt x="31412" y="241633"/>
                </a:lnTo>
                <a:lnTo>
                  <a:pt x="1779803" y="241633"/>
                </a:lnTo>
                <a:lnTo>
                  <a:pt x="1779803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19" name="object 19"/>
          <p:cNvSpPr/>
          <p:nvPr/>
        </p:nvSpPr>
        <p:spPr>
          <a:xfrm>
            <a:off x="17731276" y="5451057"/>
            <a:ext cx="2372117" cy="5402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0" name="object 20"/>
          <p:cNvSpPr txBox="1"/>
          <p:nvPr/>
        </p:nvSpPr>
        <p:spPr>
          <a:xfrm>
            <a:off x="18522004" y="5498797"/>
            <a:ext cx="1421031" cy="228267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12699">
              <a:spcBef>
                <a:spcPts val="101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Edificio Ad</a:t>
            </a:r>
            <a:r>
              <a:rPr sz="1400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Portas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318680" y="6642544"/>
            <a:ext cx="19466743" cy="100001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16652102" algn="ctr">
              <a:spcBef>
                <a:spcPts val="120"/>
              </a:spcBef>
            </a:pPr>
            <a:r>
              <a:rPr sz="3199" spc="-64" dirty="0" err="1"/>
              <a:t>Facultad</a:t>
            </a:r>
            <a:r>
              <a:rPr sz="3199" spc="-241" dirty="0"/>
              <a:t> </a:t>
            </a:r>
            <a:r>
              <a:rPr sz="3199" spc="-74" dirty="0"/>
              <a:t>de</a:t>
            </a:r>
          </a:p>
          <a:p>
            <a:pPr marL="16652102" algn="ctr">
              <a:spcBef>
                <a:spcPts val="30"/>
              </a:spcBef>
            </a:pPr>
            <a:r>
              <a:rPr sz="3199" b="1" spc="-74" dirty="0" err="1"/>
              <a:t>Ingeniería</a:t>
            </a:r>
            <a:endParaRPr sz="3199" b="1" spc="-74" dirty="0"/>
          </a:p>
        </p:txBody>
      </p:sp>
      <p:pic>
        <p:nvPicPr>
          <p:cNvPr id="22" name="Imagen 21" descr="Imagen que contiene dibujo&#10;&#10;Descripción generada automáticamente">
            <a:extLst>
              <a:ext uri="{FF2B5EF4-FFF2-40B4-BE49-F238E27FC236}">
                <a16:creationId xmlns:a16="http://schemas.microsoft.com/office/drawing/2014/main" id="{781130DA-470C-C34D-9BDE-E450197139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59164" y="8400550"/>
            <a:ext cx="2726257" cy="1949273"/>
          </a:xfrm>
          <a:prstGeom prst="rect">
            <a:avLst/>
          </a:prstGeom>
        </p:spPr>
      </p:pic>
      <p:sp>
        <p:nvSpPr>
          <p:cNvPr id="23" name="object 21">
            <a:extLst>
              <a:ext uri="{FF2B5EF4-FFF2-40B4-BE49-F238E27FC236}">
                <a16:creationId xmlns:a16="http://schemas.microsoft.com/office/drawing/2014/main" id="{9562BB04-20B3-5C4D-9ABB-105125248BCB}"/>
              </a:ext>
            </a:extLst>
          </p:cNvPr>
          <p:cNvSpPr/>
          <p:nvPr/>
        </p:nvSpPr>
        <p:spPr>
          <a:xfrm rot="5400000">
            <a:off x="18412113" y="7083173"/>
            <a:ext cx="57699" cy="2291579"/>
          </a:xfrm>
          <a:custGeom>
            <a:avLst/>
            <a:gdLst/>
            <a:ahLst/>
            <a:cxnLst/>
            <a:rect l="l" t="t" r="r" b="b"/>
            <a:pathLst>
              <a:path h="1393190">
                <a:moveTo>
                  <a:pt x="0" y="0"/>
                </a:moveTo>
                <a:lnTo>
                  <a:pt x="0" y="139318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801" dirty="0"/>
          </a:p>
        </p:txBody>
      </p:sp>
      <p:sp>
        <p:nvSpPr>
          <p:cNvPr id="13" name="object 29">
            <a:extLst>
              <a:ext uri="{FF2B5EF4-FFF2-40B4-BE49-F238E27FC236}">
                <a16:creationId xmlns:a16="http://schemas.microsoft.com/office/drawing/2014/main" id="{C1B28853-4790-7B2A-AADF-F74103F09AE1}"/>
              </a:ext>
            </a:extLst>
          </p:cNvPr>
          <p:cNvSpPr txBox="1"/>
          <p:nvPr/>
        </p:nvSpPr>
        <p:spPr>
          <a:xfrm>
            <a:off x="977029" y="4769935"/>
            <a:ext cx="15119853" cy="3392338"/>
          </a:xfrm>
          <a:prstGeom prst="rect">
            <a:avLst/>
          </a:prstGeom>
        </p:spPr>
        <p:txBody>
          <a:bodyPr vert="horz" wrap="square" lIns="0" tIns="16509" rIns="0" bIns="0" rtlCol="0">
            <a:spAutoFit/>
          </a:bodyPr>
          <a:lstStyle/>
          <a:p>
            <a:pPr marL="471202" indent="-471202">
              <a:buFont typeface="Wingdings" panose="05000000000000000000" pitchFamily="2" charset="2"/>
              <a:buChar char="q"/>
            </a:pPr>
            <a:r>
              <a:rPr lang="es-419" sz="3200" dirty="0"/>
              <a:t>Elaborar </a:t>
            </a:r>
            <a:r>
              <a:rPr lang="es-419" sz="3200" b="1" dirty="0"/>
              <a:t>presentaciones técnicas claras</a:t>
            </a:r>
            <a:r>
              <a:rPr lang="es-419" sz="3200" dirty="0"/>
              <a:t> para distintos públicos (técnicos y no técnicos).</a:t>
            </a:r>
          </a:p>
          <a:p>
            <a:pPr marL="471202" indent="-471202">
              <a:buFont typeface="Wingdings" panose="05000000000000000000" pitchFamily="2" charset="2"/>
              <a:buChar char="q"/>
            </a:pPr>
            <a:endParaRPr lang="es-ES_tradnl" sz="2968" dirty="0">
              <a:latin typeface="Arial" panose="020B0604020202020204" pitchFamily="34" charset="0"/>
              <a:ea typeface="MS Mincho" panose="02020609040205080304" pitchFamily="49" charset="-128"/>
              <a:cs typeface="font459"/>
            </a:endParaRPr>
          </a:p>
          <a:p>
            <a:pPr marL="471202" indent="-471202">
              <a:buFont typeface="Wingdings" panose="05000000000000000000" pitchFamily="2" charset="2"/>
              <a:buChar char="q"/>
            </a:pPr>
            <a:r>
              <a:rPr lang="es-MX" sz="3200" dirty="0"/>
              <a:t>Utilizar </a:t>
            </a:r>
            <a:r>
              <a:rPr lang="es-MX" sz="3200" b="1" dirty="0"/>
              <a:t>vocabulario adecuado</a:t>
            </a:r>
            <a:r>
              <a:rPr lang="es-MX" sz="3200" dirty="0"/>
              <a:t> al contexto organizacional.</a:t>
            </a:r>
          </a:p>
          <a:p>
            <a:pPr marL="471202" indent="-471202">
              <a:buFont typeface="Wingdings" panose="05000000000000000000" pitchFamily="2" charset="2"/>
              <a:buChar char="q"/>
            </a:pPr>
            <a:endParaRPr lang="es-ES_tradnl" sz="2968" dirty="0">
              <a:latin typeface="Arial" panose="020B0604020202020204" pitchFamily="34" charset="0"/>
              <a:ea typeface="MS Mincho" panose="02020609040205080304" pitchFamily="49" charset="-128"/>
            </a:endParaRPr>
          </a:p>
          <a:p>
            <a:pPr marL="471202" indent="-471202">
              <a:buFont typeface="Wingdings" panose="05000000000000000000" pitchFamily="2" charset="2"/>
              <a:buChar char="q"/>
            </a:pPr>
            <a:r>
              <a:rPr lang="es-MX" sz="3200" dirty="0"/>
              <a:t>Exponer ideas con </a:t>
            </a:r>
            <a:r>
              <a:rPr lang="es-MX" sz="3200" b="1" dirty="0"/>
              <a:t>orden, precisión y lógica</a:t>
            </a:r>
            <a:r>
              <a:rPr lang="es-MX" sz="3200" dirty="0"/>
              <a:t> en reuniones con clientes y </a:t>
            </a:r>
            <a:r>
              <a:rPr lang="es-MX" sz="3200" dirty="0" err="1"/>
              <a:t>stakeholders</a:t>
            </a:r>
            <a:r>
              <a:rPr lang="es-MX" sz="3200" dirty="0"/>
              <a:t>.</a:t>
            </a:r>
          </a:p>
          <a:p>
            <a:pPr marL="471202" indent="-471202">
              <a:buFont typeface="Wingdings" panose="05000000000000000000" pitchFamily="2" charset="2"/>
              <a:buChar char="q"/>
            </a:pPr>
            <a:endParaRPr lang="es-MX" sz="3200" dirty="0"/>
          </a:p>
          <a:p>
            <a:pPr marL="471202" indent="-471202">
              <a:buFont typeface="Wingdings" panose="05000000000000000000" pitchFamily="2" charset="2"/>
              <a:buChar char="q"/>
            </a:pPr>
            <a:r>
              <a:rPr lang="es-MX" sz="3200" dirty="0"/>
              <a:t>Participar activamente en </a:t>
            </a:r>
            <a:r>
              <a:rPr lang="es-MX" sz="3200" b="1" dirty="0"/>
              <a:t>retroalimentación continua</a:t>
            </a:r>
            <a:r>
              <a:rPr lang="es-MX" sz="3200" dirty="0"/>
              <a:t> con equipos y usuarios.</a:t>
            </a:r>
            <a:endParaRPr lang="es-CO" sz="2968" dirty="0">
              <a:latin typeface="Cambria" panose="02040503050406030204" pitchFamily="18" charset="0"/>
              <a:ea typeface="MS Mincho" panose="02020609040205080304" pitchFamily="49" charset="-128"/>
              <a:cs typeface="font459"/>
            </a:endParaRPr>
          </a:p>
        </p:txBody>
      </p:sp>
      <p:sp>
        <p:nvSpPr>
          <p:cNvPr id="14" name="object 30">
            <a:extLst>
              <a:ext uri="{FF2B5EF4-FFF2-40B4-BE49-F238E27FC236}">
                <a16:creationId xmlns:a16="http://schemas.microsoft.com/office/drawing/2014/main" id="{17F8878E-B46E-E032-00ED-22320E7C46AC}"/>
              </a:ext>
            </a:extLst>
          </p:cNvPr>
          <p:cNvSpPr/>
          <p:nvPr/>
        </p:nvSpPr>
        <p:spPr>
          <a:xfrm>
            <a:off x="1081150" y="10074248"/>
            <a:ext cx="144135" cy="416530"/>
          </a:xfrm>
          <a:custGeom>
            <a:avLst/>
            <a:gdLst/>
            <a:ahLst/>
            <a:cxnLst/>
            <a:rect l="l" t="t" r="r" b="b"/>
            <a:pathLst>
              <a:path w="144144" h="416559">
                <a:moveTo>
                  <a:pt x="71924" y="0"/>
                </a:moveTo>
                <a:lnTo>
                  <a:pt x="43953" y="5661"/>
                </a:lnTo>
                <a:lnTo>
                  <a:pt x="21088" y="21092"/>
                </a:lnTo>
                <a:lnTo>
                  <a:pt x="5660" y="43957"/>
                </a:lnTo>
                <a:lnTo>
                  <a:pt x="0" y="71924"/>
                </a:lnTo>
                <a:lnTo>
                  <a:pt x="0" y="344125"/>
                </a:lnTo>
                <a:lnTo>
                  <a:pt x="5660" y="372096"/>
                </a:lnTo>
                <a:lnTo>
                  <a:pt x="21088" y="394961"/>
                </a:lnTo>
                <a:lnTo>
                  <a:pt x="43953" y="410389"/>
                </a:lnTo>
                <a:lnTo>
                  <a:pt x="71924" y="416050"/>
                </a:lnTo>
                <a:lnTo>
                  <a:pt x="99889" y="410389"/>
                </a:lnTo>
                <a:lnTo>
                  <a:pt x="122751" y="394961"/>
                </a:lnTo>
                <a:lnTo>
                  <a:pt x="129427" y="385066"/>
                </a:lnTo>
                <a:lnTo>
                  <a:pt x="71924" y="385066"/>
                </a:lnTo>
                <a:lnTo>
                  <a:pt x="56003" y="381845"/>
                </a:lnTo>
                <a:lnTo>
                  <a:pt x="42988" y="373065"/>
                </a:lnTo>
                <a:lnTo>
                  <a:pt x="34205" y="360051"/>
                </a:lnTo>
                <a:lnTo>
                  <a:pt x="30983" y="344125"/>
                </a:lnTo>
                <a:lnTo>
                  <a:pt x="30983" y="71924"/>
                </a:lnTo>
                <a:lnTo>
                  <a:pt x="34205" y="56003"/>
                </a:lnTo>
                <a:lnTo>
                  <a:pt x="42988" y="42988"/>
                </a:lnTo>
                <a:lnTo>
                  <a:pt x="56003" y="34205"/>
                </a:lnTo>
                <a:lnTo>
                  <a:pt x="71924" y="30983"/>
                </a:lnTo>
                <a:lnTo>
                  <a:pt x="129424" y="30983"/>
                </a:lnTo>
                <a:lnTo>
                  <a:pt x="122751" y="21092"/>
                </a:lnTo>
                <a:lnTo>
                  <a:pt x="99889" y="5661"/>
                </a:lnTo>
                <a:lnTo>
                  <a:pt x="71924" y="0"/>
                </a:lnTo>
                <a:close/>
              </a:path>
              <a:path w="144144" h="416559">
                <a:moveTo>
                  <a:pt x="129424" y="30983"/>
                </a:moveTo>
                <a:lnTo>
                  <a:pt x="71924" y="30983"/>
                </a:lnTo>
                <a:lnTo>
                  <a:pt x="87839" y="34205"/>
                </a:lnTo>
                <a:lnTo>
                  <a:pt x="100851" y="42988"/>
                </a:lnTo>
                <a:lnTo>
                  <a:pt x="109632" y="56003"/>
                </a:lnTo>
                <a:lnTo>
                  <a:pt x="112855" y="71924"/>
                </a:lnTo>
                <a:lnTo>
                  <a:pt x="112855" y="344125"/>
                </a:lnTo>
                <a:lnTo>
                  <a:pt x="109632" y="360051"/>
                </a:lnTo>
                <a:lnTo>
                  <a:pt x="100851" y="373065"/>
                </a:lnTo>
                <a:lnTo>
                  <a:pt x="87839" y="381845"/>
                </a:lnTo>
                <a:lnTo>
                  <a:pt x="71924" y="385066"/>
                </a:lnTo>
                <a:lnTo>
                  <a:pt x="129427" y="385066"/>
                </a:lnTo>
                <a:lnTo>
                  <a:pt x="138178" y="372096"/>
                </a:lnTo>
                <a:lnTo>
                  <a:pt x="143838" y="344125"/>
                </a:lnTo>
                <a:lnTo>
                  <a:pt x="143838" y="71924"/>
                </a:lnTo>
                <a:lnTo>
                  <a:pt x="138178" y="43957"/>
                </a:lnTo>
                <a:lnTo>
                  <a:pt x="129424" y="30983"/>
                </a:lnTo>
                <a:close/>
              </a:path>
            </a:pathLst>
          </a:custGeom>
          <a:solidFill>
            <a:srgbClr val="1F3D6F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15" name="object 31">
            <a:extLst>
              <a:ext uri="{FF2B5EF4-FFF2-40B4-BE49-F238E27FC236}">
                <a16:creationId xmlns:a16="http://schemas.microsoft.com/office/drawing/2014/main" id="{C7737D40-A203-8225-E2E3-51E385F03CEF}"/>
              </a:ext>
            </a:extLst>
          </p:cNvPr>
          <p:cNvSpPr/>
          <p:nvPr/>
        </p:nvSpPr>
        <p:spPr>
          <a:xfrm>
            <a:off x="772979" y="9996329"/>
            <a:ext cx="761311" cy="761311"/>
          </a:xfrm>
          <a:custGeom>
            <a:avLst/>
            <a:gdLst/>
            <a:ahLst/>
            <a:cxnLst/>
            <a:rect l="l" t="t" r="r" b="b"/>
            <a:pathLst>
              <a:path w="761365" h="761365">
                <a:moveTo>
                  <a:pt x="380648" y="0"/>
                </a:moveTo>
                <a:lnTo>
                  <a:pt x="332966" y="2971"/>
                </a:lnTo>
                <a:lnTo>
                  <a:pt x="287034" y="11645"/>
                </a:lnTo>
                <a:lnTo>
                  <a:pt x="243209" y="25663"/>
                </a:lnTo>
                <a:lnTo>
                  <a:pt x="201852" y="44665"/>
                </a:lnTo>
                <a:lnTo>
                  <a:pt x="163323" y="68291"/>
                </a:lnTo>
                <a:lnTo>
                  <a:pt x="127979" y="96182"/>
                </a:lnTo>
                <a:lnTo>
                  <a:pt x="96182" y="127979"/>
                </a:lnTo>
                <a:lnTo>
                  <a:pt x="68291" y="163323"/>
                </a:lnTo>
                <a:lnTo>
                  <a:pt x="44665" y="201852"/>
                </a:lnTo>
                <a:lnTo>
                  <a:pt x="25663" y="243209"/>
                </a:lnTo>
                <a:lnTo>
                  <a:pt x="11645" y="287034"/>
                </a:lnTo>
                <a:lnTo>
                  <a:pt x="2971" y="332966"/>
                </a:lnTo>
                <a:lnTo>
                  <a:pt x="0" y="380648"/>
                </a:lnTo>
                <a:lnTo>
                  <a:pt x="2971" y="428327"/>
                </a:lnTo>
                <a:lnTo>
                  <a:pt x="11645" y="474258"/>
                </a:lnTo>
                <a:lnTo>
                  <a:pt x="25663" y="518080"/>
                </a:lnTo>
                <a:lnTo>
                  <a:pt x="44665" y="559436"/>
                </a:lnTo>
                <a:lnTo>
                  <a:pt x="68291" y="597965"/>
                </a:lnTo>
                <a:lnTo>
                  <a:pt x="96182" y="633307"/>
                </a:lnTo>
                <a:lnTo>
                  <a:pt x="127979" y="665103"/>
                </a:lnTo>
                <a:lnTo>
                  <a:pt x="163323" y="692994"/>
                </a:lnTo>
                <a:lnTo>
                  <a:pt x="201852" y="716620"/>
                </a:lnTo>
                <a:lnTo>
                  <a:pt x="243209" y="735622"/>
                </a:lnTo>
                <a:lnTo>
                  <a:pt x="287034" y="749640"/>
                </a:lnTo>
                <a:lnTo>
                  <a:pt x="332966" y="758314"/>
                </a:lnTo>
                <a:lnTo>
                  <a:pt x="380648" y="761285"/>
                </a:lnTo>
                <a:lnTo>
                  <a:pt x="428329" y="758314"/>
                </a:lnTo>
                <a:lnTo>
                  <a:pt x="474261" y="749640"/>
                </a:lnTo>
                <a:lnTo>
                  <a:pt x="518085" y="735622"/>
                </a:lnTo>
                <a:lnTo>
                  <a:pt x="529664" y="730302"/>
                </a:lnTo>
                <a:lnTo>
                  <a:pt x="380648" y="730302"/>
                </a:lnTo>
                <a:lnTo>
                  <a:pt x="333264" y="727104"/>
                </a:lnTo>
                <a:lnTo>
                  <a:pt x="287798" y="717790"/>
                </a:lnTo>
                <a:lnTo>
                  <a:pt x="244670" y="702781"/>
                </a:lnTo>
                <a:lnTo>
                  <a:pt x="204300" y="682495"/>
                </a:lnTo>
                <a:lnTo>
                  <a:pt x="167107" y="657353"/>
                </a:lnTo>
                <a:lnTo>
                  <a:pt x="133511" y="627775"/>
                </a:lnTo>
                <a:lnTo>
                  <a:pt x="103932" y="594180"/>
                </a:lnTo>
                <a:lnTo>
                  <a:pt x="78790" y="556988"/>
                </a:lnTo>
                <a:lnTo>
                  <a:pt x="58504" y="516619"/>
                </a:lnTo>
                <a:lnTo>
                  <a:pt x="43494" y="473493"/>
                </a:lnTo>
                <a:lnTo>
                  <a:pt x="34181" y="428029"/>
                </a:lnTo>
                <a:lnTo>
                  <a:pt x="30983" y="380648"/>
                </a:lnTo>
                <a:lnTo>
                  <a:pt x="34181" y="333264"/>
                </a:lnTo>
                <a:lnTo>
                  <a:pt x="43494" y="287798"/>
                </a:lnTo>
                <a:lnTo>
                  <a:pt x="58504" y="244670"/>
                </a:lnTo>
                <a:lnTo>
                  <a:pt x="78790" y="204300"/>
                </a:lnTo>
                <a:lnTo>
                  <a:pt x="103932" y="167107"/>
                </a:lnTo>
                <a:lnTo>
                  <a:pt x="133511" y="133511"/>
                </a:lnTo>
                <a:lnTo>
                  <a:pt x="167107" y="103932"/>
                </a:lnTo>
                <a:lnTo>
                  <a:pt x="204300" y="78790"/>
                </a:lnTo>
                <a:lnTo>
                  <a:pt x="244670" y="58504"/>
                </a:lnTo>
                <a:lnTo>
                  <a:pt x="287798" y="43494"/>
                </a:lnTo>
                <a:lnTo>
                  <a:pt x="333264" y="34181"/>
                </a:lnTo>
                <a:lnTo>
                  <a:pt x="380648" y="30983"/>
                </a:lnTo>
                <a:lnTo>
                  <a:pt x="529663" y="30983"/>
                </a:lnTo>
                <a:lnTo>
                  <a:pt x="518085" y="25663"/>
                </a:lnTo>
                <a:lnTo>
                  <a:pt x="474261" y="11645"/>
                </a:lnTo>
                <a:lnTo>
                  <a:pt x="428329" y="2971"/>
                </a:lnTo>
                <a:lnTo>
                  <a:pt x="380648" y="0"/>
                </a:lnTo>
                <a:close/>
              </a:path>
              <a:path w="761365" h="761365">
                <a:moveTo>
                  <a:pt x="529663" y="30983"/>
                </a:moveTo>
                <a:lnTo>
                  <a:pt x="380648" y="30983"/>
                </a:lnTo>
                <a:lnTo>
                  <a:pt x="428029" y="34181"/>
                </a:lnTo>
                <a:lnTo>
                  <a:pt x="473493" y="43494"/>
                </a:lnTo>
                <a:lnTo>
                  <a:pt x="516620" y="58504"/>
                </a:lnTo>
                <a:lnTo>
                  <a:pt x="556990" y="78790"/>
                </a:lnTo>
                <a:lnTo>
                  <a:pt x="594184" y="103932"/>
                </a:lnTo>
                <a:lnTo>
                  <a:pt x="627780" y="133511"/>
                </a:lnTo>
                <a:lnTo>
                  <a:pt x="657360" y="167107"/>
                </a:lnTo>
                <a:lnTo>
                  <a:pt x="682503" y="204300"/>
                </a:lnTo>
                <a:lnTo>
                  <a:pt x="702790" y="244670"/>
                </a:lnTo>
                <a:lnTo>
                  <a:pt x="717800" y="287798"/>
                </a:lnTo>
                <a:lnTo>
                  <a:pt x="727114" y="333264"/>
                </a:lnTo>
                <a:lnTo>
                  <a:pt x="730312" y="380648"/>
                </a:lnTo>
                <a:lnTo>
                  <a:pt x="727114" y="428029"/>
                </a:lnTo>
                <a:lnTo>
                  <a:pt x="717800" y="473493"/>
                </a:lnTo>
                <a:lnTo>
                  <a:pt x="702790" y="516619"/>
                </a:lnTo>
                <a:lnTo>
                  <a:pt x="682503" y="556988"/>
                </a:lnTo>
                <a:lnTo>
                  <a:pt x="657360" y="594180"/>
                </a:lnTo>
                <a:lnTo>
                  <a:pt x="627780" y="627775"/>
                </a:lnTo>
                <a:lnTo>
                  <a:pt x="594184" y="657353"/>
                </a:lnTo>
                <a:lnTo>
                  <a:pt x="556990" y="682495"/>
                </a:lnTo>
                <a:lnTo>
                  <a:pt x="516620" y="702781"/>
                </a:lnTo>
                <a:lnTo>
                  <a:pt x="473493" y="717790"/>
                </a:lnTo>
                <a:lnTo>
                  <a:pt x="428029" y="727104"/>
                </a:lnTo>
                <a:lnTo>
                  <a:pt x="380648" y="730302"/>
                </a:lnTo>
                <a:lnTo>
                  <a:pt x="529664" y="730302"/>
                </a:lnTo>
                <a:lnTo>
                  <a:pt x="597969" y="692994"/>
                </a:lnTo>
                <a:lnTo>
                  <a:pt x="633311" y="665103"/>
                </a:lnTo>
                <a:lnTo>
                  <a:pt x="665107" y="633307"/>
                </a:lnTo>
                <a:lnTo>
                  <a:pt x="692997" y="597965"/>
                </a:lnTo>
                <a:lnTo>
                  <a:pt x="716622" y="559436"/>
                </a:lnTo>
                <a:lnTo>
                  <a:pt x="735623" y="518080"/>
                </a:lnTo>
                <a:lnTo>
                  <a:pt x="749640" y="474258"/>
                </a:lnTo>
                <a:lnTo>
                  <a:pt x="758314" y="428327"/>
                </a:lnTo>
                <a:lnTo>
                  <a:pt x="761285" y="380648"/>
                </a:lnTo>
                <a:lnTo>
                  <a:pt x="758314" y="332966"/>
                </a:lnTo>
                <a:lnTo>
                  <a:pt x="749640" y="287034"/>
                </a:lnTo>
                <a:lnTo>
                  <a:pt x="735623" y="243209"/>
                </a:lnTo>
                <a:lnTo>
                  <a:pt x="716622" y="201852"/>
                </a:lnTo>
                <a:lnTo>
                  <a:pt x="692997" y="163323"/>
                </a:lnTo>
                <a:lnTo>
                  <a:pt x="665107" y="127979"/>
                </a:lnTo>
                <a:lnTo>
                  <a:pt x="633311" y="96182"/>
                </a:lnTo>
                <a:lnTo>
                  <a:pt x="597969" y="68291"/>
                </a:lnTo>
                <a:lnTo>
                  <a:pt x="559441" y="44665"/>
                </a:lnTo>
                <a:lnTo>
                  <a:pt x="529663" y="30983"/>
                </a:lnTo>
                <a:close/>
              </a:path>
            </a:pathLst>
          </a:custGeom>
          <a:solidFill>
            <a:srgbClr val="1F3D6F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16" name="object 32">
            <a:extLst>
              <a:ext uri="{FF2B5EF4-FFF2-40B4-BE49-F238E27FC236}">
                <a16:creationId xmlns:a16="http://schemas.microsoft.com/office/drawing/2014/main" id="{A2360134-3A45-3085-3709-E4752D07272B}"/>
              </a:ext>
            </a:extLst>
          </p:cNvPr>
          <p:cNvSpPr/>
          <p:nvPr/>
        </p:nvSpPr>
        <p:spPr>
          <a:xfrm>
            <a:off x="1076142" y="10514128"/>
            <a:ext cx="159312" cy="1593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17" name="object 33">
            <a:extLst>
              <a:ext uri="{FF2B5EF4-FFF2-40B4-BE49-F238E27FC236}">
                <a16:creationId xmlns:a16="http://schemas.microsoft.com/office/drawing/2014/main" id="{DB0020E7-FB6C-077E-55F7-0488B7A3642A}"/>
              </a:ext>
            </a:extLst>
          </p:cNvPr>
          <p:cNvSpPr/>
          <p:nvPr/>
        </p:nvSpPr>
        <p:spPr>
          <a:xfrm>
            <a:off x="628795" y="9750010"/>
            <a:ext cx="15567201" cy="0"/>
          </a:xfrm>
          <a:custGeom>
            <a:avLst/>
            <a:gdLst/>
            <a:ahLst/>
            <a:cxnLst/>
            <a:rect l="l" t="t" r="r" b="b"/>
            <a:pathLst>
              <a:path w="15568294">
                <a:moveTo>
                  <a:pt x="0" y="0"/>
                </a:moveTo>
                <a:lnTo>
                  <a:pt x="15568279" y="0"/>
                </a:lnTo>
              </a:path>
            </a:pathLst>
          </a:custGeom>
          <a:ln w="20941">
            <a:solidFill>
              <a:srgbClr val="1F3D6F"/>
            </a:solidFill>
          </a:ln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24DA0F1-0FAF-D721-4729-303376F7D8F4}"/>
              </a:ext>
            </a:extLst>
          </p:cNvPr>
          <p:cNvSpPr txBox="1"/>
          <p:nvPr/>
        </p:nvSpPr>
        <p:spPr>
          <a:xfrm>
            <a:off x="1672148" y="10057435"/>
            <a:ext cx="100497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dirty="0"/>
              <a:t>“La mejor arquitectura es la que todos pueden entender.”</a:t>
            </a:r>
            <a:endParaRPr lang="es-CO" sz="2968" dirty="0">
              <a:latin typeface="Arial" panose="020B0604020202020204" pitchFamily="34" charset="0"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  <p:sp>
        <p:nvSpPr>
          <p:cNvPr id="5" name="object 28">
            <a:extLst>
              <a:ext uri="{FF2B5EF4-FFF2-40B4-BE49-F238E27FC236}">
                <a16:creationId xmlns:a16="http://schemas.microsoft.com/office/drawing/2014/main" id="{72B513D8-CD16-6D01-BC09-7AF7EAA28262}"/>
              </a:ext>
            </a:extLst>
          </p:cNvPr>
          <p:cNvSpPr txBox="1">
            <a:spLocks/>
          </p:cNvSpPr>
          <p:nvPr/>
        </p:nvSpPr>
        <p:spPr>
          <a:xfrm>
            <a:off x="4068839" y="955463"/>
            <a:ext cx="11776006" cy="2641812"/>
          </a:xfrm>
          <a:prstGeom prst="rect">
            <a:avLst/>
          </a:prstGeom>
        </p:spPr>
        <p:txBody>
          <a:bodyPr vert="horz" wrap="square" lIns="0" tIns="11429" rIns="0" bIns="0" rtlCol="0" anchor="ctr">
            <a:spAutoFit/>
          </a:bodyPr>
          <a:lstStyle>
            <a:lvl1pPr>
              <a:defRPr sz="410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R="54608">
              <a:lnSpc>
                <a:spcPts val="11249"/>
              </a:lnSpc>
              <a:spcBef>
                <a:spcPts val="91"/>
              </a:spcBef>
            </a:pPr>
            <a:r>
              <a:rPr lang="es-MX" sz="6600" b="1" kern="0" spc="-600" dirty="0">
                <a:solidFill>
                  <a:srgbClr val="1F3D6F"/>
                </a:solidFill>
              </a:rPr>
              <a:t>Comunicación</a:t>
            </a:r>
            <a:br>
              <a:rPr lang="es-MX" sz="8905" b="1" kern="0" spc="-600" dirty="0">
                <a:solidFill>
                  <a:srgbClr val="1F3D6F"/>
                </a:solidFill>
              </a:rPr>
            </a:br>
            <a:r>
              <a:rPr lang="es-MX" sz="4000" kern="0" spc="-405" dirty="0" err="1">
                <a:solidFill>
                  <a:srgbClr val="1F3D6F"/>
                </a:solidFill>
              </a:rPr>
              <a:t>Comunicación</a:t>
            </a:r>
            <a:r>
              <a:rPr lang="es-MX" sz="4000" kern="0" spc="-405" dirty="0">
                <a:solidFill>
                  <a:srgbClr val="1F3D6F"/>
                </a:solidFill>
              </a:rPr>
              <a:t> efectiva con múltiples audiencias</a:t>
            </a:r>
            <a:endParaRPr lang="es-MX" sz="6600" kern="0" spc="-405" dirty="0">
              <a:solidFill>
                <a:srgbClr val="1F3D6F"/>
              </a:solidFill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ABA7C769-777F-8EDA-0B0B-F3169944755A}"/>
              </a:ext>
            </a:extLst>
          </p:cNvPr>
          <p:cNvSpPr/>
          <p:nvPr/>
        </p:nvSpPr>
        <p:spPr>
          <a:xfrm>
            <a:off x="1050095" y="398"/>
            <a:ext cx="2811863" cy="347491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3C37E1B4-35C7-2DBB-49D0-75D686419C03}"/>
              </a:ext>
            </a:extLst>
          </p:cNvPr>
          <p:cNvSpPr/>
          <p:nvPr/>
        </p:nvSpPr>
        <p:spPr>
          <a:xfrm>
            <a:off x="978101" y="398"/>
            <a:ext cx="2809043" cy="3440824"/>
          </a:xfrm>
          <a:custGeom>
            <a:avLst/>
            <a:gdLst/>
            <a:ahLst/>
            <a:cxnLst/>
            <a:rect l="l" t="t" r="r" b="b"/>
            <a:pathLst>
              <a:path w="2809240" h="3441065">
                <a:moveTo>
                  <a:pt x="2809118" y="0"/>
                </a:moveTo>
                <a:lnTo>
                  <a:pt x="0" y="0"/>
                </a:lnTo>
                <a:lnTo>
                  <a:pt x="0" y="2539315"/>
                </a:lnTo>
                <a:lnTo>
                  <a:pt x="1378554" y="3441005"/>
                </a:lnTo>
                <a:lnTo>
                  <a:pt x="2809118" y="2539315"/>
                </a:lnTo>
                <a:lnTo>
                  <a:pt x="2809118" y="0"/>
                </a:lnTo>
                <a:close/>
              </a:path>
            </a:pathLst>
          </a:custGeom>
          <a:solidFill>
            <a:srgbClr val="1F3D6F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31" name="object 4">
            <a:extLst>
              <a:ext uri="{FF2B5EF4-FFF2-40B4-BE49-F238E27FC236}">
                <a16:creationId xmlns:a16="http://schemas.microsoft.com/office/drawing/2014/main" id="{12958BD9-495C-C40F-4E42-011D1C84847C}"/>
              </a:ext>
            </a:extLst>
          </p:cNvPr>
          <p:cNvSpPr/>
          <p:nvPr/>
        </p:nvSpPr>
        <p:spPr>
          <a:xfrm>
            <a:off x="1207206" y="397"/>
            <a:ext cx="2541091" cy="3285259"/>
          </a:xfrm>
          <a:custGeom>
            <a:avLst/>
            <a:gdLst/>
            <a:ahLst/>
            <a:cxnLst/>
            <a:rect l="l" t="t" r="r" b="b"/>
            <a:pathLst>
              <a:path w="2541270" h="3285490">
                <a:moveTo>
                  <a:pt x="2109632" y="0"/>
                </a:moveTo>
                <a:lnTo>
                  <a:pt x="0" y="0"/>
                </a:lnTo>
                <a:lnTo>
                  <a:pt x="1361851" y="3284945"/>
                </a:lnTo>
                <a:lnTo>
                  <a:pt x="2540978" y="2539313"/>
                </a:lnTo>
                <a:lnTo>
                  <a:pt x="2109632" y="0"/>
                </a:lnTo>
                <a:close/>
              </a:path>
            </a:pathLst>
          </a:custGeom>
          <a:solidFill>
            <a:srgbClr val="FFFFFF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32" name="object 5">
            <a:extLst>
              <a:ext uri="{FF2B5EF4-FFF2-40B4-BE49-F238E27FC236}">
                <a16:creationId xmlns:a16="http://schemas.microsoft.com/office/drawing/2014/main" id="{925D08EF-688F-76FC-92D2-ACE84D8B8444}"/>
              </a:ext>
            </a:extLst>
          </p:cNvPr>
          <p:cNvSpPr/>
          <p:nvPr/>
        </p:nvSpPr>
        <p:spPr>
          <a:xfrm>
            <a:off x="977029" y="398"/>
            <a:ext cx="2092179" cy="2201391"/>
          </a:xfrm>
          <a:custGeom>
            <a:avLst/>
            <a:gdLst/>
            <a:ahLst/>
            <a:cxnLst/>
            <a:rect l="l" t="t" r="r" b="b"/>
            <a:pathLst>
              <a:path w="2092325" h="2201545">
                <a:moveTo>
                  <a:pt x="2091922" y="0"/>
                </a:moveTo>
                <a:lnTo>
                  <a:pt x="1436679" y="0"/>
                </a:lnTo>
                <a:lnTo>
                  <a:pt x="0" y="753264"/>
                </a:lnTo>
                <a:lnTo>
                  <a:pt x="0" y="2201178"/>
                </a:lnTo>
                <a:lnTo>
                  <a:pt x="2091922" y="0"/>
                </a:lnTo>
                <a:close/>
              </a:path>
            </a:pathLst>
          </a:custGeom>
          <a:solidFill>
            <a:srgbClr val="1F3D6F">
              <a:alpha val="14999"/>
            </a:srgbClr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33" name="object 25">
            <a:extLst>
              <a:ext uri="{FF2B5EF4-FFF2-40B4-BE49-F238E27FC236}">
                <a16:creationId xmlns:a16="http://schemas.microsoft.com/office/drawing/2014/main" id="{DBD3E27B-8E9C-1AFC-CF22-1D34FA9864D7}"/>
              </a:ext>
            </a:extLst>
          </p:cNvPr>
          <p:cNvSpPr/>
          <p:nvPr/>
        </p:nvSpPr>
        <p:spPr>
          <a:xfrm>
            <a:off x="1525159" y="899710"/>
            <a:ext cx="1464207" cy="1464207"/>
          </a:xfrm>
          <a:custGeom>
            <a:avLst/>
            <a:gdLst/>
            <a:ahLst/>
            <a:cxnLst/>
            <a:rect l="l" t="t" r="r" b="b"/>
            <a:pathLst>
              <a:path w="1464310" h="1464310">
                <a:moveTo>
                  <a:pt x="732030" y="0"/>
                </a:moveTo>
                <a:lnTo>
                  <a:pt x="683970" y="1560"/>
                </a:lnTo>
                <a:lnTo>
                  <a:pt x="636730" y="6175"/>
                </a:lnTo>
                <a:lnTo>
                  <a:pt x="590407" y="13748"/>
                </a:lnTo>
                <a:lnTo>
                  <a:pt x="545098" y="24183"/>
                </a:lnTo>
                <a:lnTo>
                  <a:pt x="500900" y="37381"/>
                </a:lnTo>
                <a:lnTo>
                  <a:pt x="457910" y="53246"/>
                </a:lnTo>
                <a:lnTo>
                  <a:pt x="416227" y="71680"/>
                </a:lnTo>
                <a:lnTo>
                  <a:pt x="375946" y="92586"/>
                </a:lnTo>
                <a:lnTo>
                  <a:pt x="337165" y="115867"/>
                </a:lnTo>
                <a:lnTo>
                  <a:pt x="299982" y="141425"/>
                </a:lnTo>
                <a:lnTo>
                  <a:pt x="264493" y="169164"/>
                </a:lnTo>
                <a:lnTo>
                  <a:pt x="230795" y="198987"/>
                </a:lnTo>
                <a:lnTo>
                  <a:pt x="198987" y="230795"/>
                </a:lnTo>
                <a:lnTo>
                  <a:pt x="169164" y="264493"/>
                </a:lnTo>
                <a:lnTo>
                  <a:pt x="141425" y="299982"/>
                </a:lnTo>
                <a:lnTo>
                  <a:pt x="115867" y="337165"/>
                </a:lnTo>
                <a:lnTo>
                  <a:pt x="92586" y="375946"/>
                </a:lnTo>
                <a:lnTo>
                  <a:pt x="71680" y="416227"/>
                </a:lnTo>
                <a:lnTo>
                  <a:pt x="53246" y="457910"/>
                </a:lnTo>
                <a:lnTo>
                  <a:pt x="37381" y="500900"/>
                </a:lnTo>
                <a:lnTo>
                  <a:pt x="24183" y="545098"/>
                </a:lnTo>
                <a:lnTo>
                  <a:pt x="13748" y="590407"/>
                </a:lnTo>
                <a:lnTo>
                  <a:pt x="6175" y="636730"/>
                </a:lnTo>
                <a:lnTo>
                  <a:pt x="1560" y="683970"/>
                </a:lnTo>
                <a:lnTo>
                  <a:pt x="0" y="732030"/>
                </a:lnTo>
                <a:lnTo>
                  <a:pt x="1560" y="780088"/>
                </a:lnTo>
                <a:lnTo>
                  <a:pt x="6175" y="827327"/>
                </a:lnTo>
                <a:lnTo>
                  <a:pt x="13748" y="873649"/>
                </a:lnTo>
                <a:lnTo>
                  <a:pt x="24183" y="918957"/>
                </a:lnTo>
                <a:lnTo>
                  <a:pt x="37381" y="963154"/>
                </a:lnTo>
                <a:lnTo>
                  <a:pt x="53246" y="1006143"/>
                </a:lnTo>
                <a:lnTo>
                  <a:pt x="71680" y="1047826"/>
                </a:lnTo>
                <a:lnTo>
                  <a:pt x="92586" y="1088106"/>
                </a:lnTo>
                <a:lnTo>
                  <a:pt x="115867" y="1126886"/>
                </a:lnTo>
                <a:lnTo>
                  <a:pt x="141425" y="1164069"/>
                </a:lnTo>
                <a:lnTo>
                  <a:pt x="169164" y="1199558"/>
                </a:lnTo>
                <a:lnTo>
                  <a:pt x="198987" y="1233255"/>
                </a:lnTo>
                <a:lnTo>
                  <a:pt x="230795" y="1265063"/>
                </a:lnTo>
                <a:lnTo>
                  <a:pt x="264493" y="1294885"/>
                </a:lnTo>
                <a:lnTo>
                  <a:pt x="299982" y="1322624"/>
                </a:lnTo>
                <a:lnTo>
                  <a:pt x="337165" y="1348183"/>
                </a:lnTo>
                <a:lnTo>
                  <a:pt x="375946" y="1371463"/>
                </a:lnTo>
                <a:lnTo>
                  <a:pt x="416227" y="1392369"/>
                </a:lnTo>
                <a:lnTo>
                  <a:pt x="457910" y="1410803"/>
                </a:lnTo>
                <a:lnTo>
                  <a:pt x="500900" y="1426668"/>
                </a:lnTo>
                <a:lnTo>
                  <a:pt x="545098" y="1439866"/>
                </a:lnTo>
                <a:lnTo>
                  <a:pt x="590407" y="1450300"/>
                </a:lnTo>
                <a:lnTo>
                  <a:pt x="636730" y="1457874"/>
                </a:lnTo>
                <a:lnTo>
                  <a:pt x="683970" y="1462489"/>
                </a:lnTo>
                <a:lnTo>
                  <a:pt x="732030" y="1464049"/>
                </a:lnTo>
                <a:lnTo>
                  <a:pt x="780088" y="1462489"/>
                </a:lnTo>
                <a:lnTo>
                  <a:pt x="827327" y="1457874"/>
                </a:lnTo>
                <a:lnTo>
                  <a:pt x="873649" y="1450300"/>
                </a:lnTo>
                <a:lnTo>
                  <a:pt x="918957" y="1439866"/>
                </a:lnTo>
                <a:lnTo>
                  <a:pt x="963154" y="1426668"/>
                </a:lnTo>
                <a:lnTo>
                  <a:pt x="1006143" y="1410803"/>
                </a:lnTo>
                <a:lnTo>
                  <a:pt x="1047826" y="1392369"/>
                </a:lnTo>
                <a:lnTo>
                  <a:pt x="1088106" y="1371463"/>
                </a:lnTo>
                <a:lnTo>
                  <a:pt x="1126886" y="1348183"/>
                </a:lnTo>
                <a:lnTo>
                  <a:pt x="1132925" y="1344032"/>
                </a:lnTo>
                <a:lnTo>
                  <a:pt x="732030" y="1344032"/>
                </a:lnTo>
                <a:lnTo>
                  <a:pt x="684271" y="1342187"/>
                </a:lnTo>
                <a:lnTo>
                  <a:pt x="637506" y="1336744"/>
                </a:lnTo>
                <a:lnTo>
                  <a:pt x="591870" y="1327840"/>
                </a:lnTo>
                <a:lnTo>
                  <a:pt x="547503" y="1315612"/>
                </a:lnTo>
                <a:lnTo>
                  <a:pt x="504539" y="1300197"/>
                </a:lnTo>
                <a:lnTo>
                  <a:pt x="463118" y="1281732"/>
                </a:lnTo>
                <a:lnTo>
                  <a:pt x="423375" y="1260355"/>
                </a:lnTo>
                <a:lnTo>
                  <a:pt x="385447" y="1236202"/>
                </a:lnTo>
                <a:lnTo>
                  <a:pt x="349473" y="1209411"/>
                </a:lnTo>
                <a:lnTo>
                  <a:pt x="315589" y="1180118"/>
                </a:lnTo>
                <a:lnTo>
                  <a:pt x="283932" y="1148461"/>
                </a:lnTo>
                <a:lnTo>
                  <a:pt x="254639" y="1114577"/>
                </a:lnTo>
                <a:lnTo>
                  <a:pt x="227847" y="1078604"/>
                </a:lnTo>
                <a:lnTo>
                  <a:pt x="203694" y="1040677"/>
                </a:lnTo>
                <a:lnTo>
                  <a:pt x="182317" y="1000935"/>
                </a:lnTo>
                <a:lnTo>
                  <a:pt x="163852" y="959514"/>
                </a:lnTo>
                <a:lnTo>
                  <a:pt x="148437" y="916552"/>
                </a:lnTo>
                <a:lnTo>
                  <a:pt x="136209" y="872185"/>
                </a:lnTo>
                <a:lnTo>
                  <a:pt x="127305" y="826551"/>
                </a:lnTo>
                <a:lnTo>
                  <a:pt x="121862" y="779787"/>
                </a:lnTo>
                <a:lnTo>
                  <a:pt x="120017" y="732030"/>
                </a:lnTo>
                <a:lnTo>
                  <a:pt x="121862" y="684271"/>
                </a:lnTo>
                <a:lnTo>
                  <a:pt x="127305" y="637506"/>
                </a:lnTo>
                <a:lnTo>
                  <a:pt x="136209" y="591870"/>
                </a:lnTo>
                <a:lnTo>
                  <a:pt x="148437" y="547503"/>
                </a:lnTo>
                <a:lnTo>
                  <a:pt x="163852" y="504539"/>
                </a:lnTo>
                <a:lnTo>
                  <a:pt x="182317" y="463118"/>
                </a:lnTo>
                <a:lnTo>
                  <a:pt x="203694" y="423375"/>
                </a:lnTo>
                <a:lnTo>
                  <a:pt x="227847" y="385447"/>
                </a:lnTo>
                <a:lnTo>
                  <a:pt x="254639" y="349473"/>
                </a:lnTo>
                <a:lnTo>
                  <a:pt x="283932" y="315589"/>
                </a:lnTo>
                <a:lnTo>
                  <a:pt x="315589" y="283932"/>
                </a:lnTo>
                <a:lnTo>
                  <a:pt x="349473" y="254639"/>
                </a:lnTo>
                <a:lnTo>
                  <a:pt x="385447" y="227847"/>
                </a:lnTo>
                <a:lnTo>
                  <a:pt x="423375" y="203694"/>
                </a:lnTo>
                <a:lnTo>
                  <a:pt x="463118" y="182317"/>
                </a:lnTo>
                <a:lnTo>
                  <a:pt x="504539" y="163852"/>
                </a:lnTo>
                <a:lnTo>
                  <a:pt x="547503" y="148437"/>
                </a:lnTo>
                <a:lnTo>
                  <a:pt x="591870" y="136209"/>
                </a:lnTo>
                <a:lnTo>
                  <a:pt x="637506" y="127305"/>
                </a:lnTo>
                <a:lnTo>
                  <a:pt x="684271" y="121862"/>
                </a:lnTo>
                <a:lnTo>
                  <a:pt x="732030" y="120017"/>
                </a:lnTo>
                <a:lnTo>
                  <a:pt x="1133269" y="120017"/>
                </a:lnTo>
                <a:lnTo>
                  <a:pt x="1105316" y="102055"/>
                </a:lnTo>
                <a:lnTo>
                  <a:pt x="1062478" y="78425"/>
                </a:lnTo>
                <a:lnTo>
                  <a:pt x="1018344" y="57831"/>
                </a:lnTo>
                <a:lnTo>
                  <a:pt x="973016" y="40308"/>
                </a:lnTo>
                <a:lnTo>
                  <a:pt x="926595" y="25892"/>
                </a:lnTo>
                <a:lnTo>
                  <a:pt x="879184" y="14617"/>
                </a:lnTo>
                <a:lnTo>
                  <a:pt x="830885" y="6520"/>
                </a:lnTo>
                <a:lnTo>
                  <a:pt x="781799" y="1636"/>
                </a:lnTo>
                <a:lnTo>
                  <a:pt x="732030" y="0"/>
                </a:lnTo>
                <a:close/>
              </a:path>
              <a:path w="1464310" h="1464310">
                <a:moveTo>
                  <a:pt x="1382385" y="479173"/>
                </a:moveTo>
                <a:lnTo>
                  <a:pt x="1358639" y="481367"/>
                </a:lnTo>
                <a:lnTo>
                  <a:pt x="1337619" y="492591"/>
                </a:lnTo>
                <a:lnTo>
                  <a:pt x="1323043" y="510386"/>
                </a:lnTo>
                <a:lnTo>
                  <a:pt x="1316202" y="532348"/>
                </a:lnTo>
                <a:lnTo>
                  <a:pt x="1318389" y="556077"/>
                </a:lnTo>
                <a:lnTo>
                  <a:pt x="1329578" y="599104"/>
                </a:lnTo>
                <a:lnTo>
                  <a:pt x="1337595" y="642875"/>
                </a:lnTo>
                <a:lnTo>
                  <a:pt x="1342419" y="687235"/>
                </a:lnTo>
                <a:lnTo>
                  <a:pt x="1344032" y="732030"/>
                </a:lnTo>
                <a:lnTo>
                  <a:pt x="1342187" y="779787"/>
                </a:lnTo>
                <a:lnTo>
                  <a:pt x="1336744" y="826551"/>
                </a:lnTo>
                <a:lnTo>
                  <a:pt x="1327840" y="872185"/>
                </a:lnTo>
                <a:lnTo>
                  <a:pt x="1315613" y="916552"/>
                </a:lnTo>
                <a:lnTo>
                  <a:pt x="1300198" y="959514"/>
                </a:lnTo>
                <a:lnTo>
                  <a:pt x="1281734" y="1000935"/>
                </a:lnTo>
                <a:lnTo>
                  <a:pt x="1260357" y="1040677"/>
                </a:lnTo>
                <a:lnTo>
                  <a:pt x="1236205" y="1078604"/>
                </a:lnTo>
                <a:lnTo>
                  <a:pt x="1209414" y="1114577"/>
                </a:lnTo>
                <a:lnTo>
                  <a:pt x="1180122" y="1148461"/>
                </a:lnTo>
                <a:lnTo>
                  <a:pt x="1148465" y="1180118"/>
                </a:lnTo>
                <a:lnTo>
                  <a:pt x="1114582" y="1209411"/>
                </a:lnTo>
                <a:lnTo>
                  <a:pt x="1078608" y="1236202"/>
                </a:lnTo>
                <a:lnTo>
                  <a:pt x="1040682" y="1260355"/>
                </a:lnTo>
                <a:lnTo>
                  <a:pt x="1000939" y="1281732"/>
                </a:lnTo>
                <a:lnTo>
                  <a:pt x="959518" y="1300197"/>
                </a:lnTo>
                <a:lnTo>
                  <a:pt x="916556" y="1315612"/>
                </a:lnTo>
                <a:lnTo>
                  <a:pt x="872188" y="1327840"/>
                </a:lnTo>
                <a:lnTo>
                  <a:pt x="826553" y="1336744"/>
                </a:lnTo>
                <a:lnTo>
                  <a:pt x="779788" y="1342187"/>
                </a:lnTo>
                <a:lnTo>
                  <a:pt x="732030" y="1344032"/>
                </a:lnTo>
                <a:lnTo>
                  <a:pt x="1132925" y="1344032"/>
                </a:lnTo>
                <a:lnTo>
                  <a:pt x="1199558" y="1294885"/>
                </a:lnTo>
                <a:lnTo>
                  <a:pt x="1233255" y="1265063"/>
                </a:lnTo>
                <a:lnTo>
                  <a:pt x="1265063" y="1233255"/>
                </a:lnTo>
                <a:lnTo>
                  <a:pt x="1294885" y="1199558"/>
                </a:lnTo>
                <a:lnTo>
                  <a:pt x="1322624" y="1164069"/>
                </a:lnTo>
                <a:lnTo>
                  <a:pt x="1348183" y="1126886"/>
                </a:lnTo>
                <a:lnTo>
                  <a:pt x="1371463" y="1088106"/>
                </a:lnTo>
                <a:lnTo>
                  <a:pt x="1392369" y="1047826"/>
                </a:lnTo>
                <a:lnTo>
                  <a:pt x="1410803" y="1006143"/>
                </a:lnTo>
                <a:lnTo>
                  <a:pt x="1426668" y="963154"/>
                </a:lnTo>
                <a:lnTo>
                  <a:pt x="1439866" y="918957"/>
                </a:lnTo>
                <a:lnTo>
                  <a:pt x="1450300" y="873649"/>
                </a:lnTo>
                <a:lnTo>
                  <a:pt x="1457874" y="827327"/>
                </a:lnTo>
                <a:lnTo>
                  <a:pt x="1462489" y="780088"/>
                </a:lnTo>
                <a:lnTo>
                  <a:pt x="1464049" y="732030"/>
                </a:lnTo>
                <a:lnTo>
                  <a:pt x="1462118" y="678496"/>
                </a:lnTo>
                <a:lnTo>
                  <a:pt x="1456340" y="625462"/>
                </a:lnTo>
                <a:lnTo>
                  <a:pt x="1446742" y="573112"/>
                </a:lnTo>
                <a:lnTo>
                  <a:pt x="1433349" y="521628"/>
                </a:lnTo>
                <a:lnTo>
                  <a:pt x="1404345" y="486019"/>
                </a:lnTo>
                <a:lnTo>
                  <a:pt x="1382385" y="479173"/>
                </a:lnTo>
                <a:close/>
              </a:path>
              <a:path w="1464310" h="1464310">
                <a:moveTo>
                  <a:pt x="1133269" y="120017"/>
                </a:moveTo>
                <a:lnTo>
                  <a:pt x="732030" y="120017"/>
                </a:lnTo>
                <a:lnTo>
                  <a:pt x="783957" y="122151"/>
                </a:lnTo>
                <a:lnTo>
                  <a:pt x="834955" y="128517"/>
                </a:lnTo>
                <a:lnTo>
                  <a:pt x="884856" y="139055"/>
                </a:lnTo>
                <a:lnTo>
                  <a:pt x="933495" y="153707"/>
                </a:lnTo>
                <a:lnTo>
                  <a:pt x="980704" y="172415"/>
                </a:lnTo>
                <a:lnTo>
                  <a:pt x="1026317" y="195122"/>
                </a:lnTo>
                <a:lnTo>
                  <a:pt x="1070168" y="221768"/>
                </a:lnTo>
                <a:lnTo>
                  <a:pt x="1112091" y="252295"/>
                </a:lnTo>
                <a:lnTo>
                  <a:pt x="1133303" y="263114"/>
                </a:lnTo>
                <a:lnTo>
                  <a:pt x="1178182" y="257947"/>
                </a:lnTo>
                <a:lnTo>
                  <a:pt x="1207228" y="221352"/>
                </a:lnTo>
                <a:lnTo>
                  <a:pt x="1209005" y="198418"/>
                </a:lnTo>
                <a:lnTo>
                  <a:pt x="1202056" y="176488"/>
                </a:lnTo>
                <a:lnTo>
                  <a:pt x="1186696" y="158277"/>
                </a:lnTo>
                <a:lnTo>
                  <a:pt x="1146756" y="128684"/>
                </a:lnTo>
                <a:lnTo>
                  <a:pt x="1133269" y="12001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34" name="object 26">
            <a:extLst>
              <a:ext uri="{FF2B5EF4-FFF2-40B4-BE49-F238E27FC236}">
                <a16:creationId xmlns:a16="http://schemas.microsoft.com/office/drawing/2014/main" id="{CD851ECA-D0F8-9616-0F56-F3275B0381ED}"/>
              </a:ext>
            </a:extLst>
          </p:cNvPr>
          <p:cNvSpPr/>
          <p:nvPr/>
        </p:nvSpPr>
        <p:spPr>
          <a:xfrm>
            <a:off x="1672148" y="1050086"/>
            <a:ext cx="1149270" cy="1149270"/>
          </a:xfrm>
          <a:custGeom>
            <a:avLst/>
            <a:gdLst/>
            <a:ahLst/>
            <a:cxnLst/>
            <a:rect l="l" t="t" r="r" b="b"/>
            <a:pathLst>
              <a:path w="1149350" h="1149350">
                <a:moveTo>
                  <a:pt x="574600" y="0"/>
                </a:moveTo>
                <a:lnTo>
                  <a:pt x="527542" y="1908"/>
                </a:lnTo>
                <a:lnTo>
                  <a:pt x="481519" y="7534"/>
                </a:lnTo>
                <a:lnTo>
                  <a:pt x="436681" y="16728"/>
                </a:lnTo>
                <a:lnTo>
                  <a:pt x="393175" y="29341"/>
                </a:lnTo>
                <a:lnTo>
                  <a:pt x="351152" y="45225"/>
                </a:lnTo>
                <a:lnTo>
                  <a:pt x="310760" y="64231"/>
                </a:lnTo>
                <a:lnTo>
                  <a:pt x="272149" y="86208"/>
                </a:lnTo>
                <a:lnTo>
                  <a:pt x="235466" y="111009"/>
                </a:lnTo>
                <a:lnTo>
                  <a:pt x="200862" y="138485"/>
                </a:lnTo>
                <a:lnTo>
                  <a:pt x="168485" y="168485"/>
                </a:lnTo>
                <a:lnTo>
                  <a:pt x="138485" y="200862"/>
                </a:lnTo>
                <a:lnTo>
                  <a:pt x="111009" y="235466"/>
                </a:lnTo>
                <a:lnTo>
                  <a:pt x="86208" y="272149"/>
                </a:lnTo>
                <a:lnTo>
                  <a:pt x="64231" y="310760"/>
                </a:lnTo>
                <a:lnTo>
                  <a:pt x="45225" y="351152"/>
                </a:lnTo>
                <a:lnTo>
                  <a:pt x="29341" y="393175"/>
                </a:lnTo>
                <a:lnTo>
                  <a:pt x="16728" y="436681"/>
                </a:lnTo>
                <a:lnTo>
                  <a:pt x="7534" y="481519"/>
                </a:lnTo>
                <a:lnTo>
                  <a:pt x="1908" y="527542"/>
                </a:lnTo>
                <a:lnTo>
                  <a:pt x="0" y="574600"/>
                </a:lnTo>
                <a:lnTo>
                  <a:pt x="1908" y="621656"/>
                </a:lnTo>
                <a:lnTo>
                  <a:pt x="7534" y="667678"/>
                </a:lnTo>
                <a:lnTo>
                  <a:pt x="16728" y="712515"/>
                </a:lnTo>
                <a:lnTo>
                  <a:pt x="29341" y="756019"/>
                </a:lnTo>
                <a:lnTo>
                  <a:pt x="45225" y="798041"/>
                </a:lnTo>
                <a:lnTo>
                  <a:pt x="64231" y="838432"/>
                </a:lnTo>
                <a:lnTo>
                  <a:pt x="86208" y="877043"/>
                </a:lnTo>
                <a:lnTo>
                  <a:pt x="111009" y="913725"/>
                </a:lnTo>
                <a:lnTo>
                  <a:pt x="138485" y="948329"/>
                </a:lnTo>
                <a:lnTo>
                  <a:pt x="168485" y="980705"/>
                </a:lnTo>
                <a:lnTo>
                  <a:pt x="200862" y="1010705"/>
                </a:lnTo>
                <a:lnTo>
                  <a:pt x="235466" y="1038180"/>
                </a:lnTo>
                <a:lnTo>
                  <a:pt x="272149" y="1062981"/>
                </a:lnTo>
                <a:lnTo>
                  <a:pt x="310760" y="1084959"/>
                </a:lnTo>
                <a:lnTo>
                  <a:pt x="351152" y="1103964"/>
                </a:lnTo>
                <a:lnTo>
                  <a:pt x="393175" y="1119848"/>
                </a:lnTo>
                <a:lnTo>
                  <a:pt x="436681" y="1132461"/>
                </a:lnTo>
                <a:lnTo>
                  <a:pt x="481519" y="1141655"/>
                </a:lnTo>
                <a:lnTo>
                  <a:pt x="527542" y="1147281"/>
                </a:lnTo>
                <a:lnTo>
                  <a:pt x="574600" y="1149190"/>
                </a:lnTo>
                <a:lnTo>
                  <a:pt x="621658" y="1147281"/>
                </a:lnTo>
                <a:lnTo>
                  <a:pt x="667680" y="1141655"/>
                </a:lnTo>
                <a:lnTo>
                  <a:pt x="712518" y="1132461"/>
                </a:lnTo>
                <a:lnTo>
                  <a:pt x="756023" y="1119848"/>
                </a:lnTo>
                <a:lnTo>
                  <a:pt x="798046" y="1103964"/>
                </a:lnTo>
                <a:lnTo>
                  <a:pt x="838437" y="1084959"/>
                </a:lnTo>
                <a:lnTo>
                  <a:pt x="848256" y="1079370"/>
                </a:lnTo>
                <a:lnTo>
                  <a:pt x="574600" y="1079370"/>
                </a:lnTo>
                <a:lnTo>
                  <a:pt x="526056" y="1077055"/>
                </a:lnTo>
                <a:lnTo>
                  <a:pt x="478803" y="1070252"/>
                </a:lnTo>
                <a:lnTo>
                  <a:pt x="433053" y="1059173"/>
                </a:lnTo>
                <a:lnTo>
                  <a:pt x="389021" y="1044034"/>
                </a:lnTo>
                <a:lnTo>
                  <a:pt x="346919" y="1025045"/>
                </a:lnTo>
                <a:lnTo>
                  <a:pt x="306960" y="1002422"/>
                </a:lnTo>
                <a:lnTo>
                  <a:pt x="269357" y="976376"/>
                </a:lnTo>
                <a:lnTo>
                  <a:pt x="234325" y="947121"/>
                </a:lnTo>
                <a:lnTo>
                  <a:pt x="202075" y="914871"/>
                </a:lnTo>
                <a:lnTo>
                  <a:pt x="172820" y="879838"/>
                </a:lnTo>
                <a:lnTo>
                  <a:pt x="146775" y="842235"/>
                </a:lnTo>
                <a:lnTo>
                  <a:pt x="124152" y="802276"/>
                </a:lnTo>
                <a:lnTo>
                  <a:pt x="105165" y="760174"/>
                </a:lnTo>
                <a:lnTo>
                  <a:pt x="90025" y="716143"/>
                </a:lnTo>
                <a:lnTo>
                  <a:pt x="78948" y="670394"/>
                </a:lnTo>
                <a:lnTo>
                  <a:pt x="72145" y="623142"/>
                </a:lnTo>
                <a:lnTo>
                  <a:pt x="69830" y="574600"/>
                </a:lnTo>
                <a:lnTo>
                  <a:pt x="72145" y="526056"/>
                </a:lnTo>
                <a:lnTo>
                  <a:pt x="78948" y="478802"/>
                </a:lnTo>
                <a:lnTo>
                  <a:pt x="90025" y="433052"/>
                </a:lnTo>
                <a:lnTo>
                  <a:pt x="105165" y="389019"/>
                </a:lnTo>
                <a:lnTo>
                  <a:pt x="124152" y="346917"/>
                </a:lnTo>
                <a:lnTo>
                  <a:pt x="146775" y="306957"/>
                </a:lnTo>
                <a:lnTo>
                  <a:pt x="172820" y="269354"/>
                </a:lnTo>
                <a:lnTo>
                  <a:pt x="202075" y="234320"/>
                </a:lnTo>
                <a:lnTo>
                  <a:pt x="234325" y="202069"/>
                </a:lnTo>
                <a:lnTo>
                  <a:pt x="269357" y="172814"/>
                </a:lnTo>
                <a:lnTo>
                  <a:pt x="306960" y="146768"/>
                </a:lnTo>
                <a:lnTo>
                  <a:pt x="346919" y="124144"/>
                </a:lnTo>
                <a:lnTo>
                  <a:pt x="389021" y="105156"/>
                </a:lnTo>
                <a:lnTo>
                  <a:pt x="433053" y="90016"/>
                </a:lnTo>
                <a:lnTo>
                  <a:pt x="478803" y="78938"/>
                </a:lnTo>
                <a:lnTo>
                  <a:pt x="526056" y="72134"/>
                </a:lnTo>
                <a:lnTo>
                  <a:pt x="574600" y="69819"/>
                </a:lnTo>
                <a:lnTo>
                  <a:pt x="848220" y="69819"/>
                </a:lnTo>
                <a:lnTo>
                  <a:pt x="829156" y="59233"/>
                </a:lnTo>
                <a:lnTo>
                  <a:pt x="781136" y="38108"/>
                </a:lnTo>
                <a:lnTo>
                  <a:pt x="731445" y="21548"/>
                </a:lnTo>
                <a:lnTo>
                  <a:pt x="680309" y="9626"/>
                </a:lnTo>
                <a:lnTo>
                  <a:pt x="627952" y="2419"/>
                </a:lnTo>
                <a:lnTo>
                  <a:pt x="574600" y="0"/>
                </a:lnTo>
                <a:close/>
              </a:path>
              <a:path w="1149350" h="1149350">
                <a:moveTo>
                  <a:pt x="1110395" y="501042"/>
                </a:moveTo>
                <a:lnTo>
                  <a:pt x="1097035" y="504759"/>
                </a:lnTo>
                <a:lnTo>
                  <a:pt x="1086502" y="513021"/>
                </a:lnTo>
                <a:lnTo>
                  <a:pt x="1079834" y="524628"/>
                </a:lnTo>
                <a:lnTo>
                  <a:pt x="1078071" y="538381"/>
                </a:lnTo>
                <a:lnTo>
                  <a:pt x="1078636" y="547340"/>
                </a:lnTo>
                <a:lnTo>
                  <a:pt x="1079043" y="556384"/>
                </a:lnTo>
                <a:lnTo>
                  <a:pt x="1079254" y="564230"/>
                </a:lnTo>
                <a:lnTo>
                  <a:pt x="1079370" y="574600"/>
                </a:lnTo>
                <a:lnTo>
                  <a:pt x="1077055" y="623142"/>
                </a:lnTo>
                <a:lnTo>
                  <a:pt x="1070252" y="670394"/>
                </a:lnTo>
                <a:lnTo>
                  <a:pt x="1059173" y="716143"/>
                </a:lnTo>
                <a:lnTo>
                  <a:pt x="1044034" y="760174"/>
                </a:lnTo>
                <a:lnTo>
                  <a:pt x="1025045" y="802276"/>
                </a:lnTo>
                <a:lnTo>
                  <a:pt x="1002422" y="842235"/>
                </a:lnTo>
                <a:lnTo>
                  <a:pt x="976376" y="879838"/>
                </a:lnTo>
                <a:lnTo>
                  <a:pt x="947121" y="914871"/>
                </a:lnTo>
                <a:lnTo>
                  <a:pt x="914871" y="947121"/>
                </a:lnTo>
                <a:lnTo>
                  <a:pt x="879838" y="976376"/>
                </a:lnTo>
                <a:lnTo>
                  <a:pt x="842235" y="1002422"/>
                </a:lnTo>
                <a:lnTo>
                  <a:pt x="802276" y="1025045"/>
                </a:lnTo>
                <a:lnTo>
                  <a:pt x="760174" y="1044034"/>
                </a:lnTo>
                <a:lnTo>
                  <a:pt x="716143" y="1059173"/>
                </a:lnTo>
                <a:lnTo>
                  <a:pt x="670394" y="1070252"/>
                </a:lnTo>
                <a:lnTo>
                  <a:pt x="623142" y="1077055"/>
                </a:lnTo>
                <a:lnTo>
                  <a:pt x="574600" y="1079370"/>
                </a:lnTo>
                <a:lnTo>
                  <a:pt x="848256" y="1079370"/>
                </a:lnTo>
                <a:lnTo>
                  <a:pt x="913730" y="1038180"/>
                </a:lnTo>
                <a:lnTo>
                  <a:pt x="948333" y="1010705"/>
                </a:lnTo>
                <a:lnTo>
                  <a:pt x="980709" y="980705"/>
                </a:lnTo>
                <a:lnTo>
                  <a:pt x="1010709" y="948329"/>
                </a:lnTo>
                <a:lnTo>
                  <a:pt x="1038184" y="913725"/>
                </a:lnTo>
                <a:lnTo>
                  <a:pt x="1062984" y="877043"/>
                </a:lnTo>
                <a:lnTo>
                  <a:pt x="1084961" y="838432"/>
                </a:lnTo>
                <a:lnTo>
                  <a:pt x="1103965" y="798041"/>
                </a:lnTo>
                <a:lnTo>
                  <a:pt x="1119849" y="756019"/>
                </a:lnTo>
                <a:lnTo>
                  <a:pt x="1132462" y="712515"/>
                </a:lnTo>
                <a:lnTo>
                  <a:pt x="1141656" y="667678"/>
                </a:lnTo>
                <a:lnTo>
                  <a:pt x="1147281" y="621656"/>
                </a:lnTo>
                <a:lnTo>
                  <a:pt x="1149190" y="574600"/>
                </a:lnTo>
                <a:lnTo>
                  <a:pt x="1149098" y="564230"/>
                </a:lnTo>
                <a:lnTo>
                  <a:pt x="1144016" y="520006"/>
                </a:lnTo>
                <a:lnTo>
                  <a:pt x="1124157" y="502817"/>
                </a:lnTo>
                <a:lnTo>
                  <a:pt x="1110395" y="501042"/>
                </a:lnTo>
                <a:close/>
              </a:path>
              <a:path w="1149350" h="1149350">
                <a:moveTo>
                  <a:pt x="848220" y="69819"/>
                </a:moveTo>
                <a:lnTo>
                  <a:pt x="574600" y="69819"/>
                </a:lnTo>
                <a:lnTo>
                  <a:pt x="621467" y="71944"/>
                </a:lnTo>
                <a:lnTo>
                  <a:pt x="667458" y="78273"/>
                </a:lnTo>
                <a:lnTo>
                  <a:pt x="712373" y="88742"/>
                </a:lnTo>
                <a:lnTo>
                  <a:pt x="756016" y="103285"/>
                </a:lnTo>
                <a:lnTo>
                  <a:pt x="798189" y="121835"/>
                </a:lnTo>
                <a:lnTo>
                  <a:pt x="838694" y="144327"/>
                </a:lnTo>
                <a:lnTo>
                  <a:pt x="877334" y="170696"/>
                </a:lnTo>
                <a:lnTo>
                  <a:pt x="889845" y="176664"/>
                </a:lnTo>
                <a:lnTo>
                  <a:pt x="926212" y="163754"/>
                </a:lnTo>
                <a:lnTo>
                  <a:pt x="932873" y="137878"/>
                </a:lnTo>
                <a:lnTo>
                  <a:pt x="928496" y="125231"/>
                </a:lnTo>
                <a:lnTo>
                  <a:pt x="919280" y="114876"/>
                </a:lnTo>
                <a:lnTo>
                  <a:pt x="875279" y="84847"/>
                </a:lnTo>
                <a:lnTo>
                  <a:pt x="848220" y="698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35" name="object 27">
            <a:extLst>
              <a:ext uri="{FF2B5EF4-FFF2-40B4-BE49-F238E27FC236}">
                <a16:creationId xmlns:a16="http://schemas.microsoft.com/office/drawing/2014/main" id="{CB3B8B11-5A52-E93B-2668-D55121CFBFDF}"/>
              </a:ext>
            </a:extLst>
          </p:cNvPr>
          <p:cNvSpPr/>
          <p:nvPr/>
        </p:nvSpPr>
        <p:spPr>
          <a:xfrm>
            <a:off x="1834149" y="1090748"/>
            <a:ext cx="1143554" cy="889572"/>
          </a:xfrm>
          <a:custGeom>
            <a:avLst/>
            <a:gdLst/>
            <a:ahLst/>
            <a:cxnLst/>
            <a:rect l="l" t="t" r="r" b="b"/>
            <a:pathLst>
              <a:path w="1143635" h="889635">
                <a:moveTo>
                  <a:pt x="155407" y="324712"/>
                </a:moveTo>
                <a:lnTo>
                  <a:pt x="113688" y="324712"/>
                </a:lnTo>
                <a:lnTo>
                  <a:pt x="73565" y="337458"/>
                </a:lnTo>
                <a:lnTo>
                  <a:pt x="38237" y="362950"/>
                </a:lnTo>
                <a:lnTo>
                  <a:pt x="12745" y="398274"/>
                </a:lnTo>
                <a:lnTo>
                  <a:pt x="0" y="438396"/>
                </a:lnTo>
                <a:lnTo>
                  <a:pt x="0" y="480117"/>
                </a:lnTo>
                <a:lnTo>
                  <a:pt x="12745" y="520238"/>
                </a:lnTo>
                <a:lnTo>
                  <a:pt x="38237" y="555562"/>
                </a:lnTo>
                <a:lnTo>
                  <a:pt x="345359" y="862694"/>
                </a:lnTo>
                <a:lnTo>
                  <a:pt x="391936" y="887432"/>
                </a:lnTo>
                <a:lnTo>
                  <a:pt x="409190" y="889081"/>
                </a:lnTo>
                <a:lnTo>
                  <a:pt x="426435" y="887432"/>
                </a:lnTo>
                <a:lnTo>
                  <a:pt x="443164" y="882484"/>
                </a:lnTo>
                <a:lnTo>
                  <a:pt x="458857" y="874238"/>
                </a:lnTo>
                <a:lnTo>
                  <a:pt x="472999" y="862694"/>
                </a:lnTo>
                <a:lnTo>
                  <a:pt x="516401" y="819292"/>
                </a:lnTo>
                <a:lnTo>
                  <a:pt x="409183" y="819292"/>
                </a:lnTo>
                <a:lnTo>
                  <a:pt x="401492" y="817800"/>
                </a:lnTo>
                <a:lnTo>
                  <a:pt x="394740" y="813324"/>
                </a:lnTo>
                <a:lnTo>
                  <a:pt x="87618" y="506202"/>
                </a:lnTo>
                <a:lnTo>
                  <a:pt x="73058" y="484254"/>
                </a:lnTo>
                <a:lnTo>
                  <a:pt x="68205" y="459263"/>
                </a:lnTo>
                <a:lnTo>
                  <a:pt x="73058" y="434274"/>
                </a:lnTo>
                <a:lnTo>
                  <a:pt x="98015" y="403833"/>
                </a:lnTo>
                <a:lnTo>
                  <a:pt x="134549" y="392918"/>
                </a:lnTo>
                <a:lnTo>
                  <a:pt x="260819" y="392918"/>
                </a:lnTo>
                <a:lnTo>
                  <a:pt x="230849" y="362950"/>
                </a:lnTo>
                <a:lnTo>
                  <a:pt x="195527" y="337458"/>
                </a:lnTo>
                <a:lnTo>
                  <a:pt x="155407" y="324712"/>
                </a:lnTo>
                <a:close/>
              </a:path>
              <a:path w="1143635" h="889635">
                <a:moveTo>
                  <a:pt x="1126459" y="68195"/>
                </a:moveTo>
                <a:lnTo>
                  <a:pt x="1008534" y="68195"/>
                </a:lnTo>
                <a:lnTo>
                  <a:pt x="1033525" y="73048"/>
                </a:lnTo>
                <a:lnTo>
                  <a:pt x="1055474" y="87608"/>
                </a:lnTo>
                <a:lnTo>
                  <a:pt x="1070027" y="109555"/>
                </a:lnTo>
                <a:lnTo>
                  <a:pt x="1074879" y="134543"/>
                </a:lnTo>
                <a:lnTo>
                  <a:pt x="1070027" y="159532"/>
                </a:lnTo>
                <a:lnTo>
                  <a:pt x="1055474" y="181479"/>
                </a:lnTo>
                <a:lnTo>
                  <a:pt x="423618" y="813324"/>
                </a:lnTo>
                <a:lnTo>
                  <a:pt x="416872" y="817800"/>
                </a:lnTo>
                <a:lnTo>
                  <a:pt x="409183" y="819292"/>
                </a:lnTo>
                <a:lnTo>
                  <a:pt x="516401" y="819292"/>
                </a:lnTo>
                <a:lnTo>
                  <a:pt x="1104844" y="230849"/>
                </a:lnTo>
                <a:lnTo>
                  <a:pt x="1130331" y="195522"/>
                </a:lnTo>
                <a:lnTo>
                  <a:pt x="1143074" y="155399"/>
                </a:lnTo>
                <a:lnTo>
                  <a:pt x="1143074" y="113680"/>
                </a:lnTo>
                <a:lnTo>
                  <a:pt x="1130331" y="73560"/>
                </a:lnTo>
                <a:lnTo>
                  <a:pt x="1126459" y="68195"/>
                </a:lnTo>
                <a:close/>
              </a:path>
              <a:path w="1143635" h="889635">
                <a:moveTo>
                  <a:pt x="260819" y="392918"/>
                </a:moveTo>
                <a:lnTo>
                  <a:pt x="134549" y="392918"/>
                </a:lnTo>
                <a:lnTo>
                  <a:pt x="147233" y="394131"/>
                </a:lnTo>
                <a:lnTo>
                  <a:pt x="159537" y="397771"/>
                </a:lnTo>
                <a:lnTo>
                  <a:pt x="171081" y="403838"/>
                </a:lnTo>
                <a:lnTo>
                  <a:pt x="181479" y="412331"/>
                </a:lnTo>
                <a:lnTo>
                  <a:pt x="364929" y="595781"/>
                </a:lnTo>
                <a:lnTo>
                  <a:pt x="374481" y="603627"/>
                </a:lnTo>
                <a:lnTo>
                  <a:pt x="385222" y="609372"/>
                </a:lnTo>
                <a:lnTo>
                  <a:pt x="396882" y="612903"/>
                </a:lnTo>
                <a:lnTo>
                  <a:pt x="409190" y="614105"/>
                </a:lnTo>
                <a:lnTo>
                  <a:pt x="421491" y="612903"/>
                </a:lnTo>
                <a:lnTo>
                  <a:pt x="433148" y="609372"/>
                </a:lnTo>
                <a:lnTo>
                  <a:pt x="443888" y="603627"/>
                </a:lnTo>
                <a:lnTo>
                  <a:pt x="453440" y="595781"/>
                </a:lnTo>
                <a:lnTo>
                  <a:pt x="507939" y="541280"/>
                </a:lnTo>
                <a:lnTo>
                  <a:pt x="409190" y="541280"/>
                </a:lnTo>
                <a:lnTo>
                  <a:pt x="260819" y="392918"/>
                </a:lnTo>
                <a:close/>
              </a:path>
              <a:path w="1143635" h="889635">
                <a:moveTo>
                  <a:pt x="1029398" y="0"/>
                </a:moveTo>
                <a:lnTo>
                  <a:pt x="987677" y="0"/>
                </a:lnTo>
                <a:lnTo>
                  <a:pt x="947556" y="12745"/>
                </a:lnTo>
                <a:lnTo>
                  <a:pt x="912232" y="38237"/>
                </a:lnTo>
                <a:lnTo>
                  <a:pt x="409190" y="541280"/>
                </a:lnTo>
                <a:lnTo>
                  <a:pt x="507939" y="541280"/>
                </a:lnTo>
                <a:lnTo>
                  <a:pt x="961602" y="87608"/>
                </a:lnTo>
                <a:lnTo>
                  <a:pt x="983545" y="73048"/>
                </a:lnTo>
                <a:lnTo>
                  <a:pt x="1008534" y="68195"/>
                </a:lnTo>
                <a:lnTo>
                  <a:pt x="1126459" y="68195"/>
                </a:lnTo>
                <a:lnTo>
                  <a:pt x="1104844" y="38237"/>
                </a:lnTo>
                <a:lnTo>
                  <a:pt x="1069520" y="12745"/>
                </a:lnTo>
                <a:lnTo>
                  <a:pt x="10293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E7476-9048-723E-3B2C-4D74AD4D1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57AE52C-FE5C-FF28-4FC3-0F79274E0875}"/>
              </a:ext>
            </a:extLst>
          </p:cNvPr>
          <p:cNvSpPr/>
          <p:nvPr/>
        </p:nvSpPr>
        <p:spPr>
          <a:xfrm>
            <a:off x="1050095" y="398"/>
            <a:ext cx="2811863" cy="3474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0FDF153-B0FF-1217-ECCD-C853A6737475}"/>
              </a:ext>
            </a:extLst>
          </p:cNvPr>
          <p:cNvSpPr/>
          <p:nvPr/>
        </p:nvSpPr>
        <p:spPr>
          <a:xfrm>
            <a:off x="978101" y="398"/>
            <a:ext cx="2809043" cy="3440824"/>
          </a:xfrm>
          <a:custGeom>
            <a:avLst/>
            <a:gdLst/>
            <a:ahLst/>
            <a:cxnLst/>
            <a:rect l="l" t="t" r="r" b="b"/>
            <a:pathLst>
              <a:path w="2809240" h="3441065">
                <a:moveTo>
                  <a:pt x="2809118" y="0"/>
                </a:moveTo>
                <a:lnTo>
                  <a:pt x="0" y="0"/>
                </a:lnTo>
                <a:lnTo>
                  <a:pt x="0" y="2539315"/>
                </a:lnTo>
                <a:lnTo>
                  <a:pt x="1378554" y="3441005"/>
                </a:lnTo>
                <a:lnTo>
                  <a:pt x="2809118" y="2539315"/>
                </a:lnTo>
                <a:lnTo>
                  <a:pt x="2809118" y="0"/>
                </a:lnTo>
                <a:close/>
              </a:path>
            </a:pathLst>
          </a:custGeom>
          <a:solidFill>
            <a:srgbClr val="1F3D6F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4916CF1-B355-0012-FFE8-C7BC9C617D34}"/>
              </a:ext>
            </a:extLst>
          </p:cNvPr>
          <p:cNvSpPr/>
          <p:nvPr/>
        </p:nvSpPr>
        <p:spPr>
          <a:xfrm>
            <a:off x="1207206" y="397"/>
            <a:ext cx="2541091" cy="3285259"/>
          </a:xfrm>
          <a:custGeom>
            <a:avLst/>
            <a:gdLst/>
            <a:ahLst/>
            <a:cxnLst/>
            <a:rect l="l" t="t" r="r" b="b"/>
            <a:pathLst>
              <a:path w="2541270" h="3285490">
                <a:moveTo>
                  <a:pt x="2109632" y="0"/>
                </a:moveTo>
                <a:lnTo>
                  <a:pt x="0" y="0"/>
                </a:lnTo>
                <a:lnTo>
                  <a:pt x="1361851" y="3284945"/>
                </a:lnTo>
                <a:lnTo>
                  <a:pt x="2540978" y="2539313"/>
                </a:lnTo>
                <a:lnTo>
                  <a:pt x="2109632" y="0"/>
                </a:lnTo>
                <a:close/>
              </a:path>
            </a:pathLst>
          </a:custGeom>
          <a:solidFill>
            <a:srgbClr val="FFFFFF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75620AB-6392-119A-606E-A67C40A439D6}"/>
              </a:ext>
            </a:extLst>
          </p:cNvPr>
          <p:cNvSpPr/>
          <p:nvPr/>
        </p:nvSpPr>
        <p:spPr>
          <a:xfrm>
            <a:off x="977029" y="398"/>
            <a:ext cx="2092179" cy="2201391"/>
          </a:xfrm>
          <a:custGeom>
            <a:avLst/>
            <a:gdLst/>
            <a:ahLst/>
            <a:cxnLst/>
            <a:rect l="l" t="t" r="r" b="b"/>
            <a:pathLst>
              <a:path w="2092325" h="2201545">
                <a:moveTo>
                  <a:pt x="2091922" y="0"/>
                </a:moveTo>
                <a:lnTo>
                  <a:pt x="1436679" y="0"/>
                </a:lnTo>
                <a:lnTo>
                  <a:pt x="0" y="753264"/>
                </a:lnTo>
                <a:lnTo>
                  <a:pt x="0" y="2201178"/>
                </a:lnTo>
                <a:lnTo>
                  <a:pt x="2091922" y="0"/>
                </a:lnTo>
                <a:close/>
              </a:path>
            </a:pathLst>
          </a:custGeom>
          <a:solidFill>
            <a:srgbClr val="1F3D6F">
              <a:alpha val="14999"/>
            </a:srgbClr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1963CDB-F5D4-33A1-3F8D-95F372AFF669}"/>
              </a:ext>
            </a:extLst>
          </p:cNvPr>
          <p:cNvSpPr/>
          <p:nvPr/>
        </p:nvSpPr>
        <p:spPr>
          <a:xfrm>
            <a:off x="16754151" y="398"/>
            <a:ext cx="3349244" cy="78418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CEFDFE8-F7C7-1FBF-A668-0461CCDBAE5E}"/>
              </a:ext>
            </a:extLst>
          </p:cNvPr>
          <p:cNvSpPr/>
          <p:nvPr/>
        </p:nvSpPr>
        <p:spPr>
          <a:xfrm>
            <a:off x="16775168" y="5955483"/>
            <a:ext cx="3328436" cy="5352674"/>
          </a:xfrm>
          <a:custGeom>
            <a:avLst/>
            <a:gdLst/>
            <a:ahLst/>
            <a:cxnLst/>
            <a:rect l="l" t="t" r="r" b="b"/>
            <a:pathLst>
              <a:path w="3328669" h="5353050">
                <a:moveTo>
                  <a:pt x="0" y="0"/>
                </a:moveTo>
                <a:lnTo>
                  <a:pt x="0" y="5353051"/>
                </a:lnTo>
                <a:lnTo>
                  <a:pt x="3328453" y="5353051"/>
                </a:lnTo>
                <a:lnTo>
                  <a:pt x="3328453" y="141451"/>
                </a:lnTo>
                <a:lnTo>
                  <a:pt x="0" y="0"/>
                </a:lnTo>
                <a:close/>
              </a:path>
            </a:pathLst>
          </a:custGeom>
          <a:solidFill>
            <a:srgbClr val="834E3E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9AB0453F-A15A-D4E0-2D4A-D4215DFBEE9D}"/>
              </a:ext>
            </a:extLst>
          </p:cNvPr>
          <p:cNvSpPr/>
          <p:nvPr/>
        </p:nvSpPr>
        <p:spPr>
          <a:xfrm>
            <a:off x="16775163" y="6196288"/>
            <a:ext cx="3328231" cy="51118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F1E16AC0-2BCD-1E7B-FFCA-5252A78952E0}"/>
              </a:ext>
            </a:extLst>
          </p:cNvPr>
          <p:cNvSpPr/>
          <p:nvPr/>
        </p:nvSpPr>
        <p:spPr>
          <a:xfrm>
            <a:off x="18321276" y="5470297"/>
            <a:ext cx="1782319" cy="241919"/>
          </a:xfrm>
          <a:custGeom>
            <a:avLst/>
            <a:gdLst/>
            <a:ahLst/>
            <a:cxnLst/>
            <a:rect l="l" t="t" r="r" b="b"/>
            <a:pathLst>
              <a:path w="1782444" h="241935">
                <a:moveTo>
                  <a:pt x="1782244" y="0"/>
                </a:moveTo>
                <a:lnTo>
                  <a:pt x="0" y="0"/>
                </a:lnTo>
                <a:lnTo>
                  <a:pt x="31412" y="241634"/>
                </a:lnTo>
                <a:lnTo>
                  <a:pt x="1782244" y="241634"/>
                </a:lnTo>
                <a:lnTo>
                  <a:pt x="1782244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BBBFCD3D-95E3-F92A-7A80-C3798DECD362}"/>
              </a:ext>
            </a:extLst>
          </p:cNvPr>
          <p:cNvSpPr/>
          <p:nvPr/>
        </p:nvSpPr>
        <p:spPr>
          <a:xfrm>
            <a:off x="17726566" y="5403675"/>
            <a:ext cx="2376828" cy="5402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D41FDA15-709E-3A75-4ACA-EDDBFCA4E55F}"/>
              </a:ext>
            </a:extLst>
          </p:cNvPr>
          <p:cNvSpPr txBox="1"/>
          <p:nvPr/>
        </p:nvSpPr>
        <p:spPr>
          <a:xfrm>
            <a:off x="18519552" y="5451717"/>
            <a:ext cx="1421031" cy="228267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12699">
              <a:spcBef>
                <a:spcPts val="101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Edificio Ad</a:t>
            </a:r>
            <a:r>
              <a:rPr sz="1400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Portas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A35FAED5-238B-0003-504B-3245D644488D}"/>
              </a:ext>
            </a:extLst>
          </p:cNvPr>
          <p:cNvSpPr/>
          <p:nvPr/>
        </p:nvSpPr>
        <p:spPr>
          <a:xfrm>
            <a:off x="1525159" y="899710"/>
            <a:ext cx="1464207" cy="1464207"/>
          </a:xfrm>
          <a:custGeom>
            <a:avLst/>
            <a:gdLst/>
            <a:ahLst/>
            <a:cxnLst/>
            <a:rect l="l" t="t" r="r" b="b"/>
            <a:pathLst>
              <a:path w="1464310" h="1464310">
                <a:moveTo>
                  <a:pt x="732030" y="0"/>
                </a:moveTo>
                <a:lnTo>
                  <a:pt x="683970" y="1560"/>
                </a:lnTo>
                <a:lnTo>
                  <a:pt x="636730" y="6175"/>
                </a:lnTo>
                <a:lnTo>
                  <a:pt x="590407" y="13748"/>
                </a:lnTo>
                <a:lnTo>
                  <a:pt x="545098" y="24183"/>
                </a:lnTo>
                <a:lnTo>
                  <a:pt x="500900" y="37381"/>
                </a:lnTo>
                <a:lnTo>
                  <a:pt x="457910" y="53246"/>
                </a:lnTo>
                <a:lnTo>
                  <a:pt x="416227" y="71680"/>
                </a:lnTo>
                <a:lnTo>
                  <a:pt x="375946" y="92586"/>
                </a:lnTo>
                <a:lnTo>
                  <a:pt x="337165" y="115867"/>
                </a:lnTo>
                <a:lnTo>
                  <a:pt x="299982" y="141425"/>
                </a:lnTo>
                <a:lnTo>
                  <a:pt x="264493" y="169164"/>
                </a:lnTo>
                <a:lnTo>
                  <a:pt x="230795" y="198987"/>
                </a:lnTo>
                <a:lnTo>
                  <a:pt x="198987" y="230795"/>
                </a:lnTo>
                <a:lnTo>
                  <a:pt x="169164" y="264493"/>
                </a:lnTo>
                <a:lnTo>
                  <a:pt x="141425" y="299982"/>
                </a:lnTo>
                <a:lnTo>
                  <a:pt x="115867" y="337165"/>
                </a:lnTo>
                <a:lnTo>
                  <a:pt x="92586" y="375946"/>
                </a:lnTo>
                <a:lnTo>
                  <a:pt x="71680" y="416227"/>
                </a:lnTo>
                <a:lnTo>
                  <a:pt x="53246" y="457910"/>
                </a:lnTo>
                <a:lnTo>
                  <a:pt x="37381" y="500900"/>
                </a:lnTo>
                <a:lnTo>
                  <a:pt x="24183" y="545098"/>
                </a:lnTo>
                <a:lnTo>
                  <a:pt x="13748" y="590407"/>
                </a:lnTo>
                <a:lnTo>
                  <a:pt x="6175" y="636730"/>
                </a:lnTo>
                <a:lnTo>
                  <a:pt x="1560" y="683970"/>
                </a:lnTo>
                <a:lnTo>
                  <a:pt x="0" y="732030"/>
                </a:lnTo>
                <a:lnTo>
                  <a:pt x="1560" y="780088"/>
                </a:lnTo>
                <a:lnTo>
                  <a:pt x="6175" y="827327"/>
                </a:lnTo>
                <a:lnTo>
                  <a:pt x="13748" y="873649"/>
                </a:lnTo>
                <a:lnTo>
                  <a:pt x="24183" y="918957"/>
                </a:lnTo>
                <a:lnTo>
                  <a:pt x="37381" y="963154"/>
                </a:lnTo>
                <a:lnTo>
                  <a:pt x="53246" y="1006143"/>
                </a:lnTo>
                <a:lnTo>
                  <a:pt x="71680" y="1047826"/>
                </a:lnTo>
                <a:lnTo>
                  <a:pt x="92586" y="1088106"/>
                </a:lnTo>
                <a:lnTo>
                  <a:pt x="115867" y="1126886"/>
                </a:lnTo>
                <a:lnTo>
                  <a:pt x="141425" y="1164069"/>
                </a:lnTo>
                <a:lnTo>
                  <a:pt x="169164" y="1199558"/>
                </a:lnTo>
                <a:lnTo>
                  <a:pt x="198987" y="1233255"/>
                </a:lnTo>
                <a:lnTo>
                  <a:pt x="230795" y="1265063"/>
                </a:lnTo>
                <a:lnTo>
                  <a:pt x="264493" y="1294885"/>
                </a:lnTo>
                <a:lnTo>
                  <a:pt x="299982" y="1322624"/>
                </a:lnTo>
                <a:lnTo>
                  <a:pt x="337165" y="1348183"/>
                </a:lnTo>
                <a:lnTo>
                  <a:pt x="375946" y="1371463"/>
                </a:lnTo>
                <a:lnTo>
                  <a:pt x="416227" y="1392369"/>
                </a:lnTo>
                <a:lnTo>
                  <a:pt x="457910" y="1410803"/>
                </a:lnTo>
                <a:lnTo>
                  <a:pt x="500900" y="1426668"/>
                </a:lnTo>
                <a:lnTo>
                  <a:pt x="545098" y="1439866"/>
                </a:lnTo>
                <a:lnTo>
                  <a:pt x="590407" y="1450300"/>
                </a:lnTo>
                <a:lnTo>
                  <a:pt x="636730" y="1457874"/>
                </a:lnTo>
                <a:lnTo>
                  <a:pt x="683970" y="1462489"/>
                </a:lnTo>
                <a:lnTo>
                  <a:pt x="732030" y="1464049"/>
                </a:lnTo>
                <a:lnTo>
                  <a:pt x="780088" y="1462489"/>
                </a:lnTo>
                <a:lnTo>
                  <a:pt x="827327" y="1457874"/>
                </a:lnTo>
                <a:lnTo>
                  <a:pt x="873649" y="1450300"/>
                </a:lnTo>
                <a:lnTo>
                  <a:pt x="918957" y="1439866"/>
                </a:lnTo>
                <a:lnTo>
                  <a:pt x="963154" y="1426668"/>
                </a:lnTo>
                <a:lnTo>
                  <a:pt x="1006143" y="1410803"/>
                </a:lnTo>
                <a:lnTo>
                  <a:pt x="1047826" y="1392369"/>
                </a:lnTo>
                <a:lnTo>
                  <a:pt x="1088106" y="1371463"/>
                </a:lnTo>
                <a:lnTo>
                  <a:pt x="1126886" y="1348183"/>
                </a:lnTo>
                <a:lnTo>
                  <a:pt x="1132925" y="1344032"/>
                </a:lnTo>
                <a:lnTo>
                  <a:pt x="732030" y="1344032"/>
                </a:lnTo>
                <a:lnTo>
                  <a:pt x="684271" y="1342187"/>
                </a:lnTo>
                <a:lnTo>
                  <a:pt x="637506" y="1336744"/>
                </a:lnTo>
                <a:lnTo>
                  <a:pt x="591870" y="1327840"/>
                </a:lnTo>
                <a:lnTo>
                  <a:pt x="547503" y="1315612"/>
                </a:lnTo>
                <a:lnTo>
                  <a:pt x="504539" y="1300197"/>
                </a:lnTo>
                <a:lnTo>
                  <a:pt x="463118" y="1281732"/>
                </a:lnTo>
                <a:lnTo>
                  <a:pt x="423375" y="1260355"/>
                </a:lnTo>
                <a:lnTo>
                  <a:pt x="385447" y="1236202"/>
                </a:lnTo>
                <a:lnTo>
                  <a:pt x="349473" y="1209411"/>
                </a:lnTo>
                <a:lnTo>
                  <a:pt x="315589" y="1180118"/>
                </a:lnTo>
                <a:lnTo>
                  <a:pt x="283932" y="1148461"/>
                </a:lnTo>
                <a:lnTo>
                  <a:pt x="254639" y="1114577"/>
                </a:lnTo>
                <a:lnTo>
                  <a:pt x="227847" y="1078604"/>
                </a:lnTo>
                <a:lnTo>
                  <a:pt x="203694" y="1040677"/>
                </a:lnTo>
                <a:lnTo>
                  <a:pt x="182317" y="1000935"/>
                </a:lnTo>
                <a:lnTo>
                  <a:pt x="163852" y="959514"/>
                </a:lnTo>
                <a:lnTo>
                  <a:pt x="148437" y="916552"/>
                </a:lnTo>
                <a:lnTo>
                  <a:pt x="136209" y="872185"/>
                </a:lnTo>
                <a:lnTo>
                  <a:pt x="127305" y="826551"/>
                </a:lnTo>
                <a:lnTo>
                  <a:pt x="121862" y="779787"/>
                </a:lnTo>
                <a:lnTo>
                  <a:pt x="120017" y="732030"/>
                </a:lnTo>
                <a:lnTo>
                  <a:pt x="121862" y="684271"/>
                </a:lnTo>
                <a:lnTo>
                  <a:pt x="127305" y="637506"/>
                </a:lnTo>
                <a:lnTo>
                  <a:pt x="136209" y="591870"/>
                </a:lnTo>
                <a:lnTo>
                  <a:pt x="148437" y="547503"/>
                </a:lnTo>
                <a:lnTo>
                  <a:pt x="163852" y="504539"/>
                </a:lnTo>
                <a:lnTo>
                  <a:pt x="182317" y="463118"/>
                </a:lnTo>
                <a:lnTo>
                  <a:pt x="203694" y="423375"/>
                </a:lnTo>
                <a:lnTo>
                  <a:pt x="227847" y="385447"/>
                </a:lnTo>
                <a:lnTo>
                  <a:pt x="254639" y="349473"/>
                </a:lnTo>
                <a:lnTo>
                  <a:pt x="283932" y="315589"/>
                </a:lnTo>
                <a:lnTo>
                  <a:pt x="315589" y="283932"/>
                </a:lnTo>
                <a:lnTo>
                  <a:pt x="349473" y="254639"/>
                </a:lnTo>
                <a:lnTo>
                  <a:pt x="385447" y="227847"/>
                </a:lnTo>
                <a:lnTo>
                  <a:pt x="423375" y="203694"/>
                </a:lnTo>
                <a:lnTo>
                  <a:pt x="463118" y="182317"/>
                </a:lnTo>
                <a:lnTo>
                  <a:pt x="504539" y="163852"/>
                </a:lnTo>
                <a:lnTo>
                  <a:pt x="547503" y="148437"/>
                </a:lnTo>
                <a:lnTo>
                  <a:pt x="591870" y="136209"/>
                </a:lnTo>
                <a:lnTo>
                  <a:pt x="637506" y="127305"/>
                </a:lnTo>
                <a:lnTo>
                  <a:pt x="684271" y="121862"/>
                </a:lnTo>
                <a:lnTo>
                  <a:pt x="732030" y="120017"/>
                </a:lnTo>
                <a:lnTo>
                  <a:pt x="1133269" y="120017"/>
                </a:lnTo>
                <a:lnTo>
                  <a:pt x="1105316" y="102055"/>
                </a:lnTo>
                <a:lnTo>
                  <a:pt x="1062478" y="78425"/>
                </a:lnTo>
                <a:lnTo>
                  <a:pt x="1018344" y="57831"/>
                </a:lnTo>
                <a:lnTo>
                  <a:pt x="973016" y="40308"/>
                </a:lnTo>
                <a:lnTo>
                  <a:pt x="926595" y="25892"/>
                </a:lnTo>
                <a:lnTo>
                  <a:pt x="879184" y="14617"/>
                </a:lnTo>
                <a:lnTo>
                  <a:pt x="830885" y="6520"/>
                </a:lnTo>
                <a:lnTo>
                  <a:pt x="781799" y="1636"/>
                </a:lnTo>
                <a:lnTo>
                  <a:pt x="732030" y="0"/>
                </a:lnTo>
                <a:close/>
              </a:path>
              <a:path w="1464310" h="1464310">
                <a:moveTo>
                  <a:pt x="1382385" y="479173"/>
                </a:moveTo>
                <a:lnTo>
                  <a:pt x="1358639" y="481367"/>
                </a:lnTo>
                <a:lnTo>
                  <a:pt x="1337619" y="492591"/>
                </a:lnTo>
                <a:lnTo>
                  <a:pt x="1323043" y="510386"/>
                </a:lnTo>
                <a:lnTo>
                  <a:pt x="1316202" y="532348"/>
                </a:lnTo>
                <a:lnTo>
                  <a:pt x="1318389" y="556077"/>
                </a:lnTo>
                <a:lnTo>
                  <a:pt x="1329578" y="599104"/>
                </a:lnTo>
                <a:lnTo>
                  <a:pt x="1337595" y="642875"/>
                </a:lnTo>
                <a:lnTo>
                  <a:pt x="1342419" y="687235"/>
                </a:lnTo>
                <a:lnTo>
                  <a:pt x="1344032" y="732030"/>
                </a:lnTo>
                <a:lnTo>
                  <a:pt x="1342187" y="779787"/>
                </a:lnTo>
                <a:lnTo>
                  <a:pt x="1336744" y="826551"/>
                </a:lnTo>
                <a:lnTo>
                  <a:pt x="1327840" y="872185"/>
                </a:lnTo>
                <a:lnTo>
                  <a:pt x="1315613" y="916552"/>
                </a:lnTo>
                <a:lnTo>
                  <a:pt x="1300198" y="959514"/>
                </a:lnTo>
                <a:lnTo>
                  <a:pt x="1281734" y="1000935"/>
                </a:lnTo>
                <a:lnTo>
                  <a:pt x="1260357" y="1040677"/>
                </a:lnTo>
                <a:lnTo>
                  <a:pt x="1236205" y="1078604"/>
                </a:lnTo>
                <a:lnTo>
                  <a:pt x="1209414" y="1114577"/>
                </a:lnTo>
                <a:lnTo>
                  <a:pt x="1180122" y="1148461"/>
                </a:lnTo>
                <a:lnTo>
                  <a:pt x="1148465" y="1180118"/>
                </a:lnTo>
                <a:lnTo>
                  <a:pt x="1114582" y="1209411"/>
                </a:lnTo>
                <a:lnTo>
                  <a:pt x="1078608" y="1236202"/>
                </a:lnTo>
                <a:lnTo>
                  <a:pt x="1040682" y="1260355"/>
                </a:lnTo>
                <a:lnTo>
                  <a:pt x="1000939" y="1281732"/>
                </a:lnTo>
                <a:lnTo>
                  <a:pt x="959518" y="1300197"/>
                </a:lnTo>
                <a:lnTo>
                  <a:pt x="916556" y="1315612"/>
                </a:lnTo>
                <a:lnTo>
                  <a:pt x="872188" y="1327840"/>
                </a:lnTo>
                <a:lnTo>
                  <a:pt x="826553" y="1336744"/>
                </a:lnTo>
                <a:lnTo>
                  <a:pt x="779788" y="1342187"/>
                </a:lnTo>
                <a:lnTo>
                  <a:pt x="732030" y="1344032"/>
                </a:lnTo>
                <a:lnTo>
                  <a:pt x="1132925" y="1344032"/>
                </a:lnTo>
                <a:lnTo>
                  <a:pt x="1199558" y="1294885"/>
                </a:lnTo>
                <a:lnTo>
                  <a:pt x="1233255" y="1265063"/>
                </a:lnTo>
                <a:lnTo>
                  <a:pt x="1265063" y="1233255"/>
                </a:lnTo>
                <a:lnTo>
                  <a:pt x="1294885" y="1199558"/>
                </a:lnTo>
                <a:lnTo>
                  <a:pt x="1322624" y="1164069"/>
                </a:lnTo>
                <a:lnTo>
                  <a:pt x="1348183" y="1126886"/>
                </a:lnTo>
                <a:lnTo>
                  <a:pt x="1371463" y="1088106"/>
                </a:lnTo>
                <a:lnTo>
                  <a:pt x="1392369" y="1047826"/>
                </a:lnTo>
                <a:lnTo>
                  <a:pt x="1410803" y="1006143"/>
                </a:lnTo>
                <a:lnTo>
                  <a:pt x="1426668" y="963154"/>
                </a:lnTo>
                <a:lnTo>
                  <a:pt x="1439866" y="918957"/>
                </a:lnTo>
                <a:lnTo>
                  <a:pt x="1450300" y="873649"/>
                </a:lnTo>
                <a:lnTo>
                  <a:pt x="1457874" y="827327"/>
                </a:lnTo>
                <a:lnTo>
                  <a:pt x="1462489" y="780088"/>
                </a:lnTo>
                <a:lnTo>
                  <a:pt x="1464049" y="732030"/>
                </a:lnTo>
                <a:lnTo>
                  <a:pt x="1462118" y="678496"/>
                </a:lnTo>
                <a:lnTo>
                  <a:pt x="1456340" y="625462"/>
                </a:lnTo>
                <a:lnTo>
                  <a:pt x="1446742" y="573112"/>
                </a:lnTo>
                <a:lnTo>
                  <a:pt x="1433349" y="521628"/>
                </a:lnTo>
                <a:lnTo>
                  <a:pt x="1404345" y="486019"/>
                </a:lnTo>
                <a:lnTo>
                  <a:pt x="1382385" y="479173"/>
                </a:lnTo>
                <a:close/>
              </a:path>
              <a:path w="1464310" h="1464310">
                <a:moveTo>
                  <a:pt x="1133269" y="120017"/>
                </a:moveTo>
                <a:lnTo>
                  <a:pt x="732030" y="120017"/>
                </a:lnTo>
                <a:lnTo>
                  <a:pt x="783957" y="122151"/>
                </a:lnTo>
                <a:lnTo>
                  <a:pt x="834955" y="128517"/>
                </a:lnTo>
                <a:lnTo>
                  <a:pt x="884856" y="139055"/>
                </a:lnTo>
                <a:lnTo>
                  <a:pt x="933495" y="153707"/>
                </a:lnTo>
                <a:lnTo>
                  <a:pt x="980704" y="172415"/>
                </a:lnTo>
                <a:lnTo>
                  <a:pt x="1026317" y="195122"/>
                </a:lnTo>
                <a:lnTo>
                  <a:pt x="1070168" y="221768"/>
                </a:lnTo>
                <a:lnTo>
                  <a:pt x="1112091" y="252295"/>
                </a:lnTo>
                <a:lnTo>
                  <a:pt x="1133303" y="263114"/>
                </a:lnTo>
                <a:lnTo>
                  <a:pt x="1178182" y="257947"/>
                </a:lnTo>
                <a:lnTo>
                  <a:pt x="1207228" y="221352"/>
                </a:lnTo>
                <a:lnTo>
                  <a:pt x="1209005" y="198418"/>
                </a:lnTo>
                <a:lnTo>
                  <a:pt x="1202056" y="176488"/>
                </a:lnTo>
                <a:lnTo>
                  <a:pt x="1186696" y="158277"/>
                </a:lnTo>
                <a:lnTo>
                  <a:pt x="1146756" y="128684"/>
                </a:lnTo>
                <a:lnTo>
                  <a:pt x="1133269" y="12001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124E0C40-3411-F8DD-0488-A23E41B9A502}"/>
              </a:ext>
            </a:extLst>
          </p:cNvPr>
          <p:cNvSpPr/>
          <p:nvPr/>
        </p:nvSpPr>
        <p:spPr>
          <a:xfrm>
            <a:off x="1672148" y="1050086"/>
            <a:ext cx="1149270" cy="1149270"/>
          </a:xfrm>
          <a:custGeom>
            <a:avLst/>
            <a:gdLst/>
            <a:ahLst/>
            <a:cxnLst/>
            <a:rect l="l" t="t" r="r" b="b"/>
            <a:pathLst>
              <a:path w="1149350" h="1149350">
                <a:moveTo>
                  <a:pt x="574600" y="0"/>
                </a:moveTo>
                <a:lnTo>
                  <a:pt x="527542" y="1908"/>
                </a:lnTo>
                <a:lnTo>
                  <a:pt x="481519" y="7534"/>
                </a:lnTo>
                <a:lnTo>
                  <a:pt x="436681" y="16728"/>
                </a:lnTo>
                <a:lnTo>
                  <a:pt x="393175" y="29341"/>
                </a:lnTo>
                <a:lnTo>
                  <a:pt x="351152" y="45225"/>
                </a:lnTo>
                <a:lnTo>
                  <a:pt x="310760" y="64231"/>
                </a:lnTo>
                <a:lnTo>
                  <a:pt x="272149" y="86208"/>
                </a:lnTo>
                <a:lnTo>
                  <a:pt x="235466" y="111009"/>
                </a:lnTo>
                <a:lnTo>
                  <a:pt x="200862" y="138485"/>
                </a:lnTo>
                <a:lnTo>
                  <a:pt x="168485" y="168485"/>
                </a:lnTo>
                <a:lnTo>
                  <a:pt x="138485" y="200862"/>
                </a:lnTo>
                <a:lnTo>
                  <a:pt x="111009" y="235466"/>
                </a:lnTo>
                <a:lnTo>
                  <a:pt x="86208" y="272149"/>
                </a:lnTo>
                <a:lnTo>
                  <a:pt x="64231" y="310760"/>
                </a:lnTo>
                <a:lnTo>
                  <a:pt x="45225" y="351152"/>
                </a:lnTo>
                <a:lnTo>
                  <a:pt x="29341" y="393175"/>
                </a:lnTo>
                <a:lnTo>
                  <a:pt x="16728" y="436681"/>
                </a:lnTo>
                <a:lnTo>
                  <a:pt x="7534" y="481519"/>
                </a:lnTo>
                <a:lnTo>
                  <a:pt x="1908" y="527542"/>
                </a:lnTo>
                <a:lnTo>
                  <a:pt x="0" y="574600"/>
                </a:lnTo>
                <a:lnTo>
                  <a:pt x="1908" y="621656"/>
                </a:lnTo>
                <a:lnTo>
                  <a:pt x="7534" y="667678"/>
                </a:lnTo>
                <a:lnTo>
                  <a:pt x="16728" y="712515"/>
                </a:lnTo>
                <a:lnTo>
                  <a:pt x="29341" y="756019"/>
                </a:lnTo>
                <a:lnTo>
                  <a:pt x="45225" y="798041"/>
                </a:lnTo>
                <a:lnTo>
                  <a:pt x="64231" y="838432"/>
                </a:lnTo>
                <a:lnTo>
                  <a:pt x="86208" y="877043"/>
                </a:lnTo>
                <a:lnTo>
                  <a:pt x="111009" y="913725"/>
                </a:lnTo>
                <a:lnTo>
                  <a:pt x="138485" y="948329"/>
                </a:lnTo>
                <a:lnTo>
                  <a:pt x="168485" y="980705"/>
                </a:lnTo>
                <a:lnTo>
                  <a:pt x="200862" y="1010705"/>
                </a:lnTo>
                <a:lnTo>
                  <a:pt x="235466" y="1038180"/>
                </a:lnTo>
                <a:lnTo>
                  <a:pt x="272149" y="1062981"/>
                </a:lnTo>
                <a:lnTo>
                  <a:pt x="310760" y="1084959"/>
                </a:lnTo>
                <a:lnTo>
                  <a:pt x="351152" y="1103964"/>
                </a:lnTo>
                <a:lnTo>
                  <a:pt x="393175" y="1119848"/>
                </a:lnTo>
                <a:lnTo>
                  <a:pt x="436681" y="1132461"/>
                </a:lnTo>
                <a:lnTo>
                  <a:pt x="481519" y="1141655"/>
                </a:lnTo>
                <a:lnTo>
                  <a:pt x="527542" y="1147281"/>
                </a:lnTo>
                <a:lnTo>
                  <a:pt x="574600" y="1149190"/>
                </a:lnTo>
                <a:lnTo>
                  <a:pt x="621658" y="1147281"/>
                </a:lnTo>
                <a:lnTo>
                  <a:pt x="667680" y="1141655"/>
                </a:lnTo>
                <a:lnTo>
                  <a:pt x="712518" y="1132461"/>
                </a:lnTo>
                <a:lnTo>
                  <a:pt x="756023" y="1119848"/>
                </a:lnTo>
                <a:lnTo>
                  <a:pt x="798046" y="1103964"/>
                </a:lnTo>
                <a:lnTo>
                  <a:pt x="838437" y="1084959"/>
                </a:lnTo>
                <a:lnTo>
                  <a:pt x="848256" y="1079370"/>
                </a:lnTo>
                <a:lnTo>
                  <a:pt x="574600" y="1079370"/>
                </a:lnTo>
                <a:lnTo>
                  <a:pt x="526056" y="1077055"/>
                </a:lnTo>
                <a:lnTo>
                  <a:pt x="478803" y="1070252"/>
                </a:lnTo>
                <a:lnTo>
                  <a:pt x="433053" y="1059173"/>
                </a:lnTo>
                <a:lnTo>
                  <a:pt x="389021" y="1044034"/>
                </a:lnTo>
                <a:lnTo>
                  <a:pt x="346919" y="1025045"/>
                </a:lnTo>
                <a:lnTo>
                  <a:pt x="306960" y="1002422"/>
                </a:lnTo>
                <a:lnTo>
                  <a:pt x="269357" y="976376"/>
                </a:lnTo>
                <a:lnTo>
                  <a:pt x="234325" y="947121"/>
                </a:lnTo>
                <a:lnTo>
                  <a:pt x="202075" y="914871"/>
                </a:lnTo>
                <a:lnTo>
                  <a:pt x="172820" y="879838"/>
                </a:lnTo>
                <a:lnTo>
                  <a:pt x="146775" y="842235"/>
                </a:lnTo>
                <a:lnTo>
                  <a:pt x="124152" y="802276"/>
                </a:lnTo>
                <a:lnTo>
                  <a:pt x="105165" y="760174"/>
                </a:lnTo>
                <a:lnTo>
                  <a:pt x="90025" y="716143"/>
                </a:lnTo>
                <a:lnTo>
                  <a:pt x="78948" y="670394"/>
                </a:lnTo>
                <a:lnTo>
                  <a:pt x="72145" y="623142"/>
                </a:lnTo>
                <a:lnTo>
                  <a:pt x="69830" y="574600"/>
                </a:lnTo>
                <a:lnTo>
                  <a:pt x="72145" y="526056"/>
                </a:lnTo>
                <a:lnTo>
                  <a:pt x="78948" y="478802"/>
                </a:lnTo>
                <a:lnTo>
                  <a:pt x="90025" y="433052"/>
                </a:lnTo>
                <a:lnTo>
                  <a:pt x="105165" y="389019"/>
                </a:lnTo>
                <a:lnTo>
                  <a:pt x="124152" y="346917"/>
                </a:lnTo>
                <a:lnTo>
                  <a:pt x="146775" y="306957"/>
                </a:lnTo>
                <a:lnTo>
                  <a:pt x="172820" y="269354"/>
                </a:lnTo>
                <a:lnTo>
                  <a:pt x="202075" y="234320"/>
                </a:lnTo>
                <a:lnTo>
                  <a:pt x="234325" y="202069"/>
                </a:lnTo>
                <a:lnTo>
                  <a:pt x="269357" y="172814"/>
                </a:lnTo>
                <a:lnTo>
                  <a:pt x="306960" y="146768"/>
                </a:lnTo>
                <a:lnTo>
                  <a:pt x="346919" y="124144"/>
                </a:lnTo>
                <a:lnTo>
                  <a:pt x="389021" y="105156"/>
                </a:lnTo>
                <a:lnTo>
                  <a:pt x="433053" y="90016"/>
                </a:lnTo>
                <a:lnTo>
                  <a:pt x="478803" y="78938"/>
                </a:lnTo>
                <a:lnTo>
                  <a:pt x="526056" y="72134"/>
                </a:lnTo>
                <a:lnTo>
                  <a:pt x="574600" y="69819"/>
                </a:lnTo>
                <a:lnTo>
                  <a:pt x="848220" y="69819"/>
                </a:lnTo>
                <a:lnTo>
                  <a:pt x="829156" y="59233"/>
                </a:lnTo>
                <a:lnTo>
                  <a:pt x="781136" y="38108"/>
                </a:lnTo>
                <a:lnTo>
                  <a:pt x="731445" y="21548"/>
                </a:lnTo>
                <a:lnTo>
                  <a:pt x="680309" y="9626"/>
                </a:lnTo>
                <a:lnTo>
                  <a:pt x="627952" y="2419"/>
                </a:lnTo>
                <a:lnTo>
                  <a:pt x="574600" y="0"/>
                </a:lnTo>
                <a:close/>
              </a:path>
              <a:path w="1149350" h="1149350">
                <a:moveTo>
                  <a:pt x="1110395" y="501042"/>
                </a:moveTo>
                <a:lnTo>
                  <a:pt x="1097035" y="504759"/>
                </a:lnTo>
                <a:lnTo>
                  <a:pt x="1086502" y="513021"/>
                </a:lnTo>
                <a:lnTo>
                  <a:pt x="1079834" y="524628"/>
                </a:lnTo>
                <a:lnTo>
                  <a:pt x="1078071" y="538381"/>
                </a:lnTo>
                <a:lnTo>
                  <a:pt x="1078636" y="547340"/>
                </a:lnTo>
                <a:lnTo>
                  <a:pt x="1079043" y="556384"/>
                </a:lnTo>
                <a:lnTo>
                  <a:pt x="1079254" y="564230"/>
                </a:lnTo>
                <a:lnTo>
                  <a:pt x="1079370" y="574600"/>
                </a:lnTo>
                <a:lnTo>
                  <a:pt x="1077055" y="623142"/>
                </a:lnTo>
                <a:lnTo>
                  <a:pt x="1070252" y="670394"/>
                </a:lnTo>
                <a:lnTo>
                  <a:pt x="1059173" y="716143"/>
                </a:lnTo>
                <a:lnTo>
                  <a:pt x="1044034" y="760174"/>
                </a:lnTo>
                <a:lnTo>
                  <a:pt x="1025045" y="802276"/>
                </a:lnTo>
                <a:lnTo>
                  <a:pt x="1002422" y="842235"/>
                </a:lnTo>
                <a:lnTo>
                  <a:pt x="976376" y="879838"/>
                </a:lnTo>
                <a:lnTo>
                  <a:pt x="947121" y="914871"/>
                </a:lnTo>
                <a:lnTo>
                  <a:pt x="914871" y="947121"/>
                </a:lnTo>
                <a:lnTo>
                  <a:pt x="879838" y="976376"/>
                </a:lnTo>
                <a:lnTo>
                  <a:pt x="842235" y="1002422"/>
                </a:lnTo>
                <a:lnTo>
                  <a:pt x="802276" y="1025045"/>
                </a:lnTo>
                <a:lnTo>
                  <a:pt x="760174" y="1044034"/>
                </a:lnTo>
                <a:lnTo>
                  <a:pt x="716143" y="1059173"/>
                </a:lnTo>
                <a:lnTo>
                  <a:pt x="670394" y="1070252"/>
                </a:lnTo>
                <a:lnTo>
                  <a:pt x="623142" y="1077055"/>
                </a:lnTo>
                <a:lnTo>
                  <a:pt x="574600" y="1079370"/>
                </a:lnTo>
                <a:lnTo>
                  <a:pt x="848256" y="1079370"/>
                </a:lnTo>
                <a:lnTo>
                  <a:pt x="913730" y="1038180"/>
                </a:lnTo>
                <a:lnTo>
                  <a:pt x="948333" y="1010705"/>
                </a:lnTo>
                <a:lnTo>
                  <a:pt x="980709" y="980705"/>
                </a:lnTo>
                <a:lnTo>
                  <a:pt x="1010709" y="948329"/>
                </a:lnTo>
                <a:lnTo>
                  <a:pt x="1038184" y="913725"/>
                </a:lnTo>
                <a:lnTo>
                  <a:pt x="1062984" y="877043"/>
                </a:lnTo>
                <a:lnTo>
                  <a:pt x="1084961" y="838432"/>
                </a:lnTo>
                <a:lnTo>
                  <a:pt x="1103965" y="798041"/>
                </a:lnTo>
                <a:lnTo>
                  <a:pt x="1119849" y="756019"/>
                </a:lnTo>
                <a:lnTo>
                  <a:pt x="1132462" y="712515"/>
                </a:lnTo>
                <a:lnTo>
                  <a:pt x="1141656" y="667678"/>
                </a:lnTo>
                <a:lnTo>
                  <a:pt x="1147281" y="621656"/>
                </a:lnTo>
                <a:lnTo>
                  <a:pt x="1149190" y="574600"/>
                </a:lnTo>
                <a:lnTo>
                  <a:pt x="1149098" y="564230"/>
                </a:lnTo>
                <a:lnTo>
                  <a:pt x="1144016" y="520006"/>
                </a:lnTo>
                <a:lnTo>
                  <a:pt x="1124157" y="502817"/>
                </a:lnTo>
                <a:lnTo>
                  <a:pt x="1110395" y="501042"/>
                </a:lnTo>
                <a:close/>
              </a:path>
              <a:path w="1149350" h="1149350">
                <a:moveTo>
                  <a:pt x="848220" y="69819"/>
                </a:moveTo>
                <a:lnTo>
                  <a:pt x="574600" y="69819"/>
                </a:lnTo>
                <a:lnTo>
                  <a:pt x="621467" y="71944"/>
                </a:lnTo>
                <a:lnTo>
                  <a:pt x="667458" y="78273"/>
                </a:lnTo>
                <a:lnTo>
                  <a:pt x="712373" y="88742"/>
                </a:lnTo>
                <a:lnTo>
                  <a:pt x="756016" y="103285"/>
                </a:lnTo>
                <a:lnTo>
                  <a:pt x="798189" y="121835"/>
                </a:lnTo>
                <a:lnTo>
                  <a:pt x="838694" y="144327"/>
                </a:lnTo>
                <a:lnTo>
                  <a:pt x="877334" y="170696"/>
                </a:lnTo>
                <a:lnTo>
                  <a:pt x="889845" y="176664"/>
                </a:lnTo>
                <a:lnTo>
                  <a:pt x="926212" y="163754"/>
                </a:lnTo>
                <a:lnTo>
                  <a:pt x="932873" y="137878"/>
                </a:lnTo>
                <a:lnTo>
                  <a:pt x="928496" y="125231"/>
                </a:lnTo>
                <a:lnTo>
                  <a:pt x="919280" y="114876"/>
                </a:lnTo>
                <a:lnTo>
                  <a:pt x="875279" y="84847"/>
                </a:lnTo>
                <a:lnTo>
                  <a:pt x="848220" y="698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A3782AC3-F86E-0614-4389-506B56CADF78}"/>
              </a:ext>
            </a:extLst>
          </p:cNvPr>
          <p:cNvSpPr/>
          <p:nvPr/>
        </p:nvSpPr>
        <p:spPr>
          <a:xfrm>
            <a:off x="1834149" y="1090748"/>
            <a:ext cx="1143554" cy="889572"/>
          </a:xfrm>
          <a:custGeom>
            <a:avLst/>
            <a:gdLst/>
            <a:ahLst/>
            <a:cxnLst/>
            <a:rect l="l" t="t" r="r" b="b"/>
            <a:pathLst>
              <a:path w="1143635" h="889635">
                <a:moveTo>
                  <a:pt x="155407" y="324712"/>
                </a:moveTo>
                <a:lnTo>
                  <a:pt x="113688" y="324712"/>
                </a:lnTo>
                <a:lnTo>
                  <a:pt x="73565" y="337458"/>
                </a:lnTo>
                <a:lnTo>
                  <a:pt x="38237" y="362950"/>
                </a:lnTo>
                <a:lnTo>
                  <a:pt x="12745" y="398274"/>
                </a:lnTo>
                <a:lnTo>
                  <a:pt x="0" y="438396"/>
                </a:lnTo>
                <a:lnTo>
                  <a:pt x="0" y="480117"/>
                </a:lnTo>
                <a:lnTo>
                  <a:pt x="12745" y="520238"/>
                </a:lnTo>
                <a:lnTo>
                  <a:pt x="38237" y="555562"/>
                </a:lnTo>
                <a:lnTo>
                  <a:pt x="345359" y="862694"/>
                </a:lnTo>
                <a:lnTo>
                  <a:pt x="391936" y="887432"/>
                </a:lnTo>
                <a:lnTo>
                  <a:pt x="409190" y="889081"/>
                </a:lnTo>
                <a:lnTo>
                  <a:pt x="426435" y="887432"/>
                </a:lnTo>
                <a:lnTo>
                  <a:pt x="443164" y="882484"/>
                </a:lnTo>
                <a:lnTo>
                  <a:pt x="458857" y="874238"/>
                </a:lnTo>
                <a:lnTo>
                  <a:pt x="472999" y="862694"/>
                </a:lnTo>
                <a:lnTo>
                  <a:pt x="516401" y="819292"/>
                </a:lnTo>
                <a:lnTo>
                  <a:pt x="409183" y="819292"/>
                </a:lnTo>
                <a:lnTo>
                  <a:pt x="401492" y="817800"/>
                </a:lnTo>
                <a:lnTo>
                  <a:pt x="394740" y="813324"/>
                </a:lnTo>
                <a:lnTo>
                  <a:pt x="87618" y="506202"/>
                </a:lnTo>
                <a:lnTo>
                  <a:pt x="73058" y="484254"/>
                </a:lnTo>
                <a:lnTo>
                  <a:pt x="68205" y="459263"/>
                </a:lnTo>
                <a:lnTo>
                  <a:pt x="73058" y="434274"/>
                </a:lnTo>
                <a:lnTo>
                  <a:pt x="98015" y="403833"/>
                </a:lnTo>
                <a:lnTo>
                  <a:pt x="134549" y="392918"/>
                </a:lnTo>
                <a:lnTo>
                  <a:pt x="260819" y="392918"/>
                </a:lnTo>
                <a:lnTo>
                  <a:pt x="230849" y="362950"/>
                </a:lnTo>
                <a:lnTo>
                  <a:pt x="195527" y="337458"/>
                </a:lnTo>
                <a:lnTo>
                  <a:pt x="155407" y="324712"/>
                </a:lnTo>
                <a:close/>
              </a:path>
              <a:path w="1143635" h="889635">
                <a:moveTo>
                  <a:pt x="1126459" y="68195"/>
                </a:moveTo>
                <a:lnTo>
                  <a:pt x="1008534" y="68195"/>
                </a:lnTo>
                <a:lnTo>
                  <a:pt x="1033525" y="73048"/>
                </a:lnTo>
                <a:lnTo>
                  <a:pt x="1055474" y="87608"/>
                </a:lnTo>
                <a:lnTo>
                  <a:pt x="1070027" y="109555"/>
                </a:lnTo>
                <a:lnTo>
                  <a:pt x="1074879" y="134543"/>
                </a:lnTo>
                <a:lnTo>
                  <a:pt x="1070027" y="159532"/>
                </a:lnTo>
                <a:lnTo>
                  <a:pt x="1055474" y="181479"/>
                </a:lnTo>
                <a:lnTo>
                  <a:pt x="423618" y="813324"/>
                </a:lnTo>
                <a:lnTo>
                  <a:pt x="416872" y="817800"/>
                </a:lnTo>
                <a:lnTo>
                  <a:pt x="409183" y="819292"/>
                </a:lnTo>
                <a:lnTo>
                  <a:pt x="516401" y="819292"/>
                </a:lnTo>
                <a:lnTo>
                  <a:pt x="1104844" y="230849"/>
                </a:lnTo>
                <a:lnTo>
                  <a:pt x="1130331" y="195522"/>
                </a:lnTo>
                <a:lnTo>
                  <a:pt x="1143074" y="155399"/>
                </a:lnTo>
                <a:lnTo>
                  <a:pt x="1143074" y="113680"/>
                </a:lnTo>
                <a:lnTo>
                  <a:pt x="1130331" y="73560"/>
                </a:lnTo>
                <a:lnTo>
                  <a:pt x="1126459" y="68195"/>
                </a:lnTo>
                <a:close/>
              </a:path>
              <a:path w="1143635" h="889635">
                <a:moveTo>
                  <a:pt x="260819" y="392918"/>
                </a:moveTo>
                <a:lnTo>
                  <a:pt x="134549" y="392918"/>
                </a:lnTo>
                <a:lnTo>
                  <a:pt x="147233" y="394131"/>
                </a:lnTo>
                <a:lnTo>
                  <a:pt x="159537" y="397771"/>
                </a:lnTo>
                <a:lnTo>
                  <a:pt x="171081" y="403838"/>
                </a:lnTo>
                <a:lnTo>
                  <a:pt x="181479" y="412331"/>
                </a:lnTo>
                <a:lnTo>
                  <a:pt x="364929" y="595781"/>
                </a:lnTo>
                <a:lnTo>
                  <a:pt x="374481" y="603627"/>
                </a:lnTo>
                <a:lnTo>
                  <a:pt x="385222" y="609372"/>
                </a:lnTo>
                <a:lnTo>
                  <a:pt x="396882" y="612903"/>
                </a:lnTo>
                <a:lnTo>
                  <a:pt x="409190" y="614105"/>
                </a:lnTo>
                <a:lnTo>
                  <a:pt x="421491" y="612903"/>
                </a:lnTo>
                <a:lnTo>
                  <a:pt x="433148" y="609372"/>
                </a:lnTo>
                <a:lnTo>
                  <a:pt x="443888" y="603627"/>
                </a:lnTo>
                <a:lnTo>
                  <a:pt x="453440" y="595781"/>
                </a:lnTo>
                <a:lnTo>
                  <a:pt x="507939" y="541280"/>
                </a:lnTo>
                <a:lnTo>
                  <a:pt x="409190" y="541280"/>
                </a:lnTo>
                <a:lnTo>
                  <a:pt x="260819" y="392918"/>
                </a:lnTo>
                <a:close/>
              </a:path>
              <a:path w="1143635" h="889635">
                <a:moveTo>
                  <a:pt x="1029398" y="0"/>
                </a:moveTo>
                <a:lnTo>
                  <a:pt x="987677" y="0"/>
                </a:lnTo>
                <a:lnTo>
                  <a:pt x="947556" y="12745"/>
                </a:lnTo>
                <a:lnTo>
                  <a:pt x="912232" y="38237"/>
                </a:lnTo>
                <a:lnTo>
                  <a:pt x="409190" y="541280"/>
                </a:lnTo>
                <a:lnTo>
                  <a:pt x="507939" y="541280"/>
                </a:lnTo>
                <a:lnTo>
                  <a:pt x="961602" y="87608"/>
                </a:lnTo>
                <a:lnTo>
                  <a:pt x="983545" y="73048"/>
                </a:lnTo>
                <a:lnTo>
                  <a:pt x="1008534" y="68195"/>
                </a:lnTo>
                <a:lnTo>
                  <a:pt x="1126459" y="68195"/>
                </a:lnTo>
                <a:lnTo>
                  <a:pt x="1104844" y="38237"/>
                </a:lnTo>
                <a:lnTo>
                  <a:pt x="1069520" y="12745"/>
                </a:lnTo>
                <a:lnTo>
                  <a:pt x="10293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96BB76C4-1156-50C0-AA1A-1E77148B7FEB}"/>
              </a:ext>
            </a:extLst>
          </p:cNvPr>
          <p:cNvSpPr txBox="1"/>
          <p:nvPr/>
        </p:nvSpPr>
        <p:spPr>
          <a:xfrm>
            <a:off x="1076142" y="4660251"/>
            <a:ext cx="15119853" cy="3356624"/>
          </a:xfrm>
          <a:prstGeom prst="rect">
            <a:avLst/>
          </a:prstGeom>
        </p:spPr>
        <p:txBody>
          <a:bodyPr vert="horz" wrap="square" lIns="0" tIns="16509" rIns="0" bIns="0" rtlCol="0">
            <a:spAutoFit/>
          </a:bodyPr>
          <a:lstStyle/>
          <a:p>
            <a:pPr marL="471202" indent="-471202">
              <a:buFont typeface="Wingdings" panose="05000000000000000000" pitchFamily="2" charset="2"/>
              <a:buChar char="q"/>
            </a:pPr>
            <a:r>
              <a:rPr lang="es-MX" sz="3200" dirty="0"/>
              <a:t>Fomentar un entorno </a:t>
            </a:r>
            <a:r>
              <a:rPr lang="es-MX" sz="3200" b="1" dirty="0"/>
              <a:t>inclusivo y cooperativo</a:t>
            </a:r>
            <a:r>
              <a:rPr lang="es-MX" sz="3200" dirty="0"/>
              <a:t> en equipos de trabajo.</a:t>
            </a:r>
          </a:p>
          <a:p>
            <a:pPr marL="471202" indent="-471202">
              <a:buFont typeface="Wingdings" panose="05000000000000000000" pitchFamily="2" charset="2"/>
              <a:buChar char="q"/>
            </a:pPr>
            <a:endParaRPr lang="es-ES_tradnl" sz="2968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71202" indent="-471202">
              <a:buFont typeface="Wingdings" panose="05000000000000000000" pitchFamily="2" charset="2"/>
              <a:buChar char="q"/>
            </a:pPr>
            <a:r>
              <a:rPr lang="es-MX" sz="3200" dirty="0"/>
              <a:t>Asumir roles y responsabilidades de manera </a:t>
            </a:r>
            <a:r>
              <a:rPr lang="es-MX" sz="3200" b="1" dirty="0"/>
              <a:t>eficiente y proactiva</a:t>
            </a:r>
            <a:r>
              <a:rPr lang="es-MX" sz="3200" dirty="0"/>
              <a:t>.</a:t>
            </a:r>
          </a:p>
          <a:p>
            <a:pPr marL="471202" indent="-471202">
              <a:buFont typeface="Wingdings" panose="05000000000000000000" pitchFamily="2" charset="2"/>
              <a:buChar char="q"/>
            </a:pPr>
            <a:endParaRPr lang="es-ES_tradnl" sz="2968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71202" indent="-471202">
              <a:buFont typeface="Wingdings" panose="05000000000000000000" pitchFamily="2" charset="2"/>
              <a:buChar char="q"/>
            </a:pPr>
            <a:r>
              <a:rPr lang="es-MX" sz="3200" dirty="0"/>
              <a:t>Resolver conflictos y tomar decisiones de forma consensuada.</a:t>
            </a:r>
          </a:p>
          <a:p>
            <a:pPr marL="471202" indent="-471202">
              <a:buFont typeface="Wingdings" panose="05000000000000000000" pitchFamily="2" charset="2"/>
              <a:buChar char="q"/>
            </a:pPr>
            <a:endParaRPr lang="es-ES_tradnl" sz="2968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71202" indent="-471202">
              <a:buFont typeface="Wingdings" panose="05000000000000000000" pitchFamily="2" charset="2"/>
              <a:buChar char="q"/>
            </a:pPr>
            <a:r>
              <a:rPr lang="es-MX" sz="3200" dirty="0"/>
              <a:t>Aplicar principios ágiles como </a:t>
            </a:r>
            <a:r>
              <a:rPr lang="es-MX" sz="3200" b="1" dirty="0"/>
              <a:t>SCRUM</a:t>
            </a:r>
            <a:r>
              <a:rPr lang="es-MX" sz="3200" dirty="0"/>
              <a:t> para la coordinación y planeación.</a:t>
            </a:r>
            <a:endParaRPr sz="4749" dirty="0">
              <a:latin typeface="Graphik-Light"/>
              <a:cs typeface="Graphik-Light"/>
            </a:endParaRPr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962BAF22-B868-56A8-583C-A0485136468F}"/>
              </a:ext>
            </a:extLst>
          </p:cNvPr>
          <p:cNvSpPr/>
          <p:nvPr/>
        </p:nvSpPr>
        <p:spPr>
          <a:xfrm>
            <a:off x="1081150" y="10074248"/>
            <a:ext cx="144135" cy="416530"/>
          </a:xfrm>
          <a:custGeom>
            <a:avLst/>
            <a:gdLst/>
            <a:ahLst/>
            <a:cxnLst/>
            <a:rect l="l" t="t" r="r" b="b"/>
            <a:pathLst>
              <a:path w="144144" h="416559">
                <a:moveTo>
                  <a:pt x="71924" y="0"/>
                </a:moveTo>
                <a:lnTo>
                  <a:pt x="43953" y="5661"/>
                </a:lnTo>
                <a:lnTo>
                  <a:pt x="21088" y="21092"/>
                </a:lnTo>
                <a:lnTo>
                  <a:pt x="5660" y="43957"/>
                </a:lnTo>
                <a:lnTo>
                  <a:pt x="0" y="71924"/>
                </a:lnTo>
                <a:lnTo>
                  <a:pt x="0" y="344125"/>
                </a:lnTo>
                <a:lnTo>
                  <a:pt x="5660" y="372096"/>
                </a:lnTo>
                <a:lnTo>
                  <a:pt x="21088" y="394961"/>
                </a:lnTo>
                <a:lnTo>
                  <a:pt x="43953" y="410389"/>
                </a:lnTo>
                <a:lnTo>
                  <a:pt x="71924" y="416050"/>
                </a:lnTo>
                <a:lnTo>
                  <a:pt x="99889" y="410389"/>
                </a:lnTo>
                <a:lnTo>
                  <a:pt x="122751" y="394961"/>
                </a:lnTo>
                <a:lnTo>
                  <a:pt x="129427" y="385066"/>
                </a:lnTo>
                <a:lnTo>
                  <a:pt x="71924" y="385066"/>
                </a:lnTo>
                <a:lnTo>
                  <a:pt x="56003" y="381845"/>
                </a:lnTo>
                <a:lnTo>
                  <a:pt x="42988" y="373065"/>
                </a:lnTo>
                <a:lnTo>
                  <a:pt x="34205" y="360051"/>
                </a:lnTo>
                <a:lnTo>
                  <a:pt x="30983" y="344125"/>
                </a:lnTo>
                <a:lnTo>
                  <a:pt x="30983" y="71924"/>
                </a:lnTo>
                <a:lnTo>
                  <a:pt x="34205" y="56003"/>
                </a:lnTo>
                <a:lnTo>
                  <a:pt x="42988" y="42988"/>
                </a:lnTo>
                <a:lnTo>
                  <a:pt x="56003" y="34205"/>
                </a:lnTo>
                <a:lnTo>
                  <a:pt x="71924" y="30983"/>
                </a:lnTo>
                <a:lnTo>
                  <a:pt x="129424" y="30983"/>
                </a:lnTo>
                <a:lnTo>
                  <a:pt x="122751" y="21092"/>
                </a:lnTo>
                <a:lnTo>
                  <a:pt x="99889" y="5661"/>
                </a:lnTo>
                <a:lnTo>
                  <a:pt x="71924" y="0"/>
                </a:lnTo>
                <a:close/>
              </a:path>
              <a:path w="144144" h="416559">
                <a:moveTo>
                  <a:pt x="129424" y="30983"/>
                </a:moveTo>
                <a:lnTo>
                  <a:pt x="71924" y="30983"/>
                </a:lnTo>
                <a:lnTo>
                  <a:pt x="87839" y="34205"/>
                </a:lnTo>
                <a:lnTo>
                  <a:pt x="100851" y="42988"/>
                </a:lnTo>
                <a:lnTo>
                  <a:pt x="109632" y="56003"/>
                </a:lnTo>
                <a:lnTo>
                  <a:pt x="112855" y="71924"/>
                </a:lnTo>
                <a:lnTo>
                  <a:pt x="112855" y="344125"/>
                </a:lnTo>
                <a:lnTo>
                  <a:pt x="109632" y="360051"/>
                </a:lnTo>
                <a:lnTo>
                  <a:pt x="100851" y="373065"/>
                </a:lnTo>
                <a:lnTo>
                  <a:pt x="87839" y="381845"/>
                </a:lnTo>
                <a:lnTo>
                  <a:pt x="71924" y="385066"/>
                </a:lnTo>
                <a:lnTo>
                  <a:pt x="129427" y="385066"/>
                </a:lnTo>
                <a:lnTo>
                  <a:pt x="138178" y="372096"/>
                </a:lnTo>
                <a:lnTo>
                  <a:pt x="143838" y="344125"/>
                </a:lnTo>
                <a:lnTo>
                  <a:pt x="143838" y="71924"/>
                </a:lnTo>
                <a:lnTo>
                  <a:pt x="138178" y="43957"/>
                </a:lnTo>
                <a:lnTo>
                  <a:pt x="129424" y="30983"/>
                </a:lnTo>
                <a:close/>
              </a:path>
            </a:pathLst>
          </a:custGeom>
          <a:solidFill>
            <a:srgbClr val="1F3D6F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A32446EE-9011-1703-965B-BEBB353A31AC}"/>
              </a:ext>
            </a:extLst>
          </p:cNvPr>
          <p:cNvSpPr/>
          <p:nvPr/>
        </p:nvSpPr>
        <p:spPr>
          <a:xfrm>
            <a:off x="772979" y="9996329"/>
            <a:ext cx="761311" cy="761311"/>
          </a:xfrm>
          <a:custGeom>
            <a:avLst/>
            <a:gdLst/>
            <a:ahLst/>
            <a:cxnLst/>
            <a:rect l="l" t="t" r="r" b="b"/>
            <a:pathLst>
              <a:path w="761365" h="761365">
                <a:moveTo>
                  <a:pt x="380648" y="0"/>
                </a:moveTo>
                <a:lnTo>
                  <a:pt x="332966" y="2971"/>
                </a:lnTo>
                <a:lnTo>
                  <a:pt x="287034" y="11645"/>
                </a:lnTo>
                <a:lnTo>
                  <a:pt x="243209" y="25663"/>
                </a:lnTo>
                <a:lnTo>
                  <a:pt x="201852" y="44665"/>
                </a:lnTo>
                <a:lnTo>
                  <a:pt x="163323" y="68291"/>
                </a:lnTo>
                <a:lnTo>
                  <a:pt x="127979" y="96182"/>
                </a:lnTo>
                <a:lnTo>
                  <a:pt x="96182" y="127979"/>
                </a:lnTo>
                <a:lnTo>
                  <a:pt x="68291" y="163323"/>
                </a:lnTo>
                <a:lnTo>
                  <a:pt x="44665" y="201852"/>
                </a:lnTo>
                <a:lnTo>
                  <a:pt x="25663" y="243209"/>
                </a:lnTo>
                <a:lnTo>
                  <a:pt x="11645" y="287034"/>
                </a:lnTo>
                <a:lnTo>
                  <a:pt x="2971" y="332966"/>
                </a:lnTo>
                <a:lnTo>
                  <a:pt x="0" y="380648"/>
                </a:lnTo>
                <a:lnTo>
                  <a:pt x="2971" y="428327"/>
                </a:lnTo>
                <a:lnTo>
                  <a:pt x="11645" y="474258"/>
                </a:lnTo>
                <a:lnTo>
                  <a:pt x="25663" y="518080"/>
                </a:lnTo>
                <a:lnTo>
                  <a:pt x="44665" y="559436"/>
                </a:lnTo>
                <a:lnTo>
                  <a:pt x="68291" y="597965"/>
                </a:lnTo>
                <a:lnTo>
                  <a:pt x="96182" y="633307"/>
                </a:lnTo>
                <a:lnTo>
                  <a:pt x="127979" y="665103"/>
                </a:lnTo>
                <a:lnTo>
                  <a:pt x="163323" y="692994"/>
                </a:lnTo>
                <a:lnTo>
                  <a:pt x="201852" y="716620"/>
                </a:lnTo>
                <a:lnTo>
                  <a:pt x="243209" y="735622"/>
                </a:lnTo>
                <a:lnTo>
                  <a:pt x="287034" y="749640"/>
                </a:lnTo>
                <a:lnTo>
                  <a:pt x="332966" y="758314"/>
                </a:lnTo>
                <a:lnTo>
                  <a:pt x="380648" y="761285"/>
                </a:lnTo>
                <a:lnTo>
                  <a:pt x="428329" y="758314"/>
                </a:lnTo>
                <a:lnTo>
                  <a:pt x="474261" y="749640"/>
                </a:lnTo>
                <a:lnTo>
                  <a:pt x="518085" y="735622"/>
                </a:lnTo>
                <a:lnTo>
                  <a:pt x="529664" y="730302"/>
                </a:lnTo>
                <a:lnTo>
                  <a:pt x="380648" y="730302"/>
                </a:lnTo>
                <a:lnTo>
                  <a:pt x="333264" y="727104"/>
                </a:lnTo>
                <a:lnTo>
                  <a:pt x="287798" y="717790"/>
                </a:lnTo>
                <a:lnTo>
                  <a:pt x="244670" y="702781"/>
                </a:lnTo>
                <a:lnTo>
                  <a:pt x="204300" y="682495"/>
                </a:lnTo>
                <a:lnTo>
                  <a:pt x="167107" y="657353"/>
                </a:lnTo>
                <a:lnTo>
                  <a:pt x="133511" y="627775"/>
                </a:lnTo>
                <a:lnTo>
                  <a:pt x="103932" y="594180"/>
                </a:lnTo>
                <a:lnTo>
                  <a:pt x="78790" y="556988"/>
                </a:lnTo>
                <a:lnTo>
                  <a:pt x="58504" y="516619"/>
                </a:lnTo>
                <a:lnTo>
                  <a:pt x="43494" y="473493"/>
                </a:lnTo>
                <a:lnTo>
                  <a:pt x="34181" y="428029"/>
                </a:lnTo>
                <a:lnTo>
                  <a:pt x="30983" y="380648"/>
                </a:lnTo>
                <a:lnTo>
                  <a:pt x="34181" y="333264"/>
                </a:lnTo>
                <a:lnTo>
                  <a:pt x="43494" y="287798"/>
                </a:lnTo>
                <a:lnTo>
                  <a:pt x="58504" y="244670"/>
                </a:lnTo>
                <a:lnTo>
                  <a:pt x="78790" y="204300"/>
                </a:lnTo>
                <a:lnTo>
                  <a:pt x="103932" y="167107"/>
                </a:lnTo>
                <a:lnTo>
                  <a:pt x="133511" y="133511"/>
                </a:lnTo>
                <a:lnTo>
                  <a:pt x="167107" y="103932"/>
                </a:lnTo>
                <a:lnTo>
                  <a:pt x="204300" y="78790"/>
                </a:lnTo>
                <a:lnTo>
                  <a:pt x="244670" y="58504"/>
                </a:lnTo>
                <a:lnTo>
                  <a:pt x="287798" y="43494"/>
                </a:lnTo>
                <a:lnTo>
                  <a:pt x="333264" y="34181"/>
                </a:lnTo>
                <a:lnTo>
                  <a:pt x="380648" y="30983"/>
                </a:lnTo>
                <a:lnTo>
                  <a:pt x="529663" y="30983"/>
                </a:lnTo>
                <a:lnTo>
                  <a:pt x="518085" y="25663"/>
                </a:lnTo>
                <a:lnTo>
                  <a:pt x="474261" y="11645"/>
                </a:lnTo>
                <a:lnTo>
                  <a:pt x="428329" y="2971"/>
                </a:lnTo>
                <a:lnTo>
                  <a:pt x="380648" y="0"/>
                </a:lnTo>
                <a:close/>
              </a:path>
              <a:path w="761365" h="761365">
                <a:moveTo>
                  <a:pt x="529663" y="30983"/>
                </a:moveTo>
                <a:lnTo>
                  <a:pt x="380648" y="30983"/>
                </a:lnTo>
                <a:lnTo>
                  <a:pt x="428029" y="34181"/>
                </a:lnTo>
                <a:lnTo>
                  <a:pt x="473493" y="43494"/>
                </a:lnTo>
                <a:lnTo>
                  <a:pt x="516620" y="58504"/>
                </a:lnTo>
                <a:lnTo>
                  <a:pt x="556990" y="78790"/>
                </a:lnTo>
                <a:lnTo>
                  <a:pt x="594184" y="103932"/>
                </a:lnTo>
                <a:lnTo>
                  <a:pt x="627780" y="133511"/>
                </a:lnTo>
                <a:lnTo>
                  <a:pt x="657360" y="167107"/>
                </a:lnTo>
                <a:lnTo>
                  <a:pt x="682503" y="204300"/>
                </a:lnTo>
                <a:lnTo>
                  <a:pt x="702790" y="244670"/>
                </a:lnTo>
                <a:lnTo>
                  <a:pt x="717800" y="287798"/>
                </a:lnTo>
                <a:lnTo>
                  <a:pt x="727114" y="333264"/>
                </a:lnTo>
                <a:lnTo>
                  <a:pt x="730312" y="380648"/>
                </a:lnTo>
                <a:lnTo>
                  <a:pt x="727114" y="428029"/>
                </a:lnTo>
                <a:lnTo>
                  <a:pt x="717800" y="473493"/>
                </a:lnTo>
                <a:lnTo>
                  <a:pt x="702790" y="516619"/>
                </a:lnTo>
                <a:lnTo>
                  <a:pt x="682503" y="556988"/>
                </a:lnTo>
                <a:lnTo>
                  <a:pt x="657360" y="594180"/>
                </a:lnTo>
                <a:lnTo>
                  <a:pt x="627780" y="627775"/>
                </a:lnTo>
                <a:lnTo>
                  <a:pt x="594184" y="657353"/>
                </a:lnTo>
                <a:lnTo>
                  <a:pt x="556990" y="682495"/>
                </a:lnTo>
                <a:lnTo>
                  <a:pt x="516620" y="702781"/>
                </a:lnTo>
                <a:lnTo>
                  <a:pt x="473493" y="717790"/>
                </a:lnTo>
                <a:lnTo>
                  <a:pt x="428029" y="727104"/>
                </a:lnTo>
                <a:lnTo>
                  <a:pt x="380648" y="730302"/>
                </a:lnTo>
                <a:lnTo>
                  <a:pt x="529664" y="730302"/>
                </a:lnTo>
                <a:lnTo>
                  <a:pt x="597969" y="692994"/>
                </a:lnTo>
                <a:lnTo>
                  <a:pt x="633311" y="665103"/>
                </a:lnTo>
                <a:lnTo>
                  <a:pt x="665107" y="633307"/>
                </a:lnTo>
                <a:lnTo>
                  <a:pt x="692997" y="597965"/>
                </a:lnTo>
                <a:lnTo>
                  <a:pt x="716622" y="559436"/>
                </a:lnTo>
                <a:lnTo>
                  <a:pt x="735623" y="518080"/>
                </a:lnTo>
                <a:lnTo>
                  <a:pt x="749640" y="474258"/>
                </a:lnTo>
                <a:lnTo>
                  <a:pt x="758314" y="428327"/>
                </a:lnTo>
                <a:lnTo>
                  <a:pt x="761285" y="380648"/>
                </a:lnTo>
                <a:lnTo>
                  <a:pt x="758314" y="332966"/>
                </a:lnTo>
                <a:lnTo>
                  <a:pt x="749640" y="287034"/>
                </a:lnTo>
                <a:lnTo>
                  <a:pt x="735623" y="243209"/>
                </a:lnTo>
                <a:lnTo>
                  <a:pt x="716622" y="201852"/>
                </a:lnTo>
                <a:lnTo>
                  <a:pt x="692997" y="163323"/>
                </a:lnTo>
                <a:lnTo>
                  <a:pt x="665107" y="127979"/>
                </a:lnTo>
                <a:lnTo>
                  <a:pt x="633311" y="96182"/>
                </a:lnTo>
                <a:lnTo>
                  <a:pt x="597969" y="68291"/>
                </a:lnTo>
                <a:lnTo>
                  <a:pt x="559441" y="44665"/>
                </a:lnTo>
                <a:lnTo>
                  <a:pt x="529663" y="30983"/>
                </a:lnTo>
                <a:close/>
              </a:path>
            </a:pathLst>
          </a:custGeom>
          <a:solidFill>
            <a:srgbClr val="1F3D6F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C8C47BAF-721E-9262-76C8-4140C281E13C}"/>
              </a:ext>
            </a:extLst>
          </p:cNvPr>
          <p:cNvSpPr/>
          <p:nvPr/>
        </p:nvSpPr>
        <p:spPr>
          <a:xfrm>
            <a:off x="1076142" y="10514128"/>
            <a:ext cx="159312" cy="1593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8E9ABA87-8066-1163-41F4-CFAEDD43BFEA}"/>
              </a:ext>
            </a:extLst>
          </p:cNvPr>
          <p:cNvSpPr/>
          <p:nvPr/>
        </p:nvSpPr>
        <p:spPr>
          <a:xfrm>
            <a:off x="628795" y="9750010"/>
            <a:ext cx="15567201" cy="0"/>
          </a:xfrm>
          <a:custGeom>
            <a:avLst/>
            <a:gdLst/>
            <a:ahLst/>
            <a:cxnLst/>
            <a:rect l="l" t="t" r="r" b="b"/>
            <a:pathLst>
              <a:path w="15568294">
                <a:moveTo>
                  <a:pt x="0" y="0"/>
                </a:moveTo>
                <a:lnTo>
                  <a:pt x="15568279" y="0"/>
                </a:lnTo>
              </a:path>
            </a:pathLst>
          </a:custGeom>
          <a:ln w="20941">
            <a:solidFill>
              <a:srgbClr val="1F3D6F"/>
            </a:solidFill>
          </a:ln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5B54ED47-0B37-55A7-E3B7-AF400CBDB4C3}"/>
              </a:ext>
            </a:extLst>
          </p:cNvPr>
          <p:cNvSpPr txBox="1"/>
          <p:nvPr/>
        </p:nvSpPr>
        <p:spPr>
          <a:xfrm>
            <a:off x="17081642" y="6873790"/>
            <a:ext cx="2647129" cy="100001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spcBef>
                <a:spcPts val="120"/>
              </a:spcBef>
            </a:pPr>
            <a:r>
              <a:rPr sz="3199" spc="-64" dirty="0">
                <a:solidFill>
                  <a:srgbClr val="FFFFFF"/>
                </a:solidFill>
                <a:latin typeface="Arial"/>
                <a:cs typeface="Arial"/>
              </a:rPr>
              <a:t>Facultad</a:t>
            </a:r>
            <a:r>
              <a:rPr sz="3199" spc="-24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99" spc="-74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endParaRPr sz="3199" dirty="0">
              <a:latin typeface="Arial"/>
              <a:cs typeface="Arial"/>
            </a:endParaRPr>
          </a:p>
          <a:p>
            <a:pPr algn="ctr">
              <a:spcBef>
                <a:spcPts val="30"/>
              </a:spcBef>
            </a:pPr>
            <a:r>
              <a:rPr sz="3199" b="1" spc="-74" dirty="0">
                <a:solidFill>
                  <a:srgbClr val="FFFFFF"/>
                </a:solidFill>
                <a:latin typeface="Arial"/>
                <a:cs typeface="Arial"/>
              </a:rPr>
              <a:t>Ingeniería</a:t>
            </a:r>
            <a:endParaRPr sz="3199" dirty="0">
              <a:latin typeface="Arial"/>
              <a:cs typeface="Arial"/>
            </a:endParaRPr>
          </a:p>
        </p:txBody>
      </p:sp>
      <p:pic>
        <p:nvPicPr>
          <p:cNvPr id="35" name="Imagen 34" descr="Imagen que contiene dibujo&#10;&#10;Descripción generada automáticamente">
            <a:extLst>
              <a:ext uri="{FF2B5EF4-FFF2-40B4-BE49-F238E27FC236}">
                <a16:creationId xmlns:a16="http://schemas.microsoft.com/office/drawing/2014/main" id="{03E2F2B0-6F4C-B5C1-0AEC-D0A6793373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81643" y="8564854"/>
            <a:ext cx="2726257" cy="1949273"/>
          </a:xfrm>
          <a:prstGeom prst="rect">
            <a:avLst/>
          </a:prstGeom>
        </p:spPr>
      </p:pic>
      <p:sp>
        <p:nvSpPr>
          <p:cNvPr id="36" name="object 21">
            <a:extLst>
              <a:ext uri="{FF2B5EF4-FFF2-40B4-BE49-F238E27FC236}">
                <a16:creationId xmlns:a16="http://schemas.microsoft.com/office/drawing/2014/main" id="{BFD5E93D-F960-F1F2-C1D4-F2190B04B51D}"/>
              </a:ext>
            </a:extLst>
          </p:cNvPr>
          <p:cNvSpPr/>
          <p:nvPr/>
        </p:nvSpPr>
        <p:spPr>
          <a:xfrm rot="5400000">
            <a:off x="18434590" y="7247477"/>
            <a:ext cx="57699" cy="2291579"/>
          </a:xfrm>
          <a:custGeom>
            <a:avLst/>
            <a:gdLst/>
            <a:ahLst/>
            <a:cxnLst/>
            <a:rect l="l" t="t" r="r" b="b"/>
            <a:pathLst>
              <a:path h="1393190">
                <a:moveTo>
                  <a:pt x="0" y="0"/>
                </a:moveTo>
                <a:lnTo>
                  <a:pt x="0" y="139318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801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3575B5A-3537-1BA6-62ED-036EB5233737}"/>
              </a:ext>
            </a:extLst>
          </p:cNvPr>
          <p:cNvSpPr txBox="1"/>
          <p:nvPr/>
        </p:nvSpPr>
        <p:spPr>
          <a:xfrm>
            <a:off x="1672148" y="10088677"/>
            <a:ext cx="131805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dirty="0"/>
              <a:t>“Un buen arquitecto empresarial es también un buen integrador de talentos.”</a:t>
            </a:r>
            <a:endParaRPr lang="es-CO" sz="3200" dirty="0"/>
          </a:p>
        </p:txBody>
      </p:sp>
      <p:sp>
        <p:nvSpPr>
          <p:cNvPr id="9" name="object 28">
            <a:extLst>
              <a:ext uri="{FF2B5EF4-FFF2-40B4-BE49-F238E27FC236}">
                <a16:creationId xmlns:a16="http://schemas.microsoft.com/office/drawing/2014/main" id="{D260C219-BFF8-192F-A49F-68C4E30E8877}"/>
              </a:ext>
            </a:extLst>
          </p:cNvPr>
          <p:cNvSpPr txBox="1">
            <a:spLocks/>
          </p:cNvSpPr>
          <p:nvPr/>
        </p:nvSpPr>
        <p:spPr>
          <a:xfrm>
            <a:off x="4068839" y="955463"/>
            <a:ext cx="11776006" cy="2641812"/>
          </a:xfrm>
          <a:prstGeom prst="rect">
            <a:avLst/>
          </a:prstGeom>
        </p:spPr>
        <p:txBody>
          <a:bodyPr vert="horz" wrap="square" lIns="0" tIns="11429" rIns="0" bIns="0" rtlCol="0" anchor="ctr">
            <a:spAutoFit/>
          </a:bodyPr>
          <a:lstStyle>
            <a:lvl1pPr>
              <a:defRPr sz="410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R="54608">
              <a:lnSpc>
                <a:spcPts val="11249"/>
              </a:lnSpc>
              <a:spcBef>
                <a:spcPts val="91"/>
              </a:spcBef>
            </a:pPr>
            <a:r>
              <a:rPr lang="es-MX" sz="6600" b="1" kern="0" spc="-600" dirty="0">
                <a:solidFill>
                  <a:srgbClr val="1F3D6F"/>
                </a:solidFill>
              </a:rPr>
              <a:t>Trabajo en equipo</a:t>
            </a:r>
            <a:br>
              <a:rPr lang="es-MX" sz="8905" b="1" kern="0" spc="-600" dirty="0">
                <a:solidFill>
                  <a:srgbClr val="1F3D6F"/>
                </a:solidFill>
              </a:rPr>
            </a:br>
            <a:r>
              <a:rPr lang="es-MX" sz="4000" kern="0" spc="-405" dirty="0">
                <a:solidFill>
                  <a:srgbClr val="1F3D6F"/>
                </a:solidFill>
              </a:rPr>
              <a:t>Colaboración en entornos multidisciplinarios</a:t>
            </a:r>
            <a:endParaRPr lang="es-MX" sz="6600" kern="0" spc="-405" dirty="0">
              <a:solidFill>
                <a:srgbClr val="1F3D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5556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769228" y="409"/>
            <a:ext cx="3334156" cy="61752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3" name="object 3"/>
          <p:cNvSpPr/>
          <p:nvPr/>
        </p:nvSpPr>
        <p:spPr>
          <a:xfrm>
            <a:off x="16754662" y="5934795"/>
            <a:ext cx="3348756" cy="5363468"/>
          </a:xfrm>
          <a:custGeom>
            <a:avLst/>
            <a:gdLst/>
            <a:ahLst/>
            <a:cxnLst/>
            <a:rect l="l" t="t" r="r" b="b"/>
            <a:pathLst>
              <a:path w="3348990" h="5363845">
                <a:moveTo>
                  <a:pt x="0" y="0"/>
                </a:moveTo>
                <a:lnTo>
                  <a:pt x="0" y="5363375"/>
                </a:lnTo>
                <a:lnTo>
                  <a:pt x="3348966" y="5363375"/>
                </a:lnTo>
                <a:lnTo>
                  <a:pt x="3348966" y="142341"/>
                </a:lnTo>
                <a:lnTo>
                  <a:pt x="0" y="0"/>
                </a:lnTo>
                <a:close/>
              </a:path>
            </a:pathLst>
          </a:custGeom>
          <a:solidFill>
            <a:srgbClr val="834E3E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4" name="object 4"/>
          <p:cNvSpPr/>
          <p:nvPr/>
        </p:nvSpPr>
        <p:spPr>
          <a:xfrm>
            <a:off x="16754663" y="6175617"/>
            <a:ext cx="3348731" cy="513254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18" name="object 18"/>
          <p:cNvSpPr/>
          <p:nvPr/>
        </p:nvSpPr>
        <p:spPr>
          <a:xfrm>
            <a:off x="18255845" y="5414616"/>
            <a:ext cx="1843275" cy="241919"/>
          </a:xfrm>
          <a:custGeom>
            <a:avLst/>
            <a:gdLst/>
            <a:ahLst/>
            <a:cxnLst/>
            <a:rect l="l" t="t" r="r" b="b"/>
            <a:pathLst>
              <a:path w="1843405" h="241935">
                <a:moveTo>
                  <a:pt x="1843210" y="0"/>
                </a:moveTo>
                <a:lnTo>
                  <a:pt x="0" y="0"/>
                </a:lnTo>
                <a:lnTo>
                  <a:pt x="31412" y="241636"/>
                </a:lnTo>
                <a:lnTo>
                  <a:pt x="1843210" y="241636"/>
                </a:lnTo>
                <a:lnTo>
                  <a:pt x="1843210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19" name="object 19"/>
          <p:cNvSpPr/>
          <p:nvPr/>
        </p:nvSpPr>
        <p:spPr>
          <a:xfrm>
            <a:off x="17661652" y="5348478"/>
            <a:ext cx="2432421" cy="5402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0" name="object 20"/>
          <p:cNvSpPr txBox="1"/>
          <p:nvPr/>
        </p:nvSpPr>
        <p:spPr>
          <a:xfrm>
            <a:off x="18454135" y="5396048"/>
            <a:ext cx="1421031" cy="228267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12699">
              <a:spcBef>
                <a:spcPts val="101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Edificio Ad</a:t>
            </a:r>
            <a:r>
              <a:rPr sz="1400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Portas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222942" y="6711820"/>
            <a:ext cx="19466743" cy="100001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16819734" algn="ctr">
              <a:spcBef>
                <a:spcPts val="120"/>
              </a:spcBef>
            </a:pPr>
            <a:r>
              <a:rPr sz="3199" spc="-64" dirty="0"/>
              <a:t>Facultad</a:t>
            </a:r>
            <a:r>
              <a:rPr sz="3199" spc="-241" dirty="0"/>
              <a:t> </a:t>
            </a:r>
            <a:r>
              <a:rPr sz="3199" spc="-74" dirty="0"/>
              <a:t>de</a:t>
            </a:r>
          </a:p>
          <a:p>
            <a:pPr marL="16819734" algn="ctr">
              <a:spcBef>
                <a:spcPts val="30"/>
              </a:spcBef>
            </a:pPr>
            <a:r>
              <a:rPr sz="3199" b="1" spc="-74" dirty="0"/>
              <a:t>Ingeniería</a:t>
            </a:r>
          </a:p>
        </p:txBody>
      </p:sp>
      <p:pic>
        <p:nvPicPr>
          <p:cNvPr id="22" name="Imagen 21" descr="Imagen que contiene dibujo&#10;&#10;Descripción generada automáticamente">
            <a:extLst>
              <a:ext uri="{FF2B5EF4-FFF2-40B4-BE49-F238E27FC236}">
                <a16:creationId xmlns:a16="http://schemas.microsoft.com/office/drawing/2014/main" id="{EF829063-C0B8-D942-BAA2-058AD1DA47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1007" y="8488863"/>
            <a:ext cx="2726257" cy="1949273"/>
          </a:xfrm>
          <a:prstGeom prst="rect">
            <a:avLst/>
          </a:prstGeom>
        </p:spPr>
      </p:pic>
      <p:sp>
        <p:nvSpPr>
          <p:cNvPr id="23" name="object 21">
            <a:extLst>
              <a:ext uri="{FF2B5EF4-FFF2-40B4-BE49-F238E27FC236}">
                <a16:creationId xmlns:a16="http://schemas.microsoft.com/office/drawing/2014/main" id="{7995E21A-E87F-AA41-AD2C-EF47248A63B5}"/>
              </a:ext>
            </a:extLst>
          </p:cNvPr>
          <p:cNvSpPr/>
          <p:nvPr/>
        </p:nvSpPr>
        <p:spPr>
          <a:xfrm rot="5400000">
            <a:off x="18443954" y="7171487"/>
            <a:ext cx="57699" cy="2291579"/>
          </a:xfrm>
          <a:custGeom>
            <a:avLst/>
            <a:gdLst/>
            <a:ahLst/>
            <a:cxnLst/>
            <a:rect l="l" t="t" r="r" b="b"/>
            <a:pathLst>
              <a:path h="1393190">
                <a:moveTo>
                  <a:pt x="0" y="0"/>
                </a:moveTo>
                <a:lnTo>
                  <a:pt x="0" y="139318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801" dirty="0"/>
          </a:p>
        </p:txBody>
      </p:sp>
      <p:sp>
        <p:nvSpPr>
          <p:cNvPr id="14" name="object 30">
            <a:extLst>
              <a:ext uri="{FF2B5EF4-FFF2-40B4-BE49-F238E27FC236}">
                <a16:creationId xmlns:a16="http://schemas.microsoft.com/office/drawing/2014/main" id="{FCC355B2-150D-9D84-57F9-19A68B54895B}"/>
              </a:ext>
            </a:extLst>
          </p:cNvPr>
          <p:cNvSpPr/>
          <p:nvPr/>
        </p:nvSpPr>
        <p:spPr>
          <a:xfrm>
            <a:off x="1081150" y="10074248"/>
            <a:ext cx="144135" cy="416530"/>
          </a:xfrm>
          <a:custGeom>
            <a:avLst/>
            <a:gdLst/>
            <a:ahLst/>
            <a:cxnLst/>
            <a:rect l="l" t="t" r="r" b="b"/>
            <a:pathLst>
              <a:path w="144144" h="416559">
                <a:moveTo>
                  <a:pt x="71924" y="0"/>
                </a:moveTo>
                <a:lnTo>
                  <a:pt x="43953" y="5661"/>
                </a:lnTo>
                <a:lnTo>
                  <a:pt x="21088" y="21092"/>
                </a:lnTo>
                <a:lnTo>
                  <a:pt x="5660" y="43957"/>
                </a:lnTo>
                <a:lnTo>
                  <a:pt x="0" y="71924"/>
                </a:lnTo>
                <a:lnTo>
                  <a:pt x="0" y="344125"/>
                </a:lnTo>
                <a:lnTo>
                  <a:pt x="5660" y="372096"/>
                </a:lnTo>
                <a:lnTo>
                  <a:pt x="21088" y="394961"/>
                </a:lnTo>
                <a:lnTo>
                  <a:pt x="43953" y="410389"/>
                </a:lnTo>
                <a:lnTo>
                  <a:pt x="71924" y="416050"/>
                </a:lnTo>
                <a:lnTo>
                  <a:pt x="99889" y="410389"/>
                </a:lnTo>
                <a:lnTo>
                  <a:pt x="122751" y="394961"/>
                </a:lnTo>
                <a:lnTo>
                  <a:pt x="129427" y="385066"/>
                </a:lnTo>
                <a:lnTo>
                  <a:pt x="71924" y="385066"/>
                </a:lnTo>
                <a:lnTo>
                  <a:pt x="56003" y="381845"/>
                </a:lnTo>
                <a:lnTo>
                  <a:pt x="42988" y="373065"/>
                </a:lnTo>
                <a:lnTo>
                  <a:pt x="34205" y="360051"/>
                </a:lnTo>
                <a:lnTo>
                  <a:pt x="30983" y="344125"/>
                </a:lnTo>
                <a:lnTo>
                  <a:pt x="30983" y="71924"/>
                </a:lnTo>
                <a:lnTo>
                  <a:pt x="34205" y="56003"/>
                </a:lnTo>
                <a:lnTo>
                  <a:pt x="42988" y="42988"/>
                </a:lnTo>
                <a:lnTo>
                  <a:pt x="56003" y="34205"/>
                </a:lnTo>
                <a:lnTo>
                  <a:pt x="71924" y="30983"/>
                </a:lnTo>
                <a:lnTo>
                  <a:pt x="129424" y="30983"/>
                </a:lnTo>
                <a:lnTo>
                  <a:pt x="122751" y="21092"/>
                </a:lnTo>
                <a:lnTo>
                  <a:pt x="99889" y="5661"/>
                </a:lnTo>
                <a:lnTo>
                  <a:pt x="71924" y="0"/>
                </a:lnTo>
                <a:close/>
              </a:path>
              <a:path w="144144" h="416559">
                <a:moveTo>
                  <a:pt x="129424" y="30983"/>
                </a:moveTo>
                <a:lnTo>
                  <a:pt x="71924" y="30983"/>
                </a:lnTo>
                <a:lnTo>
                  <a:pt x="87839" y="34205"/>
                </a:lnTo>
                <a:lnTo>
                  <a:pt x="100851" y="42988"/>
                </a:lnTo>
                <a:lnTo>
                  <a:pt x="109632" y="56003"/>
                </a:lnTo>
                <a:lnTo>
                  <a:pt x="112855" y="71924"/>
                </a:lnTo>
                <a:lnTo>
                  <a:pt x="112855" y="344125"/>
                </a:lnTo>
                <a:lnTo>
                  <a:pt x="109632" y="360051"/>
                </a:lnTo>
                <a:lnTo>
                  <a:pt x="100851" y="373065"/>
                </a:lnTo>
                <a:lnTo>
                  <a:pt x="87839" y="381845"/>
                </a:lnTo>
                <a:lnTo>
                  <a:pt x="71924" y="385066"/>
                </a:lnTo>
                <a:lnTo>
                  <a:pt x="129427" y="385066"/>
                </a:lnTo>
                <a:lnTo>
                  <a:pt x="138178" y="372096"/>
                </a:lnTo>
                <a:lnTo>
                  <a:pt x="143838" y="344125"/>
                </a:lnTo>
                <a:lnTo>
                  <a:pt x="143838" y="71924"/>
                </a:lnTo>
                <a:lnTo>
                  <a:pt x="138178" y="43957"/>
                </a:lnTo>
                <a:lnTo>
                  <a:pt x="129424" y="30983"/>
                </a:lnTo>
                <a:close/>
              </a:path>
            </a:pathLst>
          </a:custGeom>
          <a:solidFill>
            <a:srgbClr val="1F3D6F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15" name="object 31">
            <a:extLst>
              <a:ext uri="{FF2B5EF4-FFF2-40B4-BE49-F238E27FC236}">
                <a16:creationId xmlns:a16="http://schemas.microsoft.com/office/drawing/2014/main" id="{DD64A4EC-0558-2CB5-8BF9-1C120C14DD7B}"/>
              </a:ext>
            </a:extLst>
          </p:cNvPr>
          <p:cNvSpPr/>
          <p:nvPr/>
        </p:nvSpPr>
        <p:spPr>
          <a:xfrm>
            <a:off x="772979" y="9996329"/>
            <a:ext cx="761311" cy="761311"/>
          </a:xfrm>
          <a:custGeom>
            <a:avLst/>
            <a:gdLst/>
            <a:ahLst/>
            <a:cxnLst/>
            <a:rect l="l" t="t" r="r" b="b"/>
            <a:pathLst>
              <a:path w="761365" h="761365">
                <a:moveTo>
                  <a:pt x="380648" y="0"/>
                </a:moveTo>
                <a:lnTo>
                  <a:pt x="332966" y="2971"/>
                </a:lnTo>
                <a:lnTo>
                  <a:pt x="287034" y="11645"/>
                </a:lnTo>
                <a:lnTo>
                  <a:pt x="243209" y="25663"/>
                </a:lnTo>
                <a:lnTo>
                  <a:pt x="201852" y="44665"/>
                </a:lnTo>
                <a:lnTo>
                  <a:pt x="163323" y="68291"/>
                </a:lnTo>
                <a:lnTo>
                  <a:pt x="127979" y="96182"/>
                </a:lnTo>
                <a:lnTo>
                  <a:pt x="96182" y="127979"/>
                </a:lnTo>
                <a:lnTo>
                  <a:pt x="68291" y="163323"/>
                </a:lnTo>
                <a:lnTo>
                  <a:pt x="44665" y="201852"/>
                </a:lnTo>
                <a:lnTo>
                  <a:pt x="25663" y="243209"/>
                </a:lnTo>
                <a:lnTo>
                  <a:pt x="11645" y="287034"/>
                </a:lnTo>
                <a:lnTo>
                  <a:pt x="2971" y="332966"/>
                </a:lnTo>
                <a:lnTo>
                  <a:pt x="0" y="380648"/>
                </a:lnTo>
                <a:lnTo>
                  <a:pt x="2971" y="428327"/>
                </a:lnTo>
                <a:lnTo>
                  <a:pt x="11645" y="474258"/>
                </a:lnTo>
                <a:lnTo>
                  <a:pt x="25663" y="518080"/>
                </a:lnTo>
                <a:lnTo>
                  <a:pt x="44665" y="559436"/>
                </a:lnTo>
                <a:lnTo>
                  <a:pt x="68291" y="597965"/>
                </a:lnTo>
                <a:lnTo>
                  <a:pt x="96182" y="633307"/>
                </a:lnTo>
                <a:lnTo>
                  <a:pt x="127979" y="665103"/>
                </a:lnTo>
                <a:lnTo>
                  <a:pt x="163323" y="692994"/>
                </a:lnTo>
                <a:lnTo>
                  <a:pt x="201852" y="716620"/>
                </a:lnTo>
                <a:lnTo>
                  <a:pt x="243209" y="735622"/>
                </a:lnTo>
                <a:lnTo>
                  <a:pt x="287034" y="749640"/>
                </a:lnTo>
                <a:lnTo>
                  <a:pt x="332966" y="758314"/>
                </a:lnTo>
                <a:lnTo>
                  <a:pt x="380648" y="761285"/>
                </a:lnTo>
                <a:lnTo>
                  <a:pt x="428329" y="758314"/>
                </a:lnTo>
                <a:lnTo>
                  <a:pt x="474261" y="749640"/>
                </a:lnTo>
                <a:lnTo>
                  <a:pt x="518085" y="735622"/>
                </a:lnTo>
                <a:lnTo>
                  <a:pt x="529664" y="730302"/>
                </a:lnTo>
                <a:lnTo>
                  <a:pt x="380648" y="730302"/>
                </a:lnTo>
                <a:lnTo>
                  <a:pt x="333264" y="727104"/>
                </a:lnTo>
                <a:lnTo>
                  <a:pt x="287798" y="717790"/>
                </a:lnTo>
                <a:lnTo>
                  <a:pt x="244670" y="702781"/>
                </a:lnTo>
                <a:lnTo>
                  <a:pt x="204300" y="682495"/>
                </a:lnTo>
                <a:lnTo>
                  <a:pt x="167107" y="657353"/>
                </a:lnTo>
                <a:lnTo>
                  <a:pt x="133511" y="627775"/>
                </a:lnTo>
                <a:lnTo>
                  <a:pt x="103932" y="594180"/>
                </a:lnTo>
                <a:lnTo>
                  <a:pt x="78790" y="556988"/>
                </a:lnTo>
                <a:lnTo>
                  <a:pt x="58504" y="516619"/>
                </a:lnTo>
                <a:lnTo>
                  <a:pt x="43494" y="473493"/>
                </a:lnTo>
                <a:lnTo>
                  <a:pt x="34181" y="428029"/>
                </a:lnTo>
                <a:lnTo>
                  <a:pt x="30983" y="380648"/>
                </a:lnTo>
                <a:lnTo>
                  <a:pt x="34181" y="333264"/>
                </a:lnTo>
                <a:lnTo>
                  <a:pt x="43494" y="287798"/>
                </a:lnTo>
                <a:lnTo>
                  <a:pt x="58504" y="244670"/>
                </a:lnTo>
                <a:lnTo>
                  <a:pt x="78790" y="204300"/>
                </a:lnTo>
                <a:lnTo>
                  <a:pt x="103932" y="167107"/>
                </a:lnTo>
                <a:lnTo>
                  <a:pt x="133511" y="133511"/>
                </a:lnTo>
                <a:lnTo>
                  <a:pt x="167107" y="103932"/>
                </a:lnTo>
                <a:lnTo>
                  <a:pt x="204300" y="78790"/>
                </a:lnTo>
                <a:lnTo>
                  <a:pt x="244670" y="58504"/>
                </a:lnTo>
                <a:lnTo>
                  <a:pt x="287798" y="43494"/>
                </a:lnTo>
                <a:lnTo>
                  <a:pt x="333264" y="34181"/>
                </a:lnTo>
                <a:lnTo>
                  <a:pt x="380648" y="30983"/>
                </a:lnTo>
                <a:lnTo>
                  <a:pt x="529663" y="30983"/>
                </a:lnTo>
                <a:lnTo>
                  <a:pt x="518085" y="25663"/>
                </a:lnTo>
                <a:lnTo>
                  <a:pt x="474261" y="11645"/>
                </a:lnTo>
                <a:lnTo>
                  <a:pt x="428329" y="2971"/>
                </a:lnTo>
                <a:lnTo>
                  <a:pt x="380648" y="0"/>
                </a:lnTo>
                <a:close/>
              </a:path>
              <a:path w="761365" h="761365">
                <a:moveTo>
                  <a:pt x="529663" y="30983"/>
                </a:moveTo>
                <a:lnTo>
                  <a:pt x="380648" y="30983"/>
                </a:lnTo>
                <a:lnTo>
                  <a:pt x="428029" y="34181"/>
                </a:lnTo>
                <a:lnTo>
                  <a:pt x="473493" y="43494"/>
                </a:lnTo>
                <a:lnTo>
                  <a:pt x="516620" y="58504"/>
                </a:lnTo>
                <a:lnTo>
                  <a:pt x="556990" y="78790"/>
                </a:lnTo>
                <a:lnTo>
                  <a:pt x="594184" y="103932"/>
                </a:lnTo>
                <a:lnTo>
                  <a:pt x="627780" y="133511"/>
                </a:lnTo>
                <a:lnTo>
                  <a:pt x="657360" y="167107"/>
                </a:lnTo>
                <a:lnTo>
                  <a:pt x="682503" y="204300"/>
                </a:lnTo>
                <a:lnTo>
                  <a:pt x="702790" y="244670"/>
                </a:lnTo>
                <a:lnTo>
                  <a:pt x="717800" y="287798"/>
                </a:lnTo>
                <a:lnTo>
                  <a:pt x="727114" y="333264"/>
                </a:lnTo>
                <a:lnTo>
                  <a:pt x="730312" y="380648"/>
                </a:lnTo>
                <a:lnTo>
                  <a:pt x="727114" y="428029"/>
                </a:lnTo>
                <a:lnTo>
                  <a:pt x="717800" y="473493"/>
                </a:lnTo>
                <a:lnTo>
                  <a:pt x="702790" y="516619"/>
                </a:lnTo>
                <a:lnTo>
                  <a:pt x="682503" y="556988"/>
                </a:lnTo>
                <a:lnTo>
                  <a:pt x="657360" y="594180"/>
                </a:lnTo>
                <a:lnTo>
                  <a:pt x="627780" y="627775"/>
                </a:lnTo>
                <a:lnTo>
                  <a:pt x="594184" y="657353"/>
                </a:lnTo>
                <a:lnTo>
                  <a:pt x="556990" y="682495"/>
                </a:lnTo>
                <a:lnTo>
                  <a:pt x="516620" y="702781"/>
                </a:lnTo>
                <a:lnTo>
                  <a:pt x="473493" y="717790"/>
                </a:lnTo>
                <a:lnTo>
                  <a:pt x="428029" y="727104"/>
                </a:lnTo>
                <a:lnTo>
                  <a:pt x="380648" y="730302"/>
                </a:lnTo>
                <a:lnTo>
                  <a:pt x="529664" y="730302"/>
                </a:lnTo>
                <a:lnTo>
                  <a:pt x="597969" y="692994"/>
                </a:lnTo>
                <a:lnTo>
                  <a:pt x="633311" y="665103"/>
                </a:lnTo>
                <a:lnTo>
                  <a:pt x="665107" y="633307"/>
                </a:lnTo>
                <a:lnTo>
                  <a:pt x="692997" y="597965"/>
                </a:lnTo>
                <a:lnTo>
                  <a:pt x="716622" y="559436"/>
                </a:lnTo>
                <a:lnTo>
                  <a:pt x="735623" y="518080"/>
                </a:lnTo>
                <a:lnTo>
                  <a:pt x="749640" y="474258"/>
                </a:lnTo>
                <a:lnTo>
                  <a:pt x="758314" y="428327"/>
                </a:lnTo>
                <a:lnTo>
                  <a:pt x="761285" y="380648"/>
                </a:lnTo>
                <a:lnTo>
                  <a:pt x="758314" y="332966"/>
                </a:lnTo>
                <a:lnTo>
                  <a:pt x="749640" y="287034"/>
                </a:lnTo>
                <a:lnTo>
                  <a:pt x="735623" y="243209"/>
                </a:lnTo>
                <a:lnTo>
                  <a:pt x="716622" y="201852"/>
                </a:lnTo>
                <a:lnTo>
                  <a:pt x="692997" y="163323"/>
                </a:lnTo>
                <a:lnTo>
                  <a:pt x="665107" y="127979"/>
                </a:lnTo>
                <a:lnTo>
                  <a:pt x="633311" y="96182"/>
                </a:lnTo>
                <a:lnTo>
                  <a:pt x="597969" y="68291"/>
                </a:lnTo>
                <a:lnTo>
                  <a:pt x="559441" y="44665"/>
                </a:lnTo>
                <a:lnTo>
                  <a:pt x="529663" y="30983"/>
                </a:lnTo>
                <a:close/>
              </a:path>
            </a:pathLst>
          </a:custGeom>
          <a:solidFill>
            <a:srgbClr val="1F3D6F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16" name="object 32">
            <a:extLst>
              <a:ext uri="{FF2B5EF4-FFF2-40B4-BE49-F238E27FC236}">
                <a16:creationId xmlns:a16="http://schemas.microsoft.com/office/drawing/2014/main" id="{E4D98767-CA3C-9A98-49CF-1005F6CCB391}"/>
              </a:ext>
            </a:extLst>
          </p:cNvPr>
          <p:cNvSpPr/>
          <p:nvPr/>
        </p:nvSpPr>
        <p:spPr>
          <a:xfrm>
            <a:off x="1076142" y="10514128"/>
            <a:ext cx="159312" cy="1593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17" name="object 33">
            <a:extLst>
              <a:ext uri="{FF2B5EF4-FFF2-40B4-BE49-F238E27FC236}">
                <a16:creationId xmlns:a16="http://schemas.microsoft.com/office/drawing/2014/main" id="{FEF35BB4-62DF-08ED-9A36-6156FCD306EF}"/>
              </a:ext>
            </a:extLst>
          </p:cNvPr>
          <p:cNvSpPr/>
          <p:nvPr/>
        </p:nvSpPr>
        <p:spPr>
          <a:xfrm>
            <a:off x="628795" y="9750010"/>
            <a:ext cx="15567201" cy="0"/>
          </a:xfrm>
          <a:custGeom>
            <a:avLst/>
            <a:gdLst/>
            <a:ahLst/>
            <a:cxnLst/>
            <a:rect l="l" t="t" r="r" b="b"/>
            <a:pathLst>
              <a:path w="15568294">
                <a:moveTo>
                  <a:pt x="0" y="0"/>
                </a:moveTo>
                <a:lnTo>
                  <a:pt x="15568279" y="0"/>
                </a:lnTo>
              </a:path>
            </a:pathLst>
          </a:custGeom>
          <a:ln w="20941">
            <a:solidFill>
              <a:srgbClr val="1F3D6F"/>
            </a:solidFill>
          </a:ln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77D420A8-B4BF-F07C-5D0B-A0001E457F9C}"/>
              </a:ext>
            </a:extLst>
          </p:cNvPr>
          <p:cNvSpPr txBox="1"/>
          <p:nvPr/>
        </p:nvSpPr>
        <p:spPr>
          <a:xfrm>
            <a:off x="1672148" y="10088677"/>
            <a:ext cx="111231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dirty="0"/>
              <a:t>“Diseñar con ética es pensar más allá del código y el servidor.”</a:t>
            </a:r>
            <a:endParaRPr lang="es-CO" sz="2968" dirty="0">
              <a:latin typeface="Arial" panose="020B0604020202020204" pitchFamily="34" charset="0"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97293052-8577-A8D2-03FA-8BEA445D94C6}"/>
              </a:ext>
            </a:extLst>
          </p:cNvPr>
          <p:cNvSpPr txBox="1"/>
          <p:nvPr/>
        </p:nvSpPr>
        <p:spPr>
          <a:xfrm>
            <a:off x="772980" y="4249789"/>
            <a:ext cx="15714396" cy="4452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71202" indent="-471202">
              <a:buFont typeface="Wingdings" panose="05000000000000000000" pitchFamily="2" charset="2"/>
              <a:buChar char="q"/>
            </a:pPr>
            <a:r>
              <a:rPr lang="es-MX" sz="3200" dirty="0"/>
              <a:t>Considerar los </a:t>
            </a:r>
            <a:r>
              <a:rPr lang="es-MX" sz="3200" b="1" dirty="0"/>
              <a:t>impactos éticos</a:t>
            </a:r>
            <a:r>
              <a:rPr lang="es-MX" sz="3200" dirty="0"/>
              <a:t> de las decisiones tecnológicas (privacidad, transparencia, inclusión).</a:t>
            </a:r>
          </a:p>
          <a:p>
            <a:pPr marL="471202" indent="-471202">
              <a:buFont typeface="Wingdings" panose="05000000000000000000" pitchFamily="2" charset="2"/>
              <a:buChar char="q"/>
            </a:pPr>
            <a:endParaRPr lang="es-ES_tradnl" sz="2968" dirty="0">
              <a:latin typeface="Arial" panose="020B0604020202020204" pitchFamily="34" charset="0"/>
              <a:ea typeface="MS Mincho" panose="02020609040205080304" pitchFamily="49" charset="-128"/>
            </a:endParaRPr>
          </a:p>
          <a:p>
            <a:pPr marL="471202" indent="-471202">
              <a:buFont typeface="Wingdings" panose="05000000000000000000" pitchFamily="2" charset="2"/>
              <a:buChar char="q"/>
            </a:pPr>
            <a:r>
              <a:rPr lang="es-MX" sz="3200" dirty="0"/>
              <a:t>Promover el </a:t>
            </a:r>
            <a:r>
              <a:rPr lang="es-MX" sz="3200" b="1" dirty="0"/>
              <a:t>uso responsable de la tecnología</a:t>
            </a:r>
            <a:r>
              <a:rPr lang="es-MX" sz="3200" dirty="0"/>
              <a:t> en beneficio de la organización y la sociedad.</a:t>
            </a:r>
          </a:p>
          <a:p>
            <a:pPr marL="471202" indent="-471202">
              <a:buFont typeface="Wingdings" panose="05000000000000000000" pitchFamily="2" charset="2"/>
              <a:buChar char="q"/>
            </a:pPr>
            <a:endParaRPr lang="es-ES_tradnl" sz="2968" dirty="0">
              <a:latin typeface="Arial" panose="020B0604020202020204" pitchFamily="34" charset="0"/>
              <a:ea typeface="MS Mincho" panose="02020609040205080304" pitchFamily="49" charset="-128"/>
            </a:endParaRPr>
          </a:p>
          <a:p>
            <a:pPr marL="471202" indent="-471202">
              <a:buFont typeface="Wingdings" panose="05000000000000000000" pitchFamily="2" charset="2"/>
              <a:buChar char="q"/>
            </a:pPr>
            <a:r>
              <a:rPr lang="es-MX" sz="3200" dirty="0"/>
              <a:t>Evaluar riesgos relacionados con la </a:t>
            </a:r>
            <a:r>
              <a:rPr lang="es-MX" sz="3200" b="1" dirty="0"/>
              <a:t>seguridad de la información y la equidad</a:t>
            </a:r>
            <a:r>
              <a:rPr lang="es-MX" sz="3200" dirty="0"/>
              <a:t> digital.</a:t>
            </a:r>
          </a:p>
          <a:p>
            <a:pPr marL="471202" indent="-471202">
              <a:buFont typeface="Wingdings" panose="05000000000000000000" pitchFamily="2" charset="2"/>
              <a:buChar char="q"/>
            </a:pPr>
            <a:endParaRPr lang="es-MX" sz="3200" dirty="0"/>
          </a:p>
          <a:p>
            <a:pPr marL="471202" indent="-471202">
              <a:buFont typeface="Wingdings" panose="05000000000000000000" pitchFamily="2" charset="2"/>
              <a:buChar char="q"/>
            </a:pPr>
            <a:r>
              <a:rPr lang="es-MX" sz="3200" dirty="0"/>
              <a:t>Respetar los principios de </a:t>
            </a:r>
            <a:r>
              <a:rPr lang="es-MX" sz="3200" b="1" dirty="0"/>
              <a:t>confidencialidad, legalidad y responsabilidad social</a:t>
            </a:r>
            <a:r>
              <a:rPr lang="es-MX" sz="3200" dirty="0"/>
              <a:t>.</a:t>
            </a:r>
            <a:endParaRPr lang="es-CO" sz="2968" dirty="0">
              <a:latin typeface="Cambria" panose="02040503050406030204" pitchFamily="18" charset="0"/>
              <a:ea typeface="MS Mincho" panose="02020609040205080304" pitchFamily="49" charset="-128"/>
              <a:cs typeface="font459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14CA6C5A-EE9F-D2E6-C150-B6A3058DC32F}"/>
              </a:ext>
            </a:extLst>
          </p:cNvPr>
          <p:cNvSpPr/>
          <p:nvPr/>
        </p:nvSpPr>
        <p:spPr>
          <a:xfrm>
            <a:off x="1050095" y="398"/>
            <a:ext cx="2811863" cy="347491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62C93D4E-969A-A988-D9F7-1792D72D330C}"/>
              </a:ext>
            </a:extLst>
          </p:cNvPr>
          <p:cNvSpPr/>
          <p:nvPr/>
        </p:nvSpPr>
        <p:spPr>
          <a:xfrm>
            <a:off x="978101" y="398"/>
            <a:ext cx="2809043" cy="3440824"/>
          </a:xfrm>
          <a:custGeom>
            <a:avLst/>
            <a:gdLst/>
            <a:ahLst/>
            <a:cxnLst/>
            <a:rect l="l" t="t" r="r" b="b"/>
            <a:pathLst>
              <a:path w="2809240" h="3441065">
                <a:moveTo>
                  <a:pt x="2809118" y="0"/>
                </a:moveTo>
                <a:lnTo>
                  <a:pt x="0" y="0"/>
                </a:lnTo>
                <a:lnTo>
                  <a:pt x="0" y="2539315"/>
                </a:lnTo>
                <a:lnTo>
                  <a:pt x="1378554" y="3441005"/>
                </a:lnTo>
                <a:lnTo>
                  <a:pt x="2809118" y="2539315"/>
                </a:lnTo>
                <a:lnTo>
                  <a:pt x="2809118" y="0"/>
                </a:lnTo>
                <a:close/>
              </a:path>
            </a:pathLst>
          </a:custGeom>
          <a:solidFill>
            <a:srgbClr val="1F3D6F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93429946-6B1A-34DB-9F19-3432A0B19F89}"/>
              </a:ext>
            </a:extLst>
          </p:cNvPr>
          <p:cNvSpPr/>
          <p:nvPr/>
        </p:nvSpPr>
        <p:spPr>
          <a:xfrm>
            <a:off x="1207206" y="397"/>
            <a:ext cx="2541091" cy="3285259"/>
          </a:xfrm>
          <a:custGeom>
            <a:avLst/>
            <a:gdLst/>
            <a:ahLst/>
            <a:cxnLst/>
            <a:rect l="l" t="t" r="r" b="b"/>
            <a:pathLst>
              <a:path w="2541270" h="3285490">
                <a:moveTo>
                  <a:pt x="2109632" y="0"/>
                </a:moveTo>
                <a:lnTo>
                  <a:pt x="0" y="0"/>
                </a:lnTo>
                <a:lnTo>
                  <a:pt x="1361851" y="3284945"/>
                </a:lnTo>
                <a:lnTo>
                  <a:pt x="2540978" y="2539313"/>
                </a:lnTo>
                <a:lnTo>
                  <a:pt x="2109632" y="0"/>
                </a:lnTo>
                <a:close/>
              </a:path>
            </a:pathLst>
          </a:custGeom>
          <a:solidFill>
            <a:srgbClr val="FFFFFF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35" name="object 5">
            <a:extLst>
              <a:ext uri="{FF2B5EF4-FFF2-40B4-BE49-F238E27FC236}">
                <a16:creationId xmlns:a16="http://schemas.microsoft.com/office/drawing/2014/main" id="{C95FE390-A74A-C4AD-2E55-96C9FA0BB48F}"/>
              </a:ext>
            </a:extLst>
          </p:cNvPr>
          <p:cNvSpPr/>
          <p:nvPr/>
        </p:nvSpPr>
        <p:spPr>
          <a:xfrm>
            <a:off x="977029" y="398"/>
            <a:ext cx="2092179" cy="2201391"/>
          </a:xfrm>
          <a:custGeom>
            <a:avLst/>
            <a:gdLst/>
            <a:ahLst/>
            <a:cxnLst/>
            <a:rect l="l" t="t" r="r" b="b"/>
            <a:pathLst>
              <a:path w="2092325" h="2201545">
                <a:moveTo>
                  <a:pt x="2091922" y="0"/>
                </a:moveTo>
                <a:lnTo>
                  <a:pt x="1436679" y="0"/>
                </a:lnTo>
                <a:lnTo>
                  <a:pt x="0" y="753264"/>
                </a:lnTo>
                <a:lnTo>
                  <a:pt x="0" y="2201178"/>
                </a:lnTo>
                <a:lnTo>
                  <a:pt x="2091922" y="0"/>
                </a:lnTo>
                <a:close/>
              </a:path>
            </a:pathLst>
          </a:custGeom>
          <a:solidFill>
            <a:srgbClr val="1F3D6F">
              <a:alpha val="14999"/>
            </a:srgbClr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36" name="object 25">
            <a:extLst>
              <a:ext uri="{FF2B5EF4-FFF2-40B4-BE49-F238E27FC236}">
                <a16:creationId xmlns:a16="http://schemas.microsoft.com/office/drawing/2014/main" id="{142D8A80-25B9-FA5E-D1C2-4B8EBA68CFA3}"/>
              </a:ext>
            </a:extLst>
          </p:cNvPr>
          <p:cNvSpPr/>
          <p:nvPr/>
        </p:nvSpPr>
        <p:spPr>
          <a:xfrm>
            <a:off x="1525159" y="899710"/>
            <a:ext cx="1464207" cy="1464207"/>
          </a:xfrm>
          <a:custGeom>
            <a:avLst/>
            <a:gdLst/>
            <a:ahLst/>
            <a:cxnLst/>
            <a:rect l="l" t="t" r="r" b="b"/>
            <a:pathLst>
              <a:path w="1464310" h="1464310">
                <a:moveTo>
                  <a:pt x="732030" y="0"/>
                </a:moveTo>
                <a:lnTo>
                  <a:pt x="683970" y="1560"/>
                </a:lnTo>
                <a:lnTo>
                  <a:pt x="636730" y="6175"/>
                </a:lnTo>
                <a:lnTo>
                  <a:pt x="590407" y="13748"/>
                </a:lnTo>
                <a:lnTo>
                  <a:pt x="545098" y="24183"/>
                </a:lnTo>
                <a:lnTo>
                  <a:pt x="500900" y="37381"/>
                </a:lnTo>
                <a:lnTo>
                  <a:pt x="457910" y="53246"/>
                </a:lnTo>
                <a:lnTo>
                  <a:pt x="416227" y="71680"/>
                </a:lnTo>
                <a:lnTo>
                  <a:pt x="375946" y="92586"/>
                </a:lnTo>
                <a:lnTo>
                  <a:pt x="337165" y="115867"/>
                </a:lnTo>
                <a:lnTo>
                  <a:pt x="299982" y="141425"/>
                </a:lnTo>
                <a:lnTo>
                  <a:pt x="264493" y="169164"/>
                </a:lnTo>
                <a:lnTo>
                  <a:pt x="230795" y="198987"/>
                </a:lnTo>
                <a:lnTo>
                  <a:pt x="198987" y="230795"/>
                </a:lnTo>
                <a:lnTo>
                  <a:pt x="169164" y="264493"/>
                </a:lnTo>
                <a:lnTo>
                  <a:pt x="141425" y="299982"/>
                </a:lnTo>
                <a:lnTo>
                  <a:pt x="115867" y="337165"/>
                </a:lnTo>
                <a:lnTo>
                  <a:pt x="92586" y="375946"/>
                </a:lnTo>
                <a:lnTo>
                  <a:pt x="71680" y="416227"/>
                </a:lnTo>
                <a:lnTo>
                  <a:pt x="53246" y="457910"/>
                </a:lnTo>
                <a:lnTo>
                  <a:pt x="37381" y="500900"/>
                </a:lnTo>
                <a:lnTo>
                  <a:pt x="24183" y="545098"/>
                </a:lnTo>
                <a:lnTo>
                  <a:pt x="13748" y="590407"/>
                </a:lnTo>
                <a:lnTo>
                  <a:pt x="6175" y="636730"/>
                </a:lnTo>
                <a:lnTo>
                  <a:pt x="1560" y="683970"/>
                </a:lnTo>
                <a:lnTo>
                  <a:pt x="0" y="732030"/>
                </a:lnTo>
                <a:lnTo>
                  <a:pt x="1560" y="780088"/>
                </a:lnTo>
                <a:lnTo>
                  <a:pt x="6175" y="827327"/>
                </a:lnTo>
                <a:lnTo>
                  <a:pt x="13748" y="873649"/>
                </a:lnTo>
                <a:lnTo>
                  <a:pt x="24183" y="918957"/>
                </a:lnTo>
                <a:lnTo>
                  <a:pt x="37381" y="963154"/>
                </a:lnTo>
                <a:lnTo>
                  <a:pt x="53246" y="1006143"/>
                </a:lnTo>
                <a:lnTo>
                  <a:pt x="71680" y="1047826"/>
                </a:lnTo>
                <a:lnTo>
                  <a:pt x="92586" y="1088106"/>
                </a:lnTo>
                <a:lnTo>
                  <a:pt x="115867" y="1126886"/>
                </a:lnTo>
                <a:lnTo>
                  <a:pt x="141425" y="1164069"/>
                </a:lnTo>
                <a:lnTo>
                  <a:pt x="169164" y="1199558"/>
                </a:lnTo>
                <a:lnTo>
                  <a:pt x="198987" y="1233255"/>
                </a:lnTo>
                <a:lnTo>
                  <a:pt x="230795" y="1265063"/>
                </a:lnTo>
                <a:lnTo>
                  <a:pt x="264493" y="1294885"/>
                </a:lnTo>
                <a:lnTo>
                  <a:pt x="299982" y="1322624"/>
                </a:lnTo>
                <a:lnTo>
                  <a:pt x="337165" y="1348183"/>
                </a:lnTo>
                <a:lnTo>
                  <a:pt x="375946" y="1371463"/>
                </a:lnTo>
                <a:lnTo>
                  <a:pt x="416227" y="1392369"/>
                </a:lnTo>
                <a:lnTo>
                  <a:pt x="457910" y="1410803"/>
                </a:lnTo>
                <a:lnTo>
                  <a:pt x="500900" y="1426668"/>
                </a:lnTo>
                <a:lnTo>
                  <a:pt x="545098" y="1439866"/>
                </a:lnTo>
                <a:lnTo>
                  <a:pt x="590407" y="1450300"/>
                </a:lnTo>
                <a:lnTo>
                  <a:pt x="636730" y="1457874"/>
                </a:lnTo>
                <a:lnTo>
                  <a:pt x="683970" y="1462489"/>
                </a:lnTo>
                <a:lnTo>
                  <a:pt x="732030" y="1464049"/>
                </a:lnTo>
                <a:lnTo>
                  <a:pt x="780088" y="1462489"/>
                </a:lnTo>
                <a:lnTo>
                  <a:pt x="827327" y="1457874"/>
                </a:lnTo>
                <a:lnTo>
                  <a:pt x="873649" y="1450300"/>
                </a:lnTo>
                <a:lnTo>
                  <a:pt x="918957" y="1439866"/>
                </a:lnTo>
                <a:lnTo>
                  <a:pt x="963154" y="1426668"/>
                </a:lnTo>
                <a:lnTo>
                  <a:pt x="1006143" y="1410803"/>
                </a:lnTo>
                <a:lnTo>
                  <a:pt x="1047826" y="1392369"/>
                </a:lnTo>
                <a:lnTo>
                  <a:pt x="1088106" y="1371463"/>
                </a:lnTo>
                <a:lnTo>
                  <a:pt x="1126886" y="1348183"/>
                </a:lnTo>
                <a:lnTo>
                  <a:pt x="1132925" y="1344032"/>
                </a:lnTo>
                <a:lnTo>
                  <a:pt x="732030" y="1344032"/>
                </a:lnTo>
                <a:lnTo>
                  <a:pt x="684271" y="1342187"/>
                </a:lnTo>
                <a:lnTo>
                  <a:pt x="637506" y="1336744"/>
                </a:lnTo>
                <a:lnTo>
                  <a:pt x="591870" y="1327840"/>
                </a:lnTo>
                <a:lnTo>
                  <a:pt x="547503" y="1315612"/>
                </a:lnTo>
                <a:lnTo>
                  <a:pt x="504539" y="1300197"/>
                </a:lnTo>
                <a:lnTo>
                  <a:pt x="463118" y="1281732"/>
                </a:lnTo>
                <a:lnTo>
                  <a:pt x="423375" y="1260355"/>
                </a:lnTo>
                <a:lnTo>
                  <a:pt x="385447" y="1236202"/>
                </a:lnTo>
                <a:lnTo>
                  <a:pt x="349473" y="1209411"/>
                </a:lnTo>
                <a:lnTo>
                  <a:pt x="315589" y="1180118"/>
                </a:lnTo>
                <a:lnTo>
                  <a:pt x="283932" y="1148461"/>
                </a:lnTo>
                <a:lnTo>
                  <a:pt x="254639" y="1114577"/>
                </a:lnTo>
                <a:lnTo>
                  <a:pt x="227847" y="1078604"/>
                </a:lnTo>
                <a:lnTo>
                  <a:pt x="203694" y="1040677"/>
                </a:lnTo>
                <a:lnTo>
                  <a:pt x="182317" y="1000935"/>
                </a:lnTo>
                <a:lnTo>
                  <a:pt x="163852" y="959514"/>
                </a:lnTo>
                <a:lnTo>
                  <a:pt x="148437" y="916552"/>
                </a:lnTo>
                <a:lnTo>
                  <a:pt x="136209" y="872185"/>
                </a:lnTo>
                <a:lnTo>
                  <a:pt x="127305" y="826551"/>
                </a:lnTo>
                <a:lnTo>
                  <a:pt x="121862" y="779787"/>
                </a:lnTo>
                <a:lnTo>
                  <a:pt x="120017" y="732030"/>
                </a:lnTo>
                <a:lnTo>
                  <a:pt x="121862" y="684271"/>
                </a:lnTo>
                <a:lnTo>
                  <a:pt x="127305" y="637506"/>
                </a:lnTo>
                <a:lnTo>
                  <a:pt x="136209" y="591870"/>
                </a:lnTo>
                <a:lnTo>
                  <a:pt x="148437" y="547503"/>
                </a:lnTo>
                <a:lnTo>
                  <a:pt x="163852" y="504539"/>
                </a:lnTo>
                <a:lnTo>
                  <a:pt x="182317" y="463118"/>
                </a:lnTo>
                <a:lnTo>
                  <a:pt x="203694" y="423375"/>
                </a:lnTo>
                <a:lnTo>
                  <a:pt x="227847" y="385447"/>
                </a:lnTo>
                <a:lnTo>
                  <a:pt x="254639" y="349473"/>
                </a:lnTo>
                <a:lnTo>
                  <a:pt x="283932" y="315589"/>
                </a:lnTo>
                <a:lnTo>
                  <a:pt x="315589" y="283932"/>
                </a:lnTo>
                <a:lnTo>
                  <a:pt x="349473" y="254639"/>
                </a:lnTo>
                <a:lnTo>
                  <a:pt x="385447" y="227847"/>
                </a:lnTo>
                <a:lnTo>
                  <a:pt x="423375" y="203694"/>
                </a:lnTo>
                <a:lnTo>
                  <a:pt x="463118" y="182317"/>
                </a:lnTo>
                <a:lnTo>
                  <a:pt x="504539" y="163852"/>
                </a:lnTo>
                <a:lnTo>
                  <a:pt x="547503" y="148437"/>
                </a:lnTo>
                <a:lnTo>
                  <a:pt x="591870" y="136209"/>
                </a:lnTo>
                <a:lnTo>
                  <a:pt x="637506" y="127305"/>
                </a:lnTo>
                <a:lnTo>
                  <a:pt x="684271" y="121862"/>
                </a:lnTo>
                <a:lnTo>
                  <a:pt x="732030" y="120017"/>
                </a:lnTo>
                <a:lnTo>
                  <a:pt x="1133269" y="120017"/>
                </a:lnTo>
                <a:lnTo>
                  <a:pt x="1105316" y="102055"/>
                </a:lnTo>
                <a:lnTo>
                  <a:pt x="1062478" y="78425"/>
                </a:lnTo>
                <a:lnTo>
                  <a:pt x="1018344" y="57831"/>
                </a:lnTo>
                <a:lnTo>
                  <a:pt x="973016" y="40308"/>
                </a:lnTo>
                <a:lnTo>
                  <a:pt x="926595" y="25892"/>
                </a:lnTo>
                <a:lnTo>
                  <a:pt x="879184" y="14617"/>
                </a:lnTo>
                <a:lnTo>
                  <a:pt x="830885" y="6520"/>
                </a:lnTo>
                <a:lnTo>
                  <a:pt x="781799" y="1636"/>
                </a:lnTo>
                <a:lnTo>
                  <a:pt x="732030" y="0"/>
                </a:lnTo>
                <a:close/>
              </a:path>
              <a:path w="1464310" h="1464310">
                <a:moveTo>
                  <a:pt x="1382385" y="479173"/>
                </a:moveTo>
                <a:lnTo>
                  <a:pt x="1358639" y="481367"/>
                </a:lnTo>
                <a:lnTo>
                  <a:pt x="1337619" y="492591"/>
                </a:lnTo>
                <a:lnTo>
                  <a:pt x="1323043" y="510386"/>
                </a:lnTo>
                <a:lnTo>
                  <a:pt x="1316202" y="532348"/>
                </a:lnTo>
                <a:lnTo>
                  <a:pt x="1318389" y="556077"/>
                </a:lnTo>
                <a:lnTo>
                  <a:pt x="1329578" y="599104"/>
                </a:lnTo>
                <a:lnTo>
                  <a:pt x="1337595" y="642875"/>
                </a:lnTo>
                <a:lnTo>
                  <a:pt x="1342419" y="687235"/>
                </a:lnTo>
                <a:lnTo>
                  <a:pt x="1344032" y="732030"/>
                </a:lnTo>
                <a:lnTo>
                  <a:pt x="1342187" y="779787"/>
                </a:lnTo>
                <a:lnTo>
                  <a:pt x="1336744" y="826551"/>
                </a:lnTo>
                <a:lnTo>
                  <a:pt x="1327840" y="872185"/>
                </a:lnTo>
                <a:lnTo>
                  <a:pt x="1315613" y="916552"/>
                </a:lnTo>
                <a:lnTo>
                  <a:pt x="1300198" y="959514"/>
                </a:lnTo>
                <a:lnTo>
                  <a:pt x="1281734" y="1000935"/>
                </a:lnTo>
                <a:lnTo>
                  <a:pt x="1260357" y="1040677"/>
                </a:lnTo>
                <a:lnTo>
                  <a:pt x="1236205" y="1078604"/>
                </a:lnTo>
                <a:lnTo>
                  <a:pt x="1209414" y="1114577"/>
                </a:lnTo>
                <a:lnTo>
                  <a:pt x="1180122" y="1148461"/>
                </a:lnTo>
                <a:lnTo>
                  <a:pt x="1148465" y="1180118"/>
                </a:lnTo>
                <a:lnTo>
                  <a:pt x="1114582" y="1209411"/>
                </a:lnTo>
                <a:lnTo>
                  <a:pt x="1078608" y="1236202"/>
                </a:lnTo>
                <a:lnTo>
                  <a:pt x="1040682" y="1260355"/>
                </a:lnTo>
                <a:lnTo>
                  <a:pt x="1000939" y="1281732"/>
                </a:lnTo>
                <a:lnTo>
                  <a:pt x="959518" y="1300197"/>
                </a:lnTo>
                <a:lnTo>
                  <a:pt x="916556" y="1315612"/>
                </a:lnTo>
                <a:lnTo>
                  <a:pt x="872188" y="1327840"/>
                </a:lnTo>
                <a:lnTo>
                  <a:pt x="826553" y="1336744"/>
                </a:lnTo>
                <a:lnTo>
                  <a:pt x="779788" y="1342187"/>
                </a:lnTo>
                <a:lnTo>
                  <a:pt x="732030" y="1344032"/>
                </a:lnTo>
                <a:lnTo>
                  <a:pt x="1132925" y="1344032"/>
                </a:lnTo>
                <a:lnTo>
                  <a:pt x="1199558" y="1294885"/>
                </a:lnTo>
                <a:lnTo>
                  <a:pt x="1233255" y="1265063"/>
                </a:lnTo>
                <a:lnTo>
                  <a:pt x="1265063" y="1233255"/>
                </a:lnTo>
                <a:lnTo>
                  <a:pt x="1294885" y="1199558"/>
                </a:lnTo>
                <a:lnTo>
                  <a:pt x="1322624" y="1164069"/>
                </a:lnTo>
                <a:lnTo>
                  <a:pt x="1348183" y="1126886"/>
                </a:lnTo>
                <a:lnTo>
                  <a:pt x="1371463" y="1088106"/>
                </a:lnTo>
                <a:lnTo>
                  <a:pt x="1392369" y="1047826"/>
                </a:lnTo>
                <a:lnTo>
                  <a:pt x="1410803" y="1006143"/>
                </a:lnTo>
                <a:lnTo>
                  <a:pt x="1426668" y="963154"/>
                </a:lnTo>
                <a:lnTo>
                  <a:pt x="1439866" y="918957"/>
                </a:lnTo>
                <a:lnTo>
                  <a:pt x="1450300" y="873649"/>
                </a:lnTo>
                <a:lnTo>
                  <a:pt x="1457874" y="827327"/>
                </a:lnTo>
                <a:lnTo>
                  <a:pt x="1462489" y="780088"/>
                </a:lnTo>
                <a:lnTo>
                  <a:pt x="1464049" y="732030"/>
                </a:lnTo>
                <a:lnTo>
                  <a:pt x="1462118" y="678496"/>
                </a:lnTo>
                <a:lnTo>
                  <a:pt x="1456340" y="625462"/>
                </a:lnTo>
                <a:lnTo>
                  <a:pt x="1446742" y="573112"/>
                </a:lnTo>
                <a:lnTo>
                  <a:pt x="1433349" y="521628"/>
                </a:lnTo>
                <a:lnTo>
                  <a:pt x="1404345" y="486019"/>
                </a:lnTo>
                <a:lnTo>
                  <a:pt x="1382385" y="479173"/>
                </a:lnTo>
                <a:close/>
              </a:path>
              <a:path w="1464310" h="1464310">
                <a:moveTo>
                  <a:pt x="1133269" y="120017"/>
                </a:moveTo>
                <a:lnTo>
                  <a:pt x="732030" y="120017"/>
                </a:lnTo>
                <a:lnTo>
                  <a:pt x="783957" y="122151"/>
                </a:lnTo>
                <a:lnTo>
                  <a:pt x="834955" y="128517"/>
                </a:lnTo>
                <a:lnTo>
                  <a:pt x="884856" y="139055"/>
                </a:lnTo>
                <a:lnTo>
                  <a:pt x="933495" y="153707"/>
                </a:lnTo>
                <a:lnTo>
                  <a:pt x="980704" y="172415"/>
                </a:lnTo>
                <a:lnTo>
                  <a:pt x="1026317" y="195122"/>
                </a:lnTo>
                <a:lnTo>
                  <a:pt x="1070168" y="221768"/>
                </a:lnTo>
                <a:lnTo>
                  <a:pt x="1112091" y="252295"/>
                </a:lnTo>
                <a:lnTo>
                  <a:pt x="1133303" y="263114"/>
                </a:lnTo>
                <a:lnTo>
                  <a:pt x="1178182" y="257947"/>
                </a:lnTo>
                <a:lnTo>
                  <a:pt x="1207228" y="221352"/>
                </a:lnTo>
                <a:lnTo>
                  <a:pt x="1209005" y="198418"/>
                </a:lnTo>
                <a:lnTo>
                  <a:pt x="1202056" y="176488"/>
                </a:lnTo>
                <a:lnTo>
                  <a:pt x="1186696" y="158277"/>
                </a:lnTo>
                <a:lnTo>
                  <a:pt x="1146756" y="128684"/>
                </a:lnTo>
                <a:lnTo>
                  <a:pt x="1133269" y="12001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37" name="object 26">
            <a:extLst>
              <a:ext uri="{FF2B5EF4-FFF2-40B4-BE49-F238E27FC236}">
                <a16:creationId xmlns:a16="http://schemas.microsoft.com/office/drawing/2014/main" id="{2718CBBC-ED0C-7849-767C-D927C395C612}"/>
              </a:ext>
            </a:extLst>
          </p:cNvPr>
          <p:cNvSpPr/>
          <p:nvPr/>
        </p:nvSpPr>
        <p:spPr>
          <a:xfrm>
            <a:off x="1672148" y="1050086"/>
            <a:ext cx="1149270" cy="1149270"/>
          </a:xfrm>
          <a:custGeom>
            <a:avLst/>
            <a:gdLst/>
            <a:ahLst/>
            <a:cxnLst/>
            <a:rect l="l" t="t" r="r" b="b"/>
            <a:pathLst>
              <a:path w="1149350" h="1149350">
                <a:moveTo>
                  <a:pt x="574600" y="0"/>
                </a:moveTo>
                <a:lnTo>
                  <a:pt x="527542" y="1908"/>
                </a:lnTo>
                <a:lnTo>
                  <a:pt x="481519" y="7534"/>
                </a:lnTo>
                <a:lnTo>
                  <a:pt x="436681" y="16728"/>
                </a:lnTo>
                <a:lnTo>
                  <a:pt x="393175" y="29341"/>
                </a:lnTo>
                <a:lnTo>
                  <a:pt x="351152" y="45225"/>
                </a:lnTo>
                <a:lnTo>
                  <a:pt x="310760" y="64231"/>
                </a:lnTo>
                <a:lnTo>
                  <a:pt x="272149" y="86208"/>
                </a:lnTo>
                <a:lnTo>
                  <a:pt x="235466" y="111009"/>
                </a:lnTo>
                <a:lnTo>
                  <a:pt x="200862" y="138485"/>
                </a:lnTo>
                <a:lnTo>
                  <a:pt x="168485" y="168485"/>
                </a:lnTo>
                <a:lnTo>
                  <a:pt x="138485" y="200862"/>
                </a:lnTo>
                <a:lnTo>
                  <a:pt x="111009" y="235466"/>
                </a:lnTo>
                <a:lnTo>
                  <a:pt x="86208" y="272149"/>
                </a:lnTo>
                <a:lnTo>
                  <a:pt x="64231" y="310760"/>
                </a:lnTo>
                <a:lnTo>
                  <a:pt x="45225" y="351152"/>
                </a:lnTo>
                <a:lnTo>
                  <a:pt x="29341" y="393175"/>
                </a:lnTo>
                <a:lnTo>
                  <a:pt x="16728" y="436681"/>
                </a:lnTo>
                <a:lnTo>
                  <a:pt x="7534" y="481519"/>
                </a:lnTo>
                <a:lnTo>
                  <a:pt x="1908" y="527542"/>
                </a:lnTo>
                <a:lnTo>
                  <a:pt x="0" y="574600"/>
                </a:lnTo>
                <a:lnTo>
                  <a:pt x="1908" y="621656"/>
                </a:lnTo>
                <a:lnTo>
                  <a:pt x="7534" y="667678"/>
                </a:lnTo>
                <a:lnTo>
                  <a:pt x="16728" y="712515"/>
                </a:lnTo>
                <a:lnTo>
                  <a:pt x="29341" y="756019"/>
                </a:lnTo>
                <a:lnTo>
                  <a:pt x="45225" y="798041"/>
                </a:lnTo>
                <a:lnTo>
                  <a:pt x="64231" y="838432"/>
                </a:lnTo>
                <a:lnTo>
                  <a:pt x="86208" y="877043"/>
                </a:lnTo>
                <a:lnTo>
                  <a:pt x="111009" y="913725"/>
                </a:lnTo>
                <a:lnTo>
                  <a:pt x="138485" y="948329"/>
                </a:lnTo>
                <a:lnTo>
                  <a:pt x="168485" y="980705"/>
                </a:lnTo>
                <a:lnTo>
                  <a:pt x="200862" y="1010705"/>
                </a:lnTo>
                <a:lnTo>
                  <a:pt x="235466" y="1038180"/>
                </a:lnTo>
                <a:lnTo>
                  <a:pt x="272149" y="1062981"/>
                </a:lnTo>
                <a:lnTo>
                  <a:pt x="310760" y="1084959"/>
                </a:lnTo>
                <a:lnTo>
                  <a:pt x="351152" y="1103964"/>
                </a:lnTo>
                <a:lnTo>
                  <a:pt x="393175" y="1119848"/>
                </a:lnTo>
                <a:lnTo>
                  <a:pt x="436681" y="1132461"/>
                </a:lnTo>
                <a:lnTo>
                  <a:pt x="481519" y="1141655"/>
                </a:lnTo>
                <a:lnTo>
                  <a:pt x="527542" y="1147281"/>
                </a:lnTo>
                <a:lnTo>
                  <a:pt x="574600" y="1149190"/>
                </a:lnTo>
                <a:lnTo>
                  <a:pt x="621658" y="1147281"/>
                </a:lnTo>
                <a:lnTo>
                  <a:pt x="667680" y="1141655"/>
                </a:lnTo>
                <a:lnTo>
                  <a:pt x="712518" y="1132461"/>
                </a:lnTo>
                <a:lnTo>
                  <a:pt x="756023" y="1119848"/>
                </a:lnTo>
                <a:lnTo>
                  <a:pt x="798046" y="1103964"/>
                </a:lnTo>
                <a:lnTo>
                  <a:pt x="838437" y="1084959"/>
                </a:lnTo>
                <a:lnTo>
                  <a:pt x="848256" y="1079370"/>
                </a:lnTo>
                <a:lnTo>
                  <a:pt x="574600" y="1079370"/>
                </a:lnTo>
                <a:lnTo>
                  <a:pt x="526056" y="1077055"/>
                </a:lnTo>
                <a:lnTo>
                  <a:pt x="478803" y="1070252"/>
                </a:lnTo>
                <a:lnTo>
                  <a:pt x="433053" y="1059173"/>
                </a:lnTo>
                <a:lnTo>
                  <a:pt x="389021" y="1044034"/>
                </a:lnTo>
                <a:lnTo>
                  <a:pt x="346919" y="1025045"/>
                </a:lnTo>
                <a:lnTo>
                  <a:pt x="306960" y="1002422"/>
                </a:lnTo>
                <a:lnTo>
                  <a:pt x="269357" y="976376"/>
                </a:lnTo>
                <a:lnTo>
                  <a:pt x="234325" y="947121"/>
                </a:lnTo>
                <a:lnTo>
                  <a:pt x="202075" y="914871"/>
                </a:lnTo>
                <a:lnTo>
                  <a:pt x="172820" y="879838"/>
                </a:lnTo>
                <a:lnTo>
                  <a:pt x="146775" y="842235"/>
                </a:lnTo>
                <a:lnTo>
                  <a:pt x="124152" y="802276"/>
                </a:lnTo>
                <a:lnTo>
                  <a:pt x="105165" y="760174"/>
                </a:lnTo>
                <a:lnTo>
                  <a:pt x="90025" y="716143"/>
                </a:lnTo>
                <a:lnTo>
                  <a:pt x="78948" y="670394"/>
                </a:lnTo>
                <a:lnTo>
                  <a:pt x="72145" y="623142"/>
                </a:lnTo>
                <a:lnTo>
                  <a:pt x="69830" y="574600"/>
                </a:lnTo>
                <a:lnTo>
                  <a:pt x="72145" y="526056"/>
                </a:lnTo>
                <a:lnTo>
                  <a:pt x="78948" y="478802"/>
                </a:lnTo>
                <a:lnTo>
                  <a:pt x="90025" y="433052"/>
                </a:lnTo>
                <a:lnTo>
                  <a:pt x="105165" y="389019"/>
                </a:lnTo>
                <a:lnTo>
                  <a:pt x="124152" y="346917"/>
                </a:lnTo>
                <a:lnTo>
                  <a:pt x="146775" y="306957"/>
                </a:lnTo>
                <a:lnTo>
                  <a:pt x="172820" y="269354"/>
                </a:lnTo>
                <a:lnTo>
                  <a:pt x="202075" y="234320"/>
                </a:lnTo>
                <a:lnTo>
                  <a:pt x="234325" y="202069"/>
                </a:lnTo>
                <a:lnTo>
                  <a:pt x="269357" y="172814"/>
                </a:lnTo>
                <a:lnTo>
                  <a:pt x="306960" y="146768"/>
                </a:lnTo>
                <a:lnTo>
                  <a:pt x="346919" y="124144"/>
                </a:lnTo>
                <a:lnTo>
                  <a:pt x="389021" y="105156"/>
                </a:lnTo>
                <a:lnTo>
                  <a:pt x="433053" y="90016"/>
                </a:lnTo>
                <a:lnTo>
                  <a:pt x="478803" y="78938"/>
                </a:lnTo>
                <a:lnTo>
                  <a:pt x="526056" y="72134"/>
                </a:lnTo>
                <a:lnTo>
                  <a:pt x="574600" y="69819"/>
                </a:lnTo>
                <a:lnTo>
                  <a:pt x="848220" y="69819"/>
                </a:lnTo>
                <a:lnTo>
                  <a:pt x="829156" y="59233"/>
                </a:lnTo>
                <a:lnTo>
                  <a:pt x="781136" y="38108"/>
                </a:lnTo>
                <a:lnTo>
                  <a:pt x="731445" y="21548"/>
                </a:lnTo>
                <a:lnTo>
                  <a:pt x="680309" y="9626"/>
                </a:lnTo>
                <a:lnTo>
                  <a:pt x="627952" y="2419"/>
                </a:lnTo>
                <a:lnTo>
                  <a:pt x="574600" y="0"/>
                </a:lnTo>
                <a:close/>
              </a:path>
              <a:path w="1149350" h="1149350">
                <a:moveTo>
                  <a:pt x="1110395" y="501042"/>
                </a:moveTo>
                <a:lnTo>
                  <a:pt x="1097035" y="504759"/>
                </a:lnTo>
                <a:lnTo>
                  <a:pt x="1086502" y="513021"/>
                </a:lnTo>
                <a:lnTo>
                  <a:pt x="1079834" y="524628"/>
                </a:lnTo>
                <a:lnTo>
                  <a:pt x="1078071" y="538381"/>
                </a:lnTo>
                <a:lnTo>
                  <a:pt x="1078636" y="547340"/>
                </a:lnTo>
                <a:lnTo>
                  <a:pt x="1079043" y="556384"/>
                </a:lnTo>
                <a:lnTo>
                  <a:pt x="1079254" y="564230"/>
                </a:lnTo>
                <a:lnTo>
                  <a:pt x="1079370" y="574600"/>
                </a:lnTo>
                <a:lnTo>
                  <a:pt x="1077055" y="623142"/>
                </a:lnTo>
                <a:lnTo>
                  <a:pt x="1070252" y="670394"/>
                </a:lnTo>
                <a:lnTo>
                  <a:pt x="1059173" y="716143"/>
                </a:lnTo>
                <a:lnTo>
                  <a:pt x="1044034" y="760174"/>
                </a:lnTo>
                <a:lnTo>
                  <a:pt x="1025045" y="802276"/>
                </a:lnTo>
                <a:lnTo>
                  <a:pt x="1002422" y="842235"/>
                </a:lnTo>
                <a:lnTo>
                  <a:pt x="976376" y="879838"/>
                </a:lnTo>
                <a:lnTo>
                  <a:pt x="947121" y="914871"/>
                </a:lnTo>
                <a:lnTo>
                  <a:pt x="914871" y="947121"/>
                </a:lnTo>
                <a:lnTo>
                  <a:pt x="879838" y="976376"/>
                </a:lnTo>
                <a:lnTo>
                  <a:pt x="842235" y="1002422"/>
                </a:lnTo>
                <a:lnTo>
                  <a:pt x="802276" y="1025045"/>
                </a:lnTo>
                <a:lnTo>
                  <a:pt x="760174" y="1044034"/>
                </a:lnTo>
                <a:lnTo>
                  <a:pt x="716143" y="1059173"/>
                </a:lnTo>
                <a:lnTo>
                  <a:pt x="670394" y="1070252"/>
                </a:lnTo>
                <a:lnTo>
                  <a:pt x="623142" y="1077055"/>
                </a:lnTo>
                <a:lnTo>
                  <a:pt x="574600" y="1079370"/>
                </a:lnTo>
                <a:lnTo>
                  <a:pt x="848256" y="1079370"/>
                </a:lnTo>
                <a:lnTo>
                  <a:pt x="913730" y="1038180"/>
                </a:lnTo>
                <a:lnTo>
                  <a:pt x="948333" y="1010705"/>
                </a:lnTo>
                <a:lnTo>
                  <a:pt x="980709" y="980705"/>
                </a:lnTo>
                <a:lnTo>
                  <a:pt x="1010709" y="948329"/>
                </a:lnTo>
                <a:lnTo>
                  <a:pt x="1038184" y="913725"/>
                </a:lnTo>
                <a:lnTo>
                  <a:pt x="1062984" y="877043"/>
                </a:lnTo>
                <a:lnTo>
                  <a:pt x="1084961" y="838432"/>
                </a:lnTo>
                <a:lnTo>
                  <a:pt x="1103965" y="798041"/>
                </a:lnTo>
                <a:lnTo>
                  <a:pt x="1119849" y="756019"/>
                </a:lnTo>
                <a:lnTo>
                  <a:pt x="1132462" y="712515"/>
                </a:lnTo>
                <a:lnTo>
                  <a:pt x="1141656" y="667678"/>
                </a:lnTo>
                <a:lnTo>
                  <a:pt x="1147281" y="621656"/>
                </a:lnTo>
                <a:lnTo>
                  <a:pt x="1149190" y="574600"/>
                </a:lnTo>
                <a:lnTo>
                  <a:pt x="1149098" y="564230"/>
                </a:lnTo>
                <a:lnTo>
                  <a:pt x="1144016" y="520006"/>
                </a:lnTo>
                <a:lnTo>
                  <a:pt x="1124157" y="502817"/>
                </a:lnTo>
                <a:lnTo>
                  <a:pt x="1110395" y="501042"/>
                </a:lnTo>
                <a:close/>
              </a:path>
              <a:path w="1149350" h="1149350">
                <a:moveTo>
                  <a:pt x="848220" y="69819"/>
                </a:moveTo>
                <a:lnTo>
                  <a:pt x="574600" y="69819"/>
                </a:lnTo>
                <a:lnTo>
                  <a:pt x="621467" y="71944"/>
                </a:lnTo>
                <a:lnTo>
                  <a:pt x="667458" y="78273"/>
                </a:lnTo>
                <a:lnTo>
                  <a:pt x="712373" y="88742"/>
                </a:lnTo>
                <a:lnTo>
                  <a:pt x="756016" y="103285"/>
                </a:lnTo>
                <a:lnTo>
                  <a:pt x="798189" y="121835"/>
                </a:lnTo>
                <a:lnTo>
                  <a:pt x="838694" y="144327"/>
                </a:lnTo>
                <a:lnTo>
                  <a:pt x="877334" y="170696"/>
                </a:lnTo>
                <a:lnTo>
                  <a:pt x="889845" y="176664"/>
                </a:lnTo>
                <a:lnTo>
                  <a:pt x="926212" y="163754"/>
                </a:lnTo>
                <a:lnTo>
                  <a:pt x="932873" y="137878"/>
                </a:lnTo>
                <a:lnTo>
                  <a:pt x="928496" y="125231"/>
                </a:lnTo>
                <a:lnTo>
                  <a:pt x="919280" y="114876"/>
                </a:lnTo>
                <a:lnTo>
                  <a:pt x="875279" y="84847"/>
                </a:lnTo>
                <a:lnTo>
                  <a:pt x="848220" y="698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38" name="object 27">
            <a:extLst>
              <a:ext uri="{FF2B5EF4-FFF2-40B4-BE49-F238E27FC236}">
                <a16:creationId xmlns:a16="http://schemas.microsoft.com/office/drawing/2014/main" id="{F6509379-9A24-3FB0-01CC-AFD0BA5803ED}"/>
              </a:ext>
            </a:extLst>
          </p:cNvPr>
          <p:cNvSpPr/>
          <p:nvPr/>
        </p:nvSpPr>
        <p:spPr>
          <a:xfrm>
            <a:off x="1834149" y="1090748"/>
            <a:ext cx="1143554" cy="889572"/>
          </a:xfrm>
          <a:custGeom>
            <a:avLst/>
            <a:gdLst/>
            <a:ahLst/>
            <a:cxnLst/>
            <a:rect l="l" t="t" r="r" b="b"/>
            <a:pathLst>
              <a:path w="1143635" h="889635">
                <a:moveTo>
                  <a:pt x="155407" y="324712"/>
                </a:moveTo>
                <a:lnTo>
                  <a:pt x="113688" y="324712"/>
                </a:lnTo>
                <a:lnTo>
                  <a:pt x="73565" y="337458"/>
                </a:lnTo>
                <a:lnTo>
                  <a:pt x="38237" y="362950"/>
                </a:lnTo>
                <a:lnTo>
                  <a:pt x="12745" y="398274"/>
                </a:lnTo>
                <a:lnTo>
                  <a:pt x="0" y="438396"/>
                </a:lnTo>
                <a:lnTo>
                  <a:pt x="0" y="480117"/>
                </a:lnTo>
                <a:lnTo>
                  <a:pt x="12745" y="520238"/>
                </a:lnTo>
                <a:lnTo>
                  <a:pt x="38237" y="555562"/>
                </a:lnTo>
                <a:lnTo>
                  <a:pt x="345359" y="862694"/>
                </a:lnTo>
                <a:lnTo>
                  <a:pt x="391936" y="887432"/>
                </a:lnTo>
                <a:lnTo>
                  <a:pt x="409190" y="889081"/>
                </a:lnTo>
                <a:lnTo>
                  <a:pt x="426435" y="887432"/>
                </a:lnTo>
                <a:lnTo>
                  <a:pt x="443164" y="882484"/>
                </a:lnTo>
                <a:lnTo>
                  <a:pt x="458857" y="874238"/>
                </a:lnTo>
                <a:lnTo>
                  <a:pt x="472999" y="862694"/>
                </a:lnTo>
                <a:lnTo>
                  <a:pt x="516401" y="819292"/>
                </a:lnTo>
                <a:lnTo>
                  <a:pt x="409183" y="819292"/>
                </a:lnTo>
                <a:lnTo>
                  <a:pt x="401492" y="817800"/>
                </a:lnTo>
                <a:lnTo>
                  <a:pt x="394740" y="813324"/>
                </a:lnTo>
                <a:lnTo>
                  <a:pt x="87618" y="506202"/>
                </a:lnTo>
                <a:lnTo>
                  <a:pt x="73058" y="484254"/>
                </a:lnTo>
                <a:lnTo>
                  <a:pt x="68205" y="459263"/>
                </a:lnTo>
                <a:lnTo>
                  <a:pt x="73058" y="434274"/>
                </a:lnTo>
                <a:lnTo>
                  <a:pt x="98015" y="403833"/>
                </a:lnTo>
                <a:lnTo>
                  <a:pt x="134549" y="392918"/>
                </a:lnTo>
                <a:lnTo>
                  <a:pt x="260819" y="392918"/>
                </a:lnTo>
                <a:lnTo>
                  <a:pt x="230849" y="362950"/>
                </a:lnTo>
                <a:lnTo>
                  <a:pt x="195527" y="337458"/>
                </a:lnTo>
                <a:lnTo>
                  <a:pt x="155407" y="324712"/>
                </a:lnTo>
                <a:close/>
              </a:path>
              <a:path w="1143635" h="889635">
                <a:moveTo>
                  <a:pt x="1126459" y="68195"/>
                </a:moveTo>
                <a:lnTo>
                  <a:pt x="1008534" y="68195"/>
                </a:lnTo>
                <a:lnTo>
                  <a:pt x="1033525" y="73048"/>
                </a:lnTo>
                <a:lnTo>
                  <a:pt x="1055474" y="87608"/>
                </a:lnTo>
                <a:lnTo>
                  <a:pt x="1070027" y="109555"/>
                </a:lnTo>
                <a:lnTo>
                  <a:pt x="1074879" y="134543"/>
                </a:lnTo>
                <a:lnTo>
                  <a:pt x="1070027" y="159532"/>
                </a:lnTo>
                <a:lnTo>
                  <a:pt x="1055474" y="181479"/>
                </a:lnTo>
                <a:lnTo>
                  <a:pt x="423618" y="813324"/>
                </a:lnTo>
                <a:lnTo>
                  <a:pt x="416872" y="817800"/>
                </a:lnTo>
                <a:lnTo>
                  <a:pt x="409183" y="819292"/>
                </a:lnTo>
                <a:lnTo>
                  <a:pt x="516401" y="819292"/>
                </a:lnTo>
                <a:lnTo>
                  <a:pt x="1104844" y="230849"/>
                </a:lnTo>
                <a:lnTo>
                  <a:pt x="1130331" y="195522"/>
                </a:lnTo>
                <a:lnTo>
                  <a:pt x="1143074" y="155399"/>
                </a:lnTo>
                <a:lnTo>
                  <a:pt x="1143074" y="113680"/>
                </a:lnTo>
                <a:lnTo>
                  <a:pt x="1130331" y="73560"/>
                </a:lnTo>
                <a:lnTo>
                  <a:pt x="1126459" y="68195"/>
                </a:lnTo>
                <a:close/>
              </a:path>
              <a:path w="1143635" h="889635">
                <a:moveTo>
                  <a:pt x="260819" y="392918"/>
                </a:moveTo>
                <a:lnTo>
                  <a:pt x="134549" y="392918"/>
                </a:lnTo>
                <a:lnTo>
                  <a:pt x="147233" y="394131"/>
                </a:lnTo>
                <a:lnTo>
                  <a:pt x="159537" y="397771"/>
                </a:lnTo>
                <a:lnTo>
                  <a:pt x="171081" y="403838"/>
                </a:lnTo>
                <a:lnTo>
                  <a:pt x="181479" y="412331"/>
                </a:lnTo>
                <a:lnTo>
                  <a:pt x="364929" y="595781"/>
                </a:lnTo>
                <a:lnTo>
                  <a:pt x="374481" y="603627"/>
                </a:lnTo>
                <a:lnTo>
                  <a:pt x="385222" y="609372"/>
                </a:lnTo>
                <a:lnTo>
                  <a:pt x="396882" y="612903"/>
                </a:lnTo>
                <a:lnTo>
                  <a:pt x="409190" y="614105"/>
                </a:lnTo>
                <a:lnTo>
                  <a:pt x="421491" y="612903"/>
                </a:lnTo>
                <a:lnTo>
                  <a:pt x="433148" y="609372"/>
                </a:lnTo>
                <a:lnTo>
                  <a:pt x="443888" y="603627"/>
                </a:lnTo>
                <a:lnTo>
                  <a:pt x="453440" y="595781"/>
                </a:lnTo>
                <a:lnTo>
                  <a:pt x="507939" y="541280"/>
                </a:lnTo>
                <a:lnTo>
                  <a:pt x="409190" y="541280"/>
                </a:lnTo>
                <a:lnTo>
                  <a:pt x="260819" y="392918"/>
                </a:lnTo>
                <a:close/>
              </a:path>
              <a:path w="1143635" h="889635">
                <a:moveTo>
                  <a:pt x="1029398" y="0"/>
                </a:moveTo>
                <a:lnTo>
                  <a:pt x="987677" y="0"/>
                </a:lnTo>
                <a:lnTo>
                  <a:pt x="947556" y="12745"/>
                </a:lnTo>
                <a:lnTo>
                  <a:pt x="912232" y="38237"/>
                </a:lnTo>
                <a:lnTo>
                  <a:pt x="409190" y="541280"/>
                </a:lnTo>
                <a:lnTo>
                  <a:pt x="507939" y="541280"/>
                </a:lnTo>
                <a:lnTo>
                  <a:pt x="961602" y="87608"/>
                </a:lnTo>
                <a:lnTo>
                  <a:pt x="983545" y="73048"/>
                </a:lnTo>
                <a:lnTo>
                  <a:pt x="1008534" y="68195"/>
                </a:lnTo>
                <a:lnTo>
                  <a:pt x="1126459" y="68195"/>
                </a:lnTo>
                <a:lnTo>
                  <a:pt x="1104844" y="38237"/>
                </a:lnTo>
                <a:lnTo>
                  <a:pt x="1069520" y="12745"/>
                </a:lnTo>
                <a:lnTo>
                  <a:pt x="10293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39" name="object 28">
            <a:extLst>
              <a:ext uri="{FF2B5EF4-FFF2-40B4-BE49-F238E27FC236}">
                <a16:creationId xmlns:a16="http://schemas.microsoft.com/office/drawing/2014/main" id="{58015160-55AB-7AB1-5F5C-1B659A748B3E}"/>
              </a:ext>
            </a:extLst>
          </p:cNvPr>
          <p:cNvSpPr txBox="1">
            <a:spLocks/>
          </p:cNvSpPr>
          <p:nvPr/>
        </p:nvSpPr>
        <p:spPr>
          <a:xfrm>
            <a:off x="4068839" y="955463"/>
            <a:ext cx="11776006" cy="2641812"/>
          </a:xfrm>
          <a:prstGeom prst="rect">
            <a:avLst/>
          </a:prstGeom>
        </p:spPr>
        <p:txBody>
          <a:bodyPr vert="horz" wrap="square" lIns="0" tIns="11429" rIns="0" bIns="0" rtlCol="0" anchor="ctr">
            <a:spAutoFit/>
          </a:bodyPr>
          <a:lstStyle>
            <a:lvl1pPr>
              <a:defRPr sz="410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R="54608">
              <a:lnSpc>
                <a:spcPts val="11249"/>
              </a:lnSpc>
              <a:spcBef>
                <a:spcPts val="91"/>
              </a:spcBef>
            </a:pPr>
            <a:r>
              <a:rPr lang="es-MX" sz="6600" b="1" kern="0" spc="-600" dirty="0">
                <a:solidFill>
                  <a:srgbClr val="1F3D6F"/>
                </a:solidFill>
              </a:rPr>
              <a:t>Ética Profesional</a:t>
            </a:r>
            <a:br>
              <a:rPr lang="es-MX" sz="8905" b="1" kern="0" spc="-600" dirty="0">
                <a:solidFill>
                  <a:srgbClr val="1F3D6F"/>
                </a:solidFill>
              </a:rPr>
            </a:br>
            <a:r>
              <a:rPr lang="es-MX" sz="4000" kern="0" spc="-405" dirty="0">
                <a:solidFill>
                  <a:srgbClr val="1F3D6F"/>
                </a:solidFill>
              </a:rPr>
              <a:t>Decisiones responsables en el diseño arquitectónico</a:t>
            </a:r>
            <a:endParaRPr lang="es-MX" sz="6600" kern="0" spc="-405" dirty="0">
              <a:solidFill>
                <a:srgbClr val="1F3D6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6FFB4-9EEB-0EEA-E93A-0D518CD0C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ACAC64A-4DCD-AAB9-4579-D0838A2B02BC}"/>
              </a:ext>
            </a:extLst>
          </p:cNvPr>
          <p:cNvSpPr/>
          <p:nvPr/>
        </p:nvSpPr>
        <p:spPr>
          <a:xfrm>
            <a:off x="16692898" y="397"/>
            <a:ext cx="3410494" cy="61839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70B8B80-CAB9-0E1C-847D-EDA155F6B3E2}"/>
              </a:ext>
            </a:extLst>
          </p:cNvPr>
          <p:cNvSpPr/>
          <p:nvPr/>
        </p:nvSpPr>
        <p:spPr>
          <a:xfrm>
            <a:off x="16688787" y="5950165"/>
            <a:ext cx="3414790" cy="5358389"/>
          </a:xfrm>
          <a:custGeom>
            <a:avLst/>
            <a:gdLst/>
            <a:ahLst/>
            <a:cxnLst/>
            <a:rect l="l" t="t" r="r" b="b"/>
            <a:pathLst>
              <a:path w="3415030" h="5358765">
                <a:moveTo>
                  <a:pt x="0" y="0"/>
                </a:moveTo>
                <a:lnTo>
                  <a:pt x="0" y="5358370"/>
                </a:lnTo>
                <a:lnTo>
                  <a:pt x="3414848" y="5358370"/>
                </a:lnTo>
                <a:lnTo>
                  <a:pt x="3414848" y="145136"/>
                </a:lnTo>
                <a:lnTo>
                  <a:pt x="0" y="0"/>
                </a:lnTo>
                <a:close/>
              </a:path>
            </a:pathLst>
          </a:custGeom>
          <a:solidFill>
            <a:srgbClr val="834E3E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C81F77B-1E2D-3D13-8AB4-3127E6ADF296}"/>
              </a:ext>
            </a:extLst>
          </p:cNvPr>
          <p:cNvSpPr/>
          <p:nvPr/>
        </p:nvSpPr>
        <p:spPr>
          <a:xfrm>
            <a:off x="16688786" y="6190978"/>
            <a:ext cx="3414610" cy="51171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35CD00E2-3672-E1F3-AC69-5ACFA8A284B2}"/>
              </a:ext>
            </a:extLst>
          </p:cNvPr>
          <p:cNvSpPr/>
          <p:nvPr/>
        </p:nvSpPr>
        <p:spPr>
          <a:xfrm>
            <a:off x="18323715" y="5517363"/>
            <a:ext cx="1779780" cy="241919"/>
          </a:xfrm>
          <a:custGeom>
            <a:avLst/>
            <a:gdLst/>
            <a:ahLst/>
            <a:cxnLst/>
            <a:rect l="l" t="t" r="r" b="b"/>
            <a:pathLst>
              <a:path w="1779905" h="241935">
                <a:moveTo>
                  <a:pt x="1779803" y="0"/>
                </a:moveTo>
                <a:lnTo>
                  <a:pt x="0" y="0"/>
                </a:lnTo>
                <a:lnTo>
                  <a:pt x="31412" y="241633"/>
                </a:lnTo>
                <a:lnTo>
                  <a:pt x="1779803" y="241633"/>
                </a:lnTo>
                <a:lnTo>
                  <a:pt x="1779803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1F9634C0-82A4-6849-99AC-D98E1420936E}"/>
              </a:ext>
            </a:extLst>
          </p:cNvPr>
          <p:cNvSpPr/>
          <p:nvPr/>
        </p:nvSpPr>
        <p:spPr>
          <a:xfrm>
            <a:off x="17731276" y="5451057"/>
            <a:ext cx="2372117" cy="5402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7D771D5B-5A00-9AC4-EB32-C51986A92256}"/>
              </a:ext>
            </a:extLst>
          </p:cNvPr>
          <p:cNvSpPr txBox="1"/>
          <p:nvPr/>
        </p:nvSpPr>
        <p:spPr>
          <a:xfrm>
            <a:off x="18522004" y="5498797"/>
            <a:ext cx="1421031" cy="228267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12699">
              <a:spcBef>
                <a:spcPts val="101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Edificio Ad</a:t>
            </a:r>
            <a:r>
              <a:rPr sz="1400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Portas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9536DF13-288E-6C70-6D72-91219B6D47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8680" y="6642544"/>
            <a:ext cx="19466743" cy="100001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16652102" algn="ctr">
              <a:spcBef>
                <a:spcPts val="120"/>
              </a:spcBef>
            </a:pPr>
            <a:r>
              <a:rPr sz="3199" spc="-64" dirty="0" err="1"/>
              <a:t>Facultad</a:t>
            </a:r>
            <a:r>
              <a:rPr sz="3199" spc="-241" dirty="0"/>
              <a:t> </a:t>
            </a:r>
            <a:r>
              <a:rPr sz="3199" spc="-74" dirty="0"/>
              <a:t>de</a:t>
            </a:r>
          </a:p>
          <a:p>
            <a:pPr marL="16652102" algn="ctr">
              <a:spcBef>
                <a:spcPts val="30"/>
              </a:spcBef>
            </a:pPr>
            <a:r>
              <a:rPr sz="3199" b="1" spc="-74" dirty="0" err="1"/>
              <a:t>Ingeniería</a:t>
            </a:r>
            <a:endParaRPr sz="3199" b="1" spc="-74" dirty="0"/>
          </a:p>
        </p:txBody>
      </p:sp>
      <p:pic>
        <p:nvPicPr>
          <p:cNvPr id="22" name="Imagen 21" descr="Imagen que contiene dibujo&#10;&#10;Descripción generada automáticamente">
            <a:extLst>
              <a:ext uri="{FF2B5EF4-FFF2-40B4-BE49-F238E27FC236}">
                <a16:creationId xmlns:a16="http://schemas.microsoft.com/office/drawing/2014/main" id="{1B176CDC-D4CD-9A01-ABF6-9845700FF8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59164" y="8400550"/>
            <a:ext cx="2726257" cy="1949273"/>
          </a:xfrm>
          <a:prstGeom prst="rect">
            <a:avLst/>
          </a:prstGeom>
        </p:spPr>
      </p:pic>
      <p:sp>
        <p:nvSpPr>
          <p:cNvPr id="23" name="object 21">
            <a:extLst>
              <a:ext uri="{FF2B5EF4-FFF2-40B4-BE49-F238E27FC236}">
                <a16:creationId xmlns:a16="http://schemas.microsoft.com/office/drawing/2014/main" id="{EFC25997-87C2-1D10-3BD2-7E527B6056F1}"/>
              </a:ext>
            </a:extLst>
          </p:cNvPr>
          <p:cNvSpPr/>
          <p:nvPr/>
        </p:nvSpPr>
        <p:spPr>
          <a:xfrm rot="5400000">
            <a:off x="18412113" y="7083173"/>
            <a:ext cx="57699" cy="2291579"/>
          </a:xfrm>
          <a:custGeom>
            <a:avLst/>
            <a:gdLst/>
            <a:ahLst/>
            <a:cxnLst/>
            <a:rect l="l" t="t" r="r" b="b"/>
            <a:pathLst>
              <a:path h="1393190">
                <a:moveTo>
                  <a:pt x="0" y="0"/>
                </a:moveTo>
                <a:lnTo>
                  <a:pt x="0" y="139318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801" dirty="0"/>
          </a:p>
        </p:txBody>
      </p:sp>
      <p:sp>
        <p:nvSpPr>
          <p:cNvPr id="13" name="object 29">
            <a:extLst>
              <a:ext uri="{FF2B5EF4-FFF2-40B4-BE49-F238E27FC236}">
                <a16:creationId xmlns:a16="http://schemas.microsoft.com/office/drawing/2014/main" id="{8D493E1D-0F7D-8CC5-15DA-EC7BB11498DA}"/>
              </a:ext>
            </a:extLst>
          </p:cNvPr>
          <p:cNvSpPr txBox="1"/>
          <p:nvPr/>
        </p:nvSpPr>
        <p:spPr>
          <a:xfrm>
            <a:off x="1076142" y="4122657"/>
            <a:ext cx="15119853" cy="4377223"/>
          </a:xfrm>
          <a:prstGeom prst="rect">
            <a:avLst/>
          </a:prstGeom>
        </p:spPr>
        <p:txBody>
          <a:bodyPr vert="horz" wrap="square" lIns="0" tIns="16509" rIns="0" bIns="0" rtlCol="0">
            <a:spAutoFit/>
          </a:bodyPr>
          <a:lstStyle/>
          <a:p>
            <a:pPr marL="471202" indent="-471202">
              <a:buFont typeface="Wingdings" panose="05000000000000000000" pitchFamily="2" charset="2"/>
              <a:buChar char="q"/>
            </a:pPr>
            <a:r>
              <a:rPr lang="es-MX" sz="3200" dirty="0"/>
              <a:t>Comprender los </a:t>
            </a:r>
            <a:r>
              <a:rPr lang="es-MX" sz="3200" b="1" dirty="0"/>
              <a:t>componentes clave</a:t>
            </a:r>
            <a:r>
              <a:rPr lang="es-MX" sz="3200" dirty="0"/>
              <a:t>: negocio, aplicaciones, infraestructura, datos y seguridad.</a:t>
            </a:r>
          </a:p>
          <a:p>
            <a:pPr marL="471202" indent="-471202">
              <a:buFont typeface="Wingdings" panose="05000000000000000000" pitchFamily="2" charset="2"/>
              <a:buChar char="q"/>
            </a:pPr>
            <a:endParaRPr lang="es-ES_tradnl" sz="2968" dirty="0">
              <a:latin typeface="Arial" panose="020B0604020202020204" pitchFamily="34" charset="0"/>
              <a:ea typeface="MS Mincho" panose="02020609040205080304" pitchFamily="49" charset="-128"/>
              <a:cs typeface="font459"/>
            </a:endParaRPr>
          </a:p>
          <a:p>
            <a:pPr marL="471202" indent="-471202">
              <a:buFont typeface="Wingdings" panose="05000000000000000000" pitchFamily="2" charset="2"/>
              <a:buChar char="q"/>
            </a:pPr>
            <a:r>
              <a:rPr lang="es-419" sz="3200" dirty="0"/>
              <a:t>Aplicar </a:t>
            </a:r>
            <a:r>
              <a:rPr lang="es-419" sz="3200" b="1" dirty="0"/>
              <a:t>marcos de referencia</a:t>
            </a:r>
            <a:r>
              <a:rPr lang="es-419" sz="3200" dirty="0"/>
              <a:t> (como TOGAF o Zachman) para el diseño de arquitecturas.</a:t>
            </a:r>
          </a:p>
          <a:p>
            <a:pPr marL="471202" indent="-471202">
              <a:buFont typeface="Wingdings" panose="05000000000000000000" pitchFamily="2" charset="2"/>
              <a:buChar char="q"/>
            </a:pPr>
            <a:endParaRPr lang="es-ES_tradnl" sz="2968" dirty="0">
              <a:latin typeface="Arial" panose="020B0604020202020204" pitchFamily="34" charset="0"/>
              <a:ea typeface="MS Mincho" panose="02020609040205080304" pitchFamily="49" charset="-128"/>
            </a:endParaRPr>
          </a:p>
          <a:p>
            <a:pPr marL="471202" indent="-471202">
              <a:buFont typeface="Wingdings" panose="05000000000000000000" pitchFamily="2" charset="2"/>
              <a:buChar char="q"/>
            </a:pPr>
            <a:r>
              <a:rPr lang="es-MX" sz="3200" dirty="0"/>
              <a:t>Diseñar arquitecturas alineadas con los </a:t>
            </a:r>
            <a:r>
              <a:rPr lang="es-MX" sz="3200" b="1" dirty="0"/>
              <a:t>objetivos estratégicos</a:t>
            </a:r>
            <a:r>
              <a:rPr lang="es-MX" sz="3200" dirty="0"/>
              <a:t> de la organización.</a:t>
            </a:r>
          </a:p>
          <a:p>
            <a:pPr marL="471202" indent="-471202">
              <a:buFont typeface="Wingdings" panose="05000000000000000000" pitchFamily="2" charset="2"/>
              <a:buChar char="q"/>
            </a:pPr>
            <a:endParaRPr lang="es-MX" sz="3200" dirty="0"/>
          </a:p>
          <a:p>
            <a:pPr marL="471202" indent="-471202">
              <a:buFont typeface="Wingdings" panose="05000000000000000000" pitchFamily="2" charset="2"/>
              <a:buChar char="q"/>
            </a:pPr>
            <a:r>
              <a:rPr lang="es-419" sz="3200" dirty="0"/>
              <a:t>Analizar sistemas complejos usando </a:t>
            </a:r>
            <a:r>
              <a:rPr lang="es-419" sz="3200" b="1" dirty="0"/>
              <a:t>patrones arquitectónicos modernos</a:t>
            </a:r>
            <a:r>
              <a:rPr lang="es-419" sz="3200" dirty="0"/>
              <a:t> (</a:t>
            </a:r>
            <a:r>
              <a:rPr lang="es-419" sz="3200" dirty="0" err="1"/>
              <a:t>Event</a:t>
            </a:r>
            <a:r>
              <a:rPr lang="es-419" sz="3200" dirty="0"/>
              <a:t> </a:t>
            </a:r>
            <a:r>
              <a:rPr lang="es-419" sz="3200" dirty="0" err="1"/>
              <a:t>Sourcing</a:t>
            </a:r>
            <a:r>
              <a:rPr lang="es-419" sz="3200" dirty="0"/>
              <a:t>, Microservicios, etc.).</a:t>
            </a:r>
            <a:endParaRPr lang="es-CO" sz="2968" dirty="0">
              <a:latin typeface="Cambria" panose="02040503050406030204" pitchFamily="18" charset="0"/>
              <a:ea typeface="MS Mincho" panose="02020609040205080304" pitchFamily="49" charset="-128"/>
              <a:cs typeface="font459"/>
            </a:endParaRPr>
          </a:p>
        </p:txBody>
      </p:sp>
      <p:sp>
        <p:nvSpPr>
          <p:cNvPr id="14" name="object 30">
            <a:extLst>
              <a:ext uri="{FF2B5EF4-FFF2-40B4-BE49-F238E27FC236}">
                <a16:creationId xmlns:a16="http://schemas.microsoft.com/office/drawing/2014/main" id="{80AD4667-E0EE-30B5-EA90-646436070FFF}"/>
              </a:ext>
            </a:extLst>
          </p:cNvPr>
          <p:cNvSpPr/>
          <p:nvPr/>
        </p:nvSpPr>
        <p:spPr>
          <a:xfrm>
            <a:off x="1081150" y="10074248"/>
            <a:ext cx="144135" cy="416530"/>
          </a:xfrm>
          <a:custGeom>
            <a:avLst/>
            <a:gdLst/>
            <a:ahLst/>
            <a:cxnLst/>
            <a:rect l="l" t="t" r="r" b="b"/>
            <a:pathLst>
              <a:path w="144144" h="416559">
                <a:moveTo>
                  <a:pt x="71924" y="0"/>
                </a:moveTo>
                <a:lnTo>
                  <a:pt x="43953" y="5661"/>
                </a:lnTo>
                <a:lnTo>
                  <a:pt x="21088" y="21092"/>
                </a:lnTo>
                <a:lnTo>
                  <a:pt x="5660" y="43957"/>
                </a:lnTo>
                <a:lnTo>
                  <a:pt x="0" y="71924"/>
                </a:lnTo>
                <a:lnTo>
                  <a:pt x="0" y="344125"/>
                </a:lnTo>
                <a:lnTo>
                  <a:pt x="5660" y="372096"/>
                </a:lnTo>
                <a:lnTo>
                  <a:pt x="21088" y="394961"/>
                </a:lnTo>
                <a:lnTo>
                  <a:pt x="43953" y="410389"/>
                </a:lnTo>
                <a:lnTo>
                  <a:pt x="71924" y="416050"/>
                </a:lnTo>
                <a:lnTo>
                  <a:pt x="99889" y="410389"/>
                </a:lnTo>
                <a:lnTo>
                  <a:pt x="122751" y="394961"/>
                </a:lnTo>
                <a:lnTo>
                  <a:pt x="129427" y="385066"/>
                </a:lnTo>
                <a:lnTo>
                  <a:pt x="71924" y="385066"/>
                </a:lnTo>
                <a:lnTo>
                  <a:pt x="56003" y="381845"/>
                </a:lnTo>
                <a:lnTo>
                  <a:pt x="42988" y="373065"/>
                </a:lnTo>
                <a:lnTo>
                  <a:pt x="34205" y="360051"/>
                </a:lnTo>
                <a:lnTo>
                  <a:pt x="30983" y="344125"/>
                </a:lnTo>
                <a:lnTo>
                  <a:pt x="30983" y="71924"/>
                </a:lnTo>
                <a:lnTo>
                  <a:pt x="34205" y="56003"/>
                </a:lnTo>
                <a:lnTo>
                  <a:pt x="42988" y="42988"/>
                </a:lnTo>
                <a:lnTo>
                  <a:pt x="56003" y="34205"/>
                </a:lnTo>
                <a:lnTo>
                  <a:pt x="71924" y="30983"/>
                </a:lnTo>
                <a:lnTo>
                  <a:pt x="129424" y="30983"/>
                </a:lnTo>
                <a:lnTo>
                  <a:pt x="122751" y="21092"/>
                </a:lnTo>
                <a:lnTo>
                  <a:pt x="99889" y="5661"/>
                </a:lnTo>
                <a:lnTo>
                  <a:pt x="71924" y="0"/>
                </a:lnTo>
                <a:close/>
              </a:path>
              <a:path w="144144" h="416559">
                <a:moveTo>
                  <a:pt x="129424" y="30983"/>
                </a:moveTo>
                <a:lnTo>
                  <a:pt x="71924" y="30983"/>
                </a:lnTo>
                <a:lnTo>
                  <a:pt x="87839" y="34205"/>
                </a:lnTo>
                <a:lnTo>
                  <a:pt x="100851" y="42988"/>
                </a:lnTo>
                <a:lnTo>
                  <a:pt x="109632" y="56003"/>
                </a:lnTo>
                <a:lnTo>
                  <a:pt x="112855" y="71924"/>
                </a:lnTo>
                <a:lnTo>
                  <a:pt x="112855" y="344125"/>
                </a:lnTo>
                <a:lnTo>
                  <a:pt x="109632" y="360051"/>
                </a:lnTo>
                <a:lnTo>
                  <a:pt x="100851" y="373065"/>
                </a:lnTo>
                <a:lnTo>
                  <a:pt x="87839" y="381845"/>
                </a:lnTo>
                <a:lnTo>
                  <a:pt x="71924" y="385066"/>
                </a:lnTo>
                <a:lnTo>
                  <a:pt x="129427" y="385066"/>
                </a:lnTo>
                <a:lnTo>
                  <a:pt x="138178" y="372096"/>
                </a:lnTo>
                <a:lnTo>
                  <a:pt x="143838" y="344125"/>
                </a:lnTo>
                <a:lnTo>
                  <a:pt x="143838" y="71924"/>
                </a:lnTo>
                <a:lnTo>
                  <a:pt x="138178" y="43957"/>
                </a:lnTo>
                <a:lnTo>
                  <a:pt x="129424" y="30983"/>
                </a:lnTo>
                <a:close/>
              </a:path>
            </a:pathLst>
          </a:custGeom>
          <a:solidFill>
            <a:srgbClr val="1F3D6F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15" name="object 31">
            <a:extLst>
              <a:ext uri="{FF2B5EF4-FFF2-40B4-BE49-F238E27FC236}">
                <a16:creationId xmlns:a16="http://schemas.microsoft.com/office/drawing/2014/main" id="{760C7FAD-5DAB-EEB4-70DB-189D0E4465C5}"/>
              </a:ext>
            </a:extLst>
          </p:cNvPr>
          <p:cNvSpPr/>
          <p:nvPr/>
        </p:nvSpPr>
        <p:spPr>
          <a:xfrm>
            <a:off x="772979" y="9996329"/>
            <a:ext cx="761311" cy="761311"/>
          </a:xfrm>
          <a:custGeom>
            <a:avLst/>
            <a:gdLst/>
            <a:ahLst/>
            <a:cxnLst/>
            <a:rect l="l" t="t" r="r" b="b"/>
            <a:pathLst>
              <a:path w="761365" h="761365">
                <a:moveTo>
                  <a:pt x="380648" y="0"/>
                </a:moveTo>
                <a:lnTo>
                  <a:pt x="332966" y="2971"/>
                </a:lnTo>
                <a:lnTo>
                  <a:pt x="287034" y="11645"/>
                </a:lnTo>
                <a:lnTo>
                  <a:pt x="243209" y="25663"/>
                </a:lnTo>
                <a:lnTo>
                  <a:pt x="201852" y="44665"/>
                </a:lnTo>
                <a:lnTo>
                  <a:pt x="163323" y="68291"/>
                </a:lnTo>
                <a:lnTo>
                  <a:pt x="127979" y="96182"/>
                </a:lnTo>
                <a:lnTo>
                  <a:pt x="96182" y="127979"/>
                </a:lnTo>
                <a:lnTo>
                  <a:pt x="68291" y="163323"/>
                </a:lnTo>
                <a:lnTo>
                  <a:pt x="44665" y="201852"/>
                </a:lnTo>
                <a:lnTo>
                  <a:pt x="25663" y="243209"/>
                </a:lnTo>
                <a:lnTo>
                  <a:pt x="11645" y="287034"/>
                </a:lnTo>
                <a:lnTo>
                  <a:pt x="2971" y="332966"/>
                </a:lnTo>
                <a:lnTo>
                  <a:pt x="0" y="380648"/>
                </a:lnTo>
                <a:lnTo>
                  <a:pt x="2971" y="428327"/>
                </a:lnTo>
                <a:lnTo>
                  <a:pt x="11645" y="474258"/>
                </a:lnTo>
                <a:lnTo>
                  <a:pt x="25663" y="518080"/>
                </a:lnTo>
                <a:lnTo>
                  <a:pt x="44665" y="559436"/>
                </a:lnTo>
                <a:lnTo>
                  <a:pt x="68291" y="597965"/>
                </a:lnTo>
                <a:lnTo>
                  <a:pt x="96182" y="633307"/>
                </a:lnTo>
                <a:lnTo>
                  <a:pt x="127979" y="665103"/>
                </a:lnTo>
                <a:lnTo>
                  <a:pt x="163323" y="692994"/>
                </a:lnTo>
                <a:lnTo>
                  <a:pt x="201852" y="716620"/>
                </a:lnTo>
                <a:lnTo>
                  <a:pt x="243209" y="735622"/>
                </a:lnTo>
                <a:lnTo>
                  <a:pt x="287034" y="749640"/>
                </a:lnTo>
                <a:lnTo>
                  <a:pt x="332966" y="758314"/>
                </a:lnTo>
                <a:lnTo>
                  <a:pt x="380648" y="761285"/>
                </a:lnTo>
                <a:lnTo>
                  <a:pt x="428329" y="758314"/>
                </a:lnTo>
                <a:lnTo>
                  <a:pt x="474261" y="749640"/>
                </a:lnTo>
                <a:lnTo>
                  <a:pt x="518085" y="735622"/>
                </a:lnTo>
                <a:lnTo>
                  <a:pt x="529664" y="730302"/>
                </a:lnTo>
                <a:lnTo>
                  <a:pt x="380648" y="730302"/>
                </a:lnTo>
                <a:lnTo>
                  <a:pt x="333264" y="727104"/>
                </a:lnTo>
                <a:lnTo>
                  <a:pt x="287798" y="717790"/>
                </a:lnTo>
                <a:lnTo>
                  <a:pt x="244670" y="702781"/>
                </a:lnTo>
                <a:lnTo>
                  <a:pt x="204300" y="682495"/>
                </a:lnTo>
                <a:lnTo>
                  <a:pt x="167107" y="657353"/>
                </a:lnTo>
                <a:lnTo>
                  <a:pt x="133511" y="627775"/>
                </a:lnTo>
                <a:lnTo>
                  <a:pt x="103932" y="594180"/>
                </a:lnTo>
                <a:lnTo>
                  <a:pt x="78790" y="556988"/>
                </a:lnTo>
                <a:lnTo>
                  <a:pt x="58504" y="516619"/>
                </a:lnTo>
                <a:lnTo>
                  <a:pt x="43494" y="473493"/>
                </a:lnTo>
                <a:lnTo>
                  <a:pt x="34181" y="428029"/>
                </a:lnTo>
                <a:lnTo>
                  <a:pt x="30983" y="380648"/>
                </a:lnTo>
                <a:lnTo>
                  <a:pt x="34181" y="333264"/>
                </a:lnTo>
                <a:lnTo>
                  <a:pt x="43494" y="287798"/>
                </a:lnTo>
                <a:lnTo>
                  <a:pt x="58504" y="244670"/>
                </a:lnTo>
                <a:lnTo>
                  <a:pt x="78790" y="204300"/>
                </a:lnTo>
                <a:lnTo>
                  <a:pt x="103932" y="167107"/>
                </a:lnTo>
                <a:lnTo>
                  <a:pt x="133511" y="133511"/>
                </a:lnTo>
                <a:lnTo>
                  <a:pt x="167107" y="103932"/>
                </a:lnTo>
                <a:lnTo>
                  <a:pt x="204300" y="78790"/>
                </a:lnTo>
                <a:lnTo>
                  <a:pt x="244670" y="58504"/>
                </a:lnTo>
                <a:lnTo>
                  <a:pt x="287798" y="43494"/>
                </a:lnTo>
                <a:lnTo>
                  <a:pt x="333264" y="34181"/>
                </a:lnTo>
                <a:lnTo>
                  <a:pt x="380648" y="30983"/>
                </a:lnTo>
                <a:lnTo>
                  <a:pt x="529663" y="30983"/>
                </a:lnTo>
                <a:lnTo>
                  <a:pt x="518085" y="25663"/>
                </a:lnTo>
                <a:lnTo>
                  <a:pt x="474261" y="11645"/>
                </a:lnTo>
                <a:lnTo>
                  <a:pt x="428329" y="2971"/>
                </a:lnTo>
                <a:lnTo>
                  <a:pt x="380648" y="0"/>
                </a:lnTo>
                <a:close/>
              </a:path>
              <a:path w="761365" h="761365">
                <a:moveTo>
                  <a:pt x="529663" y="30983"/>
                </a:moveTo>
                <a:lnTo>
                  <a:pt x="380648" y="30983"/>
                </a:lnTo>
                <a:lnTo>
                  <a:pt x="428029" y="34181"/>
                </a:lnTo>
                <a:lnTo>
                  <a:pt x="473493" y="43494"/>
                </a:lnTo>
                <a:lnTo>
                  <a:pt x="516620" y="58504"/>
                </a:lnTo>
                <a:lnTo>
                  <a:pt x="556990" y="78790"/>
                </a:lnTo>
                <a:lnTo>
                  <a:pt x="594184" y="103932"/>
                </a:lnTo>
                <a:lnTo>
                  <a:pt x="627780" y="133511"/>
                </a:lnTo>
                <a:lnTo>
                  <a:pt x="657360" y="167107"/>
                </a:lnTo>
                <a:lnTo>
                  <a:pt x="682503" y="204300"/>
                </a:lnTo>
                <a:lnTo>
                  <a:pt x="702790" y="244670"/>
                </a:lnTo>
                <a:lnTo>
                  <a:pt x="717800" y="287798"/>
                </a:lnTo>
                <a:lnTo>
                  <a:pt x="727114" y="333264"/>
                </a:lnTo>
                <a:lnTo>
                  <a:pt x="730312" y="380648"/>
                </a:lnTo>
                <a:lnTo>
                  <a:pt x="727114" y="428029"/>
                </a:lnTo>
                <a:lnTo>
                  <a:pt x="717800" y="473493"/>
                </a:lnTo>
                <a:lnTo>
                  <a:pt x="702790" y="516619"/>
                </a:lnTo>
                <a:lnTo>
                  <a:pt x="682503" y="556988"/>
                </a:lnTo>
                <a:lnTo>
                  <a:pt x="657360" y="594180"/>
                </a:lnTo>
                <a:lnTo>
                  <a:pt x="627780" y="627775"/>
                </a:lnTo>
                <a:lnTo>
                  <a:pt x="594184" y="657353"/>
                </a:lnTo>
                <a:lnTo>
                  <a:pt x="556990" y="682495"/>
                </a:lnTo>
                <a:lnTo>
                  <a:pt x="516620" y="702781"/>
                </a:lnTo>
                <a:lnTo>
                  <a:pt x="473493" y="717790"/>
                </a:lnTo>
                <a:lnTo>
                  <a:pt x="428029" y="727104"/>
                </a:lnTo>
                <a:lnTo>
                  <a:pt x="380648" y="730302"/>
                </a:lnTo>
                <a:lnTo>
                  <a:pt x="529664" y="730302"/>
                </a:lnTo>
                <a:lnTo>
                  <a:pt x="597969" y="692994"/>
                </a:lnTo>
                <a:lnTo>
                  <a:pt x="633311" y="665103"/>
                </a:lnTo>
                <a:lnTo>
                  <a:pt x="665107" y="633307"/>
                </a:lnTo>
                <a:lnTo>
                  <a:pt x="692997" y="597965"/>
                </a:lnTo>
                <a:lnTo>
                  <a:pt x="716622" y="559436"/>
                </a:lnTo>
                <a:lnTo>
                  <a:pt x="735623" y="518080"/>
                </a:lnTo>
                <a:lnTo>
                  <a:pt x="749640" y="474258"/>
                </a:lnTo>
                <a:lnTo>
                  <a:pt x="758314" y="428327"/>
                </a:lnTo>
                <a:lnTo>
                  <a:pt x="761285" y="380648"/>
                </a:lnTo>
                <a:lnTo>
                  <a:pt x="758314" y="332966"/>
                </a:lnTo>
                <a:lnTo>
                  <a:pt x="749640" y="287034"/>
                </a:lnTo>
                <a:lnTo>
                  <a:pt x="735623" y="243209"/>
                </a:lnTo>
                <a:lnTo>
                  <a:pt x="716622" y="201852"/>
                </a:lnTo>
                <a:lnTo>
                  <a:pt x="692997" y="163323"/>
                </a:lnTo>
                <a:lnTo>
                  <a:pt x="665107" y="127979"/>
                </a:lnTo>
                <a:lnTo>
                  <a:pt x="633311" y="96182"/>
                </a:lnTo>
                <a:lnTo>
                  <a:pt x="597969" y="68291"/>
                </a:lnTo>
                <a:lnTo>
                  <a:pt x="559441" y="44665"/>
                </a:lnTo>
                <a:lnTo>
                  <a:pt x="529663" y="30983"/>
                </a:lnTo>
                <a:close/>
              </a:path>
            </a:pathLst>
          </a:custGeom>
          <a:solidFill>
            <a:srgbClr val="1F3D6F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16" name="object 32">
            <a:extLst>
              <a:ext uri="{FF2B5EF4-FFF2-40B4-BE49-F238E27FC236}">
                <a16:creationId xmlns:a16="http://schemas.microsoft.com/office/drawing/2014/main" id="{E4C94AE7-C208-4D11-BC76-593019768BCD}"/>
              </a:ext>
            </a:extLst>
          </p:cNvPr>
          <p:cNvSpPr/>
          <p:nvPr/>
        </p:nvSpPr>
        <p:spPr>
          <a:xfrm>
            <a:off x="1076142" y="10514128"/>
            <a:ext cx="159312" cy="1593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17" name="object 33">
            <a:extLst>
              <a:ext uri="{FF2B5EF4-FFF2-40B4-BE49-F238E27FC236}">
                <a16:creationId xmlns:a16="http://schemas.microsoft.com/office/drawing/2014/main" id="{2BC9E3C2-41F5-635D-30E2-B727A2DA82A5}"/>
              </a:ext>
            </a:extLst>
          </p:cNvPr>
          <p:cNvSpPr/>
          <p:nvPr/>
        </p:nvSpPr>
        <p:spPr>
          <a:xfrm>
            <a:off x="628795" y="9750010"/>
            <a:ext cx="15567201" cy="0"/>
          </a:xfrm>
          <a:custGeom>
            <a:avLst/>
            <a:gdLst/>
            <a:ahLst/>
            <a:cxnLst/>
            <a:rect l="l" t="t" r="r" b="b"/>
            <a:pathLst>
              <a:path w="15568294">
                <a:moveTo>
                  <a:pt x="0" y="0"/>
                </a:moveTo>
                <a:lnTo>
                  <a:pt x="15568279" y="0"/>
                </a:lnTo>
              </a:path>
            </a:pathLst>
          </a:custGeom>
          <a:ln w="20941">
            <a:solidFill>
              <a:srgbClr val="1F3D6F"/>
            </a:solidFill>
          </a:ln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4A497B7-2829-AF94-C23B-110D977C9B58}"/>
              </a:ext>
            </a:extLst>
          </p:cNvPr>
          <p:cNvSpPr txBox="1"/>
          <p:nvPr/>
        </p:nvSpPr>
        <p:spPr>
          <a:xfrm>
            <a:off x="1672148" y="10057435"/>
            <a:ext cx="1452384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dirty="0"/>
              <a:t>“No se puede transformar una organización si no se entiende cómo funciona su arquitectura.”</a:t>
            </a:r>
            <a:endParaRPr lang="es-CO" sz="2968" dirty="0">
              <a:latin typeface="Arial" panose="020B0604020202020204" pitchFamily="34" charset="0"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  <p:sp>
        <p:nvSpPr>
          <p:cNvPr id="5" name="object 28">
            <a:extLst>
              <a:ext uri="{FF2B5EF4-FFF2-40B4-BE49-F238E27FC236}">
                <a16:creationId xmlns:a16="http://schemas.microsoft.com/office/drawing/2014/main" id="{028FC65B-C787-7DA7-9A5C-DD4A9DD220A1}"/>
              </a:ext>
            </a:extLst>
          </p:cNvPr>
          <p:cNvSpPr txBox="1">
            <a:spLocks/>
          </p:cNvSpPr>
          <p:nvPr/>
        </p:nvSpPr>
        <p:spPr>
          <a:xfrm>
            <a:off x="4068839" y="955463"/>
            <a:ext cx="11776006" cy="2641812"/>
          </a:xfrm>
          <a:prstGeom prst="rect">
            <a:avLst/>
          </a:prstGeom>
        </p:spPr>
        <p:txBody>
          <a:bodyPr vert="horz" wrap="square" lIns="0" tIns="11429" rIns="0" bIns="0" rtlCol="0" anchor="ctr">
            <a:spAutoFit/>
          </a:bodyPr>
          <a:lstStyle>
            <a:lvl1pPr>
              <a:defRPr sz="410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R="54608">
              <a:lnSpc>
                <a:spcPts val="11249"/>
              </a:lnSpc>
              <a:spcBef>
                <a:spcPts val="91"/>
              </a:spcBef>
            </a:pPr>
            <a:r>
              <a:rPr lang="es-MX" sz="6600" b="1" kern="0" spc="-600" dirty="0">
                <a:solidFill>
                  <a:srgbClr val="1F3D6F"/>
                </a:solidFill>
              </a:rPr>
              <a:t>Conocimientos</a:t>
            </a:r>
            <a:br>
              <a:rPr lang="es-MX" sz="8905" b="1" kern="0" spc="-600" dirty="0">
                <a:solidFill>
                  <a:srgbClr val="1F3D6F"/>
                </a:solidFill>
              </a:rPr>
            </a:br>
            <a:r>
              <a:rPr lang="es-MX" sz="4000" kern="0" spc="-405" dirty="0">
                <a:solidFill>
                  <a:srgbClr val="1F3D6F"/>
                </a:solidFill>
              </a:rPr>
              <a:t>Dominio de conceptos y marcos de arquitectura empresarial</a:t>
            </a:r>
            <a:endParaRPr lang="es-MX" sz="6600" kern="0" spc="-405" dirty="0">
              <a:solidFill>
                <a:srgbClr val="1F3D6F"/>
              </a:solidFill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116B98BF-4248-36C6-0DA6-8833A85E1492}"/>
              </a:ext>
            </a:extLst>
          </p:cNvPr>
          <p:cNvSpPr/>
          <p:nvPr/>
        </p:nvSpPr>
        <p:spPr>
          <a:xfrm>
            <a:off x="1050095" y="398"/>
            <a:ext cx="2811863" cy="347491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CF158307-A1A3-B8F2-74C4-DD935173C94B}"/>
              </a:ext>
            </a:extLst>
          </p:cNvPr>
          <p:cNvSpPr/>
          <p:nvPr/>
        </p:nvSpPr>
        <p:spPr>
          <a:xfrm>
            <a:off x="978101" y="398"/>
            <a:ext cx="2809043" cy="3440824"/>
          </a:xfrm>
          <a:custGeom>
            <a:avLst/>
            <a:gdLst/>
            <a:ahLst/>
            <a:cxnLst/>
            <a:rect l="l" t="t" r="r" b="b"/>
            <a:pathLst>
              <a:path w="2809240" h="3441065">
                <a:moveTo>
                  <a:pt x="2809118" y="0"/>
                </a:moveTo>
                <a:lnTo>
                  <a:pt x="0" y="0"/>
                </a:lnTo>
                <a:lnTo>
                  <a:pt x="0" y="2539315"/>
                </a:lnTo>
                <a:lnTo>
                  <a:pt x="1378554" y="3441005"/>
                </a:lnTo>
                <a:lnTo>
                  <a:pt x="2809118" y="2539315"/>
                </a:lnTo>
                <a:lnTo>
                  <a:pt x="2809118" y="0"/>
                </a:lnTo>
                <a:close/>
              </a:path>
            </a:pathLst>
          </a:custGeom>
          <a:solidFill>
            <a:srgbClr val="1F3D6F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31" name="object 4">
            <a:extLst>
              <a:ext uri="{FF2B5EF4-FFF2-40B4-BE49-F238E27FC236}">
                <a16:creationId xmlns:a16="http://schemas.microsoft.com/office/drawing/2014/main" id="{F1C442E5-5A01-8CDE-CD4A-802582B3FE5B}"/>
              </a:ext>
            </a:extLst>
          </p:cNvPr>
          <p:cNvSpPr/>
          <p:nvPr/>
        </p:nvSpPr>
        <p:spPr>
          <a:xfrm>
            <a:off x="1207206" y="397"/>
            <a:ext cx="2541091" cy="3285259"/>
          </a:xfrm>
          <a:custGeom>
            <a:avLst/>
            <a:gdLst/>
            <a:ahLst/>
            <a:cxnLst/>
            <a:rect l="l" t="t" r="r" b="b"/>
            <a:pathLst>
              <a:path w="2541270" h="3285490">
                <a:moveTo>
                  <a:pt x="2109632" y="0"/>
                </a:moveTo>
                <a:lnTo>
                  <a:pt x="0" y="0"/>
                </a:lnTo>
                <a:lnTo>
                  <a:pt x="1361851" y="3284945"/>
                </a:lnTo>
                <a:lnTo>
                  <a:pt x="2540978" y="2539313"/>
                </a:lnTo>
                <a:lnTo>
                  <a:pt x="2109632" y="0"/>
                </a:lnTo>
                <a:close/>
              </a:path>
            </a:pathLst>
          </a:custGeom>
          <a:solidFill>
            <a:srgbClr val="FFFFFF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32" name="object 5">
            <a:extLst>
              <a:ext uri="{FF2B5EF4-FFF2-40B4-BE49-F238E27FC236}">
                <a16:creationId xmlns:a16="http://schemas.microsoft.com/office/drawing/2014/main" id="{9CCDF79D-8A9E-203D-7830-7D04F99D9519}"/>
              </a:ext>
            </a:extLst>
          </p:cNvPr>
          <p:cNvSpPr/>
          <p:nvPr/>
        </p:nvSpPr>
        <p:spPr>
          <a:xfrm>
            <a:off x="977029" y="398"/>
            <a:ext cx="2092179" cy="2201391"/>
          </a:xfrm>
          <a:custGeom>
            <a:avLst/>
            <a:gdLst/>
            <a:ahLst/>
            <a:cxnLst/>
            <a:rect l="l" t="t" r="r" b="b"/>
            <a:pathLst>
              <a:path w="2092325" h="2201545">
                <a:moveTo>
                  <a:pt x="2091922" y="0"/>
                </a:moveTo>
                <a:lnTo>
                  <a:pt x="1436679" y="0"/>
                </a:lnTo>
                <a:lnTo>
                  <a:pt x="0" y="753264"/>
                </a:lnTo>
                <a:lnTo>
                  <a:pt x="0" y="2201178"/>
                </a:lnTo>
                <a:lnTo>
                  <a:pt x="2091922" y="0"/>
                </a:lnTo>
                <a:close/>
              </a:path>
            </a:pathLst>
          </a:custGeom>
          <a:solidFill>
            <a:srgbClr val="1F3D6F">
              <a:alpha val="14999"/>
            </a:srgbClr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33" name="object 25">
            <a:extLst>
              <a:ext uri="{FF2B5EF4-FFF2-40B4-BE49-F238E27FC236}">
                <a16:creationId xmlns:a16="http://schemas.microsoft.com/office/drawing/2014/main" id="{B972A28F-42C1-9DC2-DD95-8C111412693D}"/>
              </a:ext>
            </a:extLst>
          </p:cNvPr>
          <p:cNvSpPr/>
          <p:nvPr/>
        </p:nvSpPr>
        <p:spPr>
          <a:xfrm>
            <a:off x="1525159" y="899710"/>
            <a:ext cx="1464207" cy="1464207"/>
          </a:xfrm>
          <a:custGeom>
            <a:avLst/>
            <a:gdLst/>
            <a:ahLst/>
            <a:cxnLst/>
            <a:rect l="l" t="t" r="r" b="b"/>
            <a:pathLst>
              <a:path w="1464310" h="1464310">
                <a:moveTo>
                  <a:pt x="732030" y="0"/>
                </a:moveTo>
                <a:lnTo>
                  <a:pt x="683970" y="1560"/>
                </a:lnTo>
                <a:lnTo>
                  <a:pt x="636730" y="6175"/>
                </a:lnTo>
                <a:lnTo>
                  <a:pt x="590407" y="13748"/>
                </a:lnTo>
                <a:lnTo>
                  <a:pt x="545098" y="24183"/>
                </a:lnTo>
                <a:lnTo>
                  <a:pt x="500900" y="37381"/>
                </a:lnTo>
                <a:lnTo>
                  <a:pt x="457910" y="53246"/>
                </a:lnTo>
                <a:lnTo>
                  <a:pt x="416227" y="71680"/>
                </a:lnTo>
                <a:lnTo>
                  <a:pt x="375946" y="92586"/>
                </a:lnTo>
                <a:lnTo>
                  <a:pt x="337165" y="115867"/>
                </a:lnTo>
                <a:lnTo>
                  <a:pt x="299982" y="141425"/>
                </a:lnTo>
                <a:lnTo>
                  <a:pt x="264493" y="169164"/>
                </a:lnTo>
                <a:lnTo>
                  <a:pt x="230795" y="198987"/>
                </a:lnTo>
                <a:lnTo>
                  <a:pt x="198987" y="230795"/>
                </a:lnTo>
                <a:lnTo>
                  <a:pt x="169164" y="264493"/>
                </a:lnTo>
                <a:lnTo>
                  <a:pt x="141425" y="299982"/>
                </a:lnTo>
                <a:lnTo>
                  <a:pt x="115867" y="337165"/>
                </a:lnTo>
                <a:lnTo>
                  <a:pt x="92586" y="375946"/>
                </a:lnTo>
                <a:lnTo>
                  <a:pt x="71680" y="416227"/>
                </a:lnTo>
                <a:lnTo>
                  <a:pt x="53246" y="457910"/>
                </a:lnTo>
                <a:lnTo>
                  <a:pt x="37381" y="500900"/>
                </a:lnTo>
                <a:lnTo>
                  <a:pt x="24183" y="545098"/>
                </a:lnTo>
                <a:lnTo>
                  <a:pt x="13748" y="590407"/>
                </a:lnTo>
                <a:lnTo>
                  <a:pt x="6175" y="636730"/>
                </a:lnTo>
                <a:lnTo>
                  <a:pt x="1560" y="683970"/>
                </a:lnTo>
                <a:lnTo>
                  <a:pt x="0" y="732030"/>
                </a:lnTo>
                <a:lnTo>
                  <a:pt x="1560" y="780088"/>
                </a:lnTo>
                <a:lnTo>
                  <a:pt x="6175" y="827327"/>
                </a:lnTo>
                <a:lnTo>
                  <a:pt x="13748" y="873649"/>
                </a:lnTo>
                <a:lnTo>
                  <a:pt x="24183" y="918957"/>
                </a:lnTo>
                <a:lnTo>
                  <a:pt x="37381" y="963154"/>
                </a:lnTo>
                <a:lnTo>
                  <a:pt x="53246" y="1006143"/>
                </a:lnTo>
                <a:lnTo>
                  <a:pt x="71680" y="1047826"/>
                </a:lnTo>
                <a:lnTo>
                  <a:pt x="92586" y="1088106"/>
                </a:lnTo>
                <a:lnTo>
                  <a:pt x="115867" y="1126886"/>
                </a:lnTo>
                <a:lnTo>
                  <a:pt x="141425" y="1164069"/>
                </a:lnTo>
                <a:lnTo>
                  <a:pt x="169164" y="1199558"/>
                </a:lnTo>
                <a:lnTo>
                  <a:pt x="198987" y="1233255"/>
                </a:lnTo>
                <a:lnTo>
                  <a:pt x="230795" y="1265063"/>
                </a:lnTo>
                <a:lnTo>
                  <a:pt x="264493" y="1294885"/>
                </a:lnTo>
                <a:lnTo>
                  <a:pt x="299982" y="1322624"/>
                </a:lnTo>
                <a:lnTo>
                  <a:pt x="337165" y="1348183"/>
                </a:lnTo>
                <a:lnTo>
                  <a:pt x="375946" y="1371463"/>
                </a:lnTo>
                <a:lnTo>
                  <a:pt x="416227" y="1392369"/>
                </a:lnTo>
                <a:lnTo>
                  <a:pt x="457910" y="1410803"/>
                </a:lnTo>
                <a:lnTo>
                  <a:pt x="500900" y="1426668"/>
                </a:lnTo>
                <a:lnTo>
                  <a:pt x="545098" y="1439866"/>
                </a:lnTo>
                <a:lnTo>
                  <a:pt x="590407" y="1450300"/>
                </a:lnTo>
                <a:lnTo>
                  <a:pt x="636730" y="1457874"/>
                </a:lnTo>
                <a:lnTo>
                  <a:pt x="683970" y="1462489"/>
                </a:lnTo>
                <a:lnTo>
                  <a:pt x="732030" y="1464049"/>
                </a:lnTo>
                <a:lnTo>
                  <a:pt x="780088" y="1462489"/>
                </a:lnTo>
                <a:lnTo>
                  <a:pt x="827327" y="1457874"/>
                </a:lnTo>
                <a:lnTo>
                  <a:pt x="873649" y="1450300"/>
                </a:lnTo>
                <a:lnTo>
                  <a:pt x="918957" y="1439866"/>
                </a:lnTo>
                <a:lnTo>
                  <a:pt x="963154" y="1426668"/>
                </a:lnTo>
                <a:lnTo>
                  <a:pt x="1006143" y="1410803"/>
                </a:lnTo>
                <a:lnTo>
                  <a:pt x="1047826" y="1392369"/>
                </a:lnTo>
                <a:lnTo>
                  <a:pt x="1088106" y="1371463"/>
                </a:lnTo>
                <a:lnTo>
                  <a:pt x="1126886" y="1348183"/>
                </a:lnTo>
                <a:lnTo>
                  <a:pt x="1132925" y="1344032"/>
                </a:lnTo>
                <a:lnTo>
                  <a:pt x="732030" y="1344032"/>
                </a:lnTo>
                <a:lnTo>
                  <a:pt x="684271" y="1342187"/>
                </a:lnTo>
                <a:lnTo>
                  <a:pt x="637506" y="1336744"/>
                </a:lnTo>
                <a:lnTo>
                  <a:pt x="591870" y="1327840"/>
                </a:lnTo>
                <a:lnTo>
                  <a:pt x="547503" y="1315612"/>
                </a:lnTo>
                <a:lnTo>
                  <a:pt x="504539" y="1300197"/>
                </a:lnTo>
                <a:lnTo>
                  <a:pt x="463118" y="1281732"/>
                </a:lnTo>
                <a:lnTo>
                  <a:pt x="423375" y="1260355"/>
                </a:lnTo>
                <a:lnTo>
                  <a:pt x="385447" y="1236202"/>
                </a:lnTo>
                <a:lnTo>
                  <a:pt x="349473" y="1209411"/>
                </a:lnTo>
                <a:lnTo>
                  <a:pt x="315589" y="1180118"/>
                </a:lnTo>
                <a:lnTo>
                  <a:pt x="283932" y="1148461"/>
                </a:lnTo>
                <a:lnTo>
                  <a:pt x="254639" y="1114577"/>
                </a:lnTo>
                <a:lnTo>
                  <a:pt x="227847" y="1078604"/>
                </a:lnTo>
                <a:lnTo>
                  <a:pt x="203694" y="1040677"/>
                </a:lnTo>
                <a:lnTo>
                  <a:pt x="182317" y="1000935"/>
                </a:lnTo>
                <a:lnTo>
                  <a:pt x="163852" y="959514"/>
                </a:lnTo>
                <a:lnTo>
                  <a:pt x="148437" y="916552"/>
                </a:lnTo>
                <a:lnTo>
                  <a:pt x="136209" y="872185"/>
                </a:lnTo>
                <a:lnTo>
                  <a:pt x="127305" y="826551"/>
                </a:lnTo>
                <a:lnTo>
                  <a:pt x="121862" y="779787"/>
                </a:lnTo>
                <a:lnTo>
                  <a:pt x="120017" y="732030"/>
                </a:lnTo>
                <a:lnTo>
                  <a:pt x="121862" y="684271"/>
                </a:lnTo>
                <a:lnTo>
                  <a:pt x="127305" y="637506"/>
                </a:lnTo>
                <a:lnTo>
                  <a:pt x="136209" y="591870"/>
                </a:lnTo>
                <a:lnTo>
                  <a:pt x="148437" y="547503"/>
                </a:lnTo>
                <a:lnTo>
                  <a:pt x="163852" y="504539"/>
                </a:lnTo>
                <a:lnTo>
                  <a:pt x="182317" y="463118"/>
                </a:lnTo>
                <a:lnTo>
                  <a:pt x="203694" y="423375"/>
                </a:lnTo>
                <a:lnTo>
                  <a:pt x="227847" y="385447"/>
                </a:lnTo>
                <a:lnTo>
                  <a:pt x="254639" y="349473"/>
                </a:lnTo>
                <a:lnTo>
                  <a:pt x="283932" y="315589"/>
                </a:lnTo>
                <a:lnTo>
                  <a:pt x="315589" y="283932"/>
                </a:lnTo>
                <a:lnTo>
                  <a:pt x="349473" y="254639"/>
                </a:lnTo>
                <a:lnTo>
                  <a:pt x="385447" y="227847"/>
                </a:lnTo>
                <a:lnTo>
                  <a:pt x="423375" y="203694"/>
                </a:lnTo>
                <a:lnTo>
                  <a:pt x="463118" y="182317"/>
                </a:lnTo>
                <a:lnTo>
                  <a:pt x="504539" y="163852"/>
                </a:lnTo>
                <a:lnTo>
                  <a:pt x="547503" y="148437"/>
                </a:lnTo>
                <a:lnTo>
                  <a:pt x="591870" y="136209"/>
                </a:lnTo>
                <a:lnTo>
                  <a:pt x="637506" y="127305"/>
                </a:lnTo>
                <a:lnTo>
                  <a:pt x="684271" y="121862"/>
                </a:lnTo>
                <a:lnTo>
                  <a:pt x="732030" y="120017"/>
                </a:lnTo>
                <a:lnTo>
                  <a:pt x="1133269" y="120017"/>
                </a:lnTo>
                <a:lnTo>
                  <a:pt x="1105316" y="102055"/>
                </a:lnTo>
                <a:lnTo>
                  <a:pt x="1062478" y="78425"/>
                </a:lnTo>
                <a:lnTo>
                  <a:pt x="1018344" y="57831"/>
                </a:lnTo>
                <a:lnTo>
                  <a:pt x="973016" y="40308"/>
                </a:lnTo>
                <a:lnTo>
                  <a:pt x="926595" y="25892"/>
                </a:lnTo>
                <a:lnTo>
                  <a:pt x="879184" y="14617"/>
                </a:lnTo>
                <a:lnTo>
                  <a:pt x="830885" y="6520"/>
                </a:lnTo>
                <a:lnTo>
                  <a:pt x="781799" y="1636"/>
                </a:lnTo>
                <a:lnTo>
                  <a:pt x="732030" y="0"/>
                </a:lnTo>
                <a:close/>
              </a:path>
              <a:path w="1464310" h="1464310">
                <a:moveTo>
                  <a:pt x="1382385" y="479173"/>
                </a:moveTo>
                <a:lnTo>
                  <a:pt x="1358639" y="481367"/>
                </a:lnTo>
                <a:lnTo>
                  <a:pt x="1337619" y="492591"/>
                </a:lnTo>
                <a:lnTo>
                  <a:pt x="1323043" y="510386"/>
                </a:lnTo>
                <a:lnTo>
                  <a:pt x="1316202" y="532348"/>
                </a:lnTo>
                <a:lnTo>
                  <a:pt x="1318389" y="556077"/>
                </a:lnTo>
                <a:lnTo>
                  <a:pt x="1329578" y="599104"/>
                </a:lnTo>
                <a:lnTo>
                  <a:pt x="1337595" y="642875"/>
                </a:lnTo>
                <a:lnTo>
                  <a:pt x="1342419" y="687235"/>
                </a:lnTo>
                <a:lnTo>
                  <a:pt x="1344032" y="732030"/>
                </a:lnTo>
                <a:lnTo>
                  <a:pt x="1342187" y="779787"/>
                </a:lnTo>
                <a:lnTo>
                  <a:pt x="1336744" y="826551"/>
                </a:lnTo>
                <a:lnTo>
                  <a:pt x="1327840" y="872185"/>
                </a:lnTo>
                <a:lnTo>
                  <a:pt x="1315613" y="916552"/>
                </a:lnTo>
                <a:lnTo>
                  <a:pt x="1300198" y="959514"/>
                </a:lnTo>
                <a:lnTo>
                  <a:pt x="1281734" y="1000935"/>
                </a:lnTo>
                <a:lnTo>
                  <a:pt x="1260357" y="1040677"/>
                </a:lnTo>
                <a:lnTo>
                  <a:pt x="1236205" y="1078604"/>
                </a:lnTo>
                <a:lnTo>
                  <a:pt x="1209414" y="1114577"/>
                </a:lnTo>
                <a:lnTo>
                  <a:pt x="1180122" y="1148461"/>
                </a:lnTo>
                <a:lnTo>
                  <a:pt x="1148465" y="1180118"/>
                </a:lnTo>
                <a:lnTo>
                  <a:pt x="1114582" y="1209411"/>
                </a:lnTo>
                <a:lnTo>
                  <a:pt x="1078608" y="1236202"/>
                </a:lnTo>
                <a:lnTo>
                  <a:pt x="1040682" y="1260355"/>
                </a:lnTo>
                <a:lnTo>
                  <a:pt x="1000939" y="1281732"/>
                </a:lnTo>
                <a:lnTo>
                  <a:pt x="959518" y="1300197"/>
                </a:lnTo>
                <a:lnTo>
                  <a:pt x="916556" y="1315612"/>
                </a:lnTo>
                <a:lnTo>
                  <a:pt x="872188" y="1327840"/>
                </a:lnTo>
                <a:lnTo>
                  <a:pt x="826553" y="1336744"/>
                </a:lnTo>
                <a:lnTo>
                  <a:pt x="779788" y="1342187"/>
                </a:lnTo>
                <a:lnTo>
                  <a:pt x="732030" y="1344032"/>
                </a:lnTo>
                <a:lnTo>
                  <a:pt x="1132925" y="1344032"/>
                </a:lnTo>
                <a:lnTo>
                  <a:pt x="1199558" y="1294885"/>
                </a:lnTo>
                <a:lnTo>
                  <a:pt x="1233255" y="1265063"/>
                </a:lnTo>
                <a:lnTo>
                  <a:pt x="1265063" y="1233255"/>
                </a:lnTo>
                <a:lnTo>
                  <a:pt x="1294885" y="1199558"/>
                </a:lnTo>
                <a:lnTo>
                  <a:pt x="1322624" y="1164069"/>
                </a:lnTo>
                <a:lnTo>
                  <a:pt x="1348183" y="1126886"/>
                </a:lnTo>
                <a:lnTo>
                  <a:pt x="1371463" y="1088106"/>
                </a:lnTo>
                <a:lnTo>
                  <a:pt x="1392369" y="1047826"/>
                </a:lnTo>
                <a:lnTo>
                  <a:pt x="1410803" y="1006143"/>
                </a:lnTo>
                <a:lnTo>
                  <a:pt x="1426668" y="963154"/>
                </a:lnTo>
                <a:lnTo>
                  <a:pt x="1439866" y="918957"/>
                </a:lnTo>
                <a:lnTo>
                  <a:pt x="1450300" y="873649"/>
                </a:lnTo>
                <a:lnTo>
                  <a:pt x="1457874" y="827327"/>
                </a:lnTo>
                <a:lnTo>
                  <a:pt x="1462489" y="780088"/>
                </a:lnTo>
                <a:lnTo>
                  <a:pt x="1464049" y="732030"/>
                </a:lnTo>
                <a:lnTo>
                  <a:pt x="1462118" y="678496"/>
                </a:lnTo>
                <a:lnTo>
                  <a:pt x="1456340" y="625462"/>
                </a:lnTo>
                <a:lnTo>
                  <a:pt x="1446742" y="573112"/>
                </a:lnTo>
                <a:lnTo>
                  <a:pt x="1433349" y="521628"/>
                </a:lnTo>
                <a:lnTo>
                  <a:pt x="1404345" y="486019"/>
                </a:lnTo>
                <a:lnTo>
                  <a:pt x="1382385" y="479173"/>
                </a:lnTo>
                <a:close/>
              </a:path>
              <a:path w="1464310" h="1464310">
                <a:moveTo>
                  <a:pt x="1133269" y="120017"/>
                </a:moveTo>
                <a:lnTo>
                  <a:pt x="732030" y="120017"/>
                </a:lnTo>
                <a:lnTo>
                  <a:pt x="783957" y="122151"/>
                </a:lnTo>
                <a:lnTo>
                  <a:pt x="834955" y="128517"/>
                </a:lnTo>
                <a:lnTo>
                  <a:pt x="884856" y="139055"/>
                </a:lnTo>
                <a:lnTo>
                  <a:pt x="933495" y="153707"/>
                </a:lnTo>
                <a:lnTo>
                  <a:pt x="980704" y="172415"/>
                </a:lnTo>
                <a:lnTo>
                  <a:pt x="1026317" y="195122"/>
                </a:lnTo>
                <a:lnTo>
                  <a:pt x="1070168" y="221768"/>
                </a:lnTo>
                <a:lnTo>
                  <a:pt x="1112091" y="252295"/>
                </a:lnTo>
                <a:lnTo>
                  <a:pt x="1133303" y="263114"/>
                </a:lnTo>
                <a:lnTo>
                  <a:pt x="1178182" y="257947"/>
                </a:lnTo>
                <a:lnTo>
                  <a:pt x="1207228" y="221352"/>
                </a:lnTo>
                <a:lnTo>
                  <a:pt x="1209005" y="198418"/>
                </a:lnTo>
                <a:lnTo>
                  <a:pt x="1202056" y="176488"/>
                </a:lnTo>
                <a:lnTo>
                  <a:pt x="1186696" y="158277"/>
                </a:lnTo>
                <a:lnTo>
                  <a:pt x="1146756" y="128684"/>
                </a:lnTo>
                <a:lnTo>
                  <a:pt x="1133269" y="12001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34" name="object 26">
            <a:extLst>
              <a:ext uri="{FF2B5EF4-FFF2-40B4-BE49-F238E27FC236}">
                <a16:creationId xmlns:a16="http://schemas.microsoft.com/office/drawing/2014/main" id="{C65C8D2D-5E57-0D58-38D7-C5D70FA8572C}"/>
              </a:ext>
            </a:extLst>
          </p:cNvPr>
          <p:cNvSpPr/>
          <p:nvPr/>
        </p:nvSpPr>
        <p:spPr>
          <a:xfrm>
            <a:off x="1672148" y="1050086"/>
            <a:ext cx="1149270" cy="1149270"/>
          </a:xfrm>
          <a:custGeom>
            <a:avLst/>
            <a:gdLst/>
            <a:ahLst/>
            <a:cxnLst/>
            <a:rect l="l" t="t" r="r" b="b"/>
            <a:pathLst>
              <a:path w="1149350" h="1149350">
                <a:moveTo>
                  <a:pt x="574600" y="0"/>
                </a:moveTo>
                <a:lnTo>
                  <a:pt x="527542" y="1908"/>
                </a:lnTo>
                <a:lnTo>
                  <a:pt x="481519" y="7534"/>
                </a:lnTo>
                <a:lnTo>
                  <a:pt x="436681" y="16728"/>
                </a:lnTo>
                <a:lnTo>
                  <a:pt x="393175" y="29341"/>
                </a:lnTo>
                <a:lnTo>
                  <a:pt x="351152" y="45225"/>
                </a:lnTo>
                <a:lnTo>
                  <a:pt x="310760" y="64231"/>
                </a:lnTo>
                <a:lnTo>
                  <a:pt x="272149" y="86208"/>
                </a:lnTo>
                <a:lnTo>
                  <a:pt x="235466" y="111009"/>
                </a:lnTo>
                <a:lnTo>
                  <a:pt x="200862" y="138485"/>
                </a:lnTo>
                <a:lnTo>
                  <a:pt x="168485" y="168485"/>
                </a:lnTo>
                <a:lnTo>
                  <a:pt x="138485" y="200862"/>
                </a:lnTo>
                <a:lnTo>
                  <a:pt x="111009" y="235466"/>
                </a:lnTo>
                <a:lnTo>
                  <a:pt x="86208" y="272149"/>
                </a:lnTo>
                <a:lnTo>
                  <a:pt x="64231" y="310760"/>
                </a:lnTo>
                <a:lnTo>
                  <a:pt x="45225" y="351152"/>
                </a:lnTo>
                <a:lnTo>
                  <a:pt x="29341" y="393175"/>
                </a:lnTo>
                <a:lnTo>
                  <a:pt x="16728" y="436681"/>
                </a:lnTo>
                <a:lnTo>
                  <a:pt x="7534" y="481519"/>
                </a:lnTo>
                <a:lnTo>
                  <a:pt x="1908" y="527542"/>
                </a:lnTo>
                <a:lnTo>
                  <a:pt x="0" y="574600"/>
                </a:lnTo>
                <a:lnTo>
                  <a:pt x="1908" y="621656"/>
                </a:lnTo>
                <a:lnTo>
                  <a:pt x="7534" y="667678"/>
                </a:lnTo>
                <a:lnTo>
                  <a:pt x="16728" y="712515"/>
                </a:lnTo>
                <a:lnTo>
                  <a:pt x="29341" y="756019"/>
                </a:lnTo>
                <a:lnTo>
                  <a:pt x="45225" y="798041"/>
                </a:lnTo>
                <a:lnTo>
                  <a:pt x="64231" y="838432"/>
                </a:lnTo>
                <a:lnTo>
                  <a:pt x="86208" y="877043"/>
                </a:lnTo>
                <a:lnTo>
                  <a:pt x="111009" y="913725"/>
                </a:lnTo>
                <a:lnTo>
                  <a:pt x="138485" y="948329"/>
                </a:lnTo>
                <a:lnTo>
                  <a:pt x="168485" y="980705"/>
                </a:lnTo>
                <a:lnTo>
                  <a:pt x="200862" y="1010705"/>
                </a:lnTo>
                <a:lnTo>
                  <a:pt x="235466" y="1038180"/>
                </a:lnTo>
                <a:lnTo>
                  <a:pt x="272149" y="1062981"/>
                </a:lnTo>
                <a:lnTo>
                  <a:pt x="310760" y="1084959"/>
                </a:lnTo>
                <a:lnTo>
                  <a:pt x="351152" y="1103964"/>
                </a:lnTo>
                <a:lnTo>
                  <a:pt x="393175" y="1119848"/>
                </a:lnTo>
                <a:lnTo>
                  <a:pt x="436681" y="1132461"/>
                </a:lnTo>
                <a:lnTo>
                  <a:pt x="481519" y="1141655"/>
                </a:lnTo>
                <a:lnTo>
                  <a:pt x="527542" y="1147281"/>
                </a:lnTo>
                <a:lnTo>
                  <a:pt x="574600" y="1149190"/>
                </a:lnTo>
                <a:lnTo>
                  <a:pt x="621658" y="1147281"/>
                </a:lnTo>
                <a:lnTo>
                  <a:pt x="667680" y="1141655"/>
                </a:lnTo>
                <a:lnTo>
                  <a:pt x="712518" y="1132461"/>
                </a:lnTo>
                <a:lnTo>
                  <a:pt x="756023" y="1119848"/>
                </a:lnTo>
                <a:lnTo>
                  <a:pt x="798046" y="1103964"/>
                </a:lnTo>
                <a:lnTo>
                  <a:pt x="838437" y="1084959"/>
                </a:lnTo>
                <a:lnTo>
                  <a:pt x="848256" y="1079370"/>
                </a:lnTo>
                <a:lnTo>
                  <a:pt x="574600" y="1079370"/>
                </a:lnTo>
                <a:lnTo>
                  <a:pt x="526056" y="1077055"/>
                </a:lnTo>
                <a:lnTo>
                  <a:pt x="478803" y="1070252"/>
                </a:lnTo>
                <a:lnTo>
                  <a:pt x="433053" y="1059173"/>
                </a:lnTo>
                <a:lnTo>
                  <a:pt x="389021" y="1044034"/>
                </a:lnTo>
                <a:lnTo>
                  <a:pt x="346919" y="1025045"/>
                </a:lnTo>
                <a:lnTo>
                  <a:pt x="306960" y="1002422"/>
                </a:lnTo>
                <a:lnTo>
                  <a:pt x="269357" y="976376"/>
                </a:lnTo>
                <a:lnTo>
                  <a:pt x="234325" y="947121"/>
                </a:lnTo>
                <a:lnTo>
                  <a:pt x="202075" y="914871"/>
                </a:lnTo>
                <a:lnTo>
                  <a:pt x="172820" y="879838"/>
                </a:lnTo>
                <a:lnTo>
                  <a:pt x="146775" y="842235"/>
                </a:lnTo>
                <a:lnTo>
                  <a:pt x="124152" y="802276"/>
                </a:lnTo>
                <a:lnTo>
                  <a:pt x="105165" y="760174"/>
                </a:lnTo>
                <a:lnTo>
                  <a:pt x="90025" y="716143"/>
                </a:lnTo>
                <a:lnTo>
                  <a:pt x="78948" y="670394"/>
                </a:lnTo>
                <a:lnTo>
                  <a:pt x="72145" y="623142"/>
                </a:lnTo>
                <a:lnTo>
                  <a:pt x="69830" y="574600"/>
                </a:lnTo>
                <a:lnTo>
                  <a:pt x="72145" y="526056"/>
                </a:lnTo>
                <a:lnTo>
                  <a:pt x="78948" y="478802"/>
                </a:lnTo>
                <a:lnTo>
                  <a:pt x="90025" y="433052"/>
                </a:lnTo>
                <a:lnTo>
                  <a:pt x="105165" y="389019"/>
                </a:lnTo>
                <a:lnTo>
                  <a:pt x="124152" y="346917"/>
                </a:lnTo>
                <a:lnTo>
                  <a:pt x="146775" y="306957"/>
                </a:lnTo>
                <a:lnTo>
                  <a:pt x="172820" y="269354"/>
                </a:lnTo>
                <a:lnTo>
                  <a:pt x="202075" y="234320"/>
                </a:lnTo>
                <a:lnTo>
                  <a:pt x="234325" y="202069"/>
                </a:lnTo>
                <a:lnTo>
                  <a:pt x="269357" y="172814"/>
                </a:lnTo>
                <a:lnTo>
                  <a:pt x="306960" y="146768"/>
                </a:lnTo>
                <a:lnTo>
                  <a:pt x="346919" y="124144"/>
                </a:lnTo>
                <a:lnTo>
                  <a:pt x="389021" y="105156"/>
                </a:lnTo>
                <a:lnTo>
                  <a:pt x="433053" y="90016"/>
                </a:lnTo>
                <a:lnTo>
                  <a:pt x="478803" y="78938"/>
                </a:lnTo>
                <a:lnTo>
                  <a:pt x="526056" y="72134"/>
                </a:lnTo>
                <a:lnTo>
                  <a:pt x="574600" y="69819"/>
                </a:lnTo>
                <a:lnTo>
                  <a:pt x="848220" y="69819"/>
                </a:lnTo>
                <a:lnTo>
                  <a:pt x="829156" y="59233"/>
                </a:lnTo>
                <a:lnTo>
                  <a:pt x="781136" y="38108"/>
                </a:lnTo>
                <a:lnTo>
                  <a:pt x="731445" y="21548"/>
                </a:lnTo>
                <a:lnTo>
                  <a:pt x="680309" y="9626"/>
                </a:lnTo>
                <a:lnTo>
                  <a:pt x="627952" y="2419"/>
                </a:lnTo>
                <a:lnTo>
                  <a:pt x="574600" y="0"/>
                </a:lnTo>
                <a:close/>
              </a:path>
              <a:path w="1149350" h="1149350">
                <a:moveTo>
                  <a:pt x="1110395" y="501042"/>
                </a:moveTo>
                <a:lnTo>
                  <a:pt x="1097035" y="504759"/>
                </a:lnTo>
                <a:lnTo>
                  <a:pt x="1086502" y="513021"/>
                </a:lnTo>
                <a:lnTo>
                  <a:pt x="1079834" y="524628"/>
                </a:lnTo>
                <a:lnTo>
                  <a:pt x="1078071" y="538381"/>
                </a:lnTo>
                <a:lnTo>
                  <a:pt x="1078636" y="547340"/>
                </a:lnTo>
                <a:lnTo>
                  <a:pt x="1079043" y="556384"/>
                </a:lnTo>
                <a:lnTo>
                  <a:pt x="1079254" y="564230"/>
                </a:lnTo>
                <a:lnTo>
                  <a:pt x="1079370" y="574600"/>
                </a:lnTo>
                <a:lnTo>
                  <a:pt x="1077055" y="623142"/>
                </a:lnTo>
                <a:lnTo>
                  <a:pt x="1070252" y="670394"/>
                </a:lnTo>
                <a:lnTo>
                  <a:pt x="1059173" y="716143"/>
                </a:lnTo>
                <a:lnTo>
                  <a:pt x="1044034" y="760174"/>
                </a:lnTo>
                <a:lnTo>
                  <a:pt x="1025045" y="802276"/>
                </a:lnTo>
                <a:lnTo>
                  <a:pt x="1002422" y="842235"/>
                </a:lnTo>
                <a:lnTo>
                  <a:pt x="976376" y="879838"/>
                </a:lnTo>
                <a:lnTo>
                  <a:pt x="947121" y="914871"/>
                </a:lnTo>
                <a:lnTo>
                  <a:pt x="914871" y="947121"/>
                </a:lnTo>
                <a:lnTo>
                  <a:pt x="879838" y="976376"/>
                </a:lnTo>
                <a:lnTo>
                  <a:pt x="842235" y="1002422"/>
                </a:lnTo>
                <a:lnTo>
                  <a:pt x="802276" y="1025045"/>
                </a:lnTo>
                <a:lnTo>
                  <a:pt x="760174" y="1044034"/>
                </a:lnTo>
                <a:lnTo>
                  <a:pt x="716143" y="1059173"/>
                </a:lnTo>
                <a:lnTo>
                  <a:pt x="670394" y="1070252"/>
                </a:lnTo>
                <a:lnTo>
                  <a:pt x="623142" y="1077055"/>
                </a:lnTo>
                <a:lnTo>
                  <a:pt x="574600" y="1079370"/>
                </a:lnTo>
                <a:lnTo>
                  <a:pt x="848256" y="1079370"/>
                </a:lnTo>
                <a:lnTo>
                  <a:pt x="913730" y="1038180"/>
                </a:lnTo>
                <a:lnTo>
                  <a:pt x="948333" y="1010705"/>
                </a:lnTo>
                <a:lnTo>
                  <a:pt x="980709" y="980705"/>
                </a:lnTo>
                <a:lnTo>
                  <a:pt x="1010709" y="948329"/>
                </a:lnTo>
                <a:lnTo>
                  <a:pt x="1038184" y="913725"/>
                </a:lnTo>
                <a:lnTo>
                  <a:pt x="1062984" y="877043"/>
                </a:lnTo>
                <a:lnTo>
                  <a:pt x="1084961" y="838432"/>
                </a:lnTo>
                <a:lnTo>
                  <a:pt x="1103965" y="798041"/>
                </a:lnTo>
                <a:lnTo>
                  <a:pt x="1119849" y="756019"/>
                </a:lnTo>
                <a:lnTo>
                  <a:pt x="1132462" y="712515"/>
                </a:lnTo>
                <a:lnTo>
                  <a:pt x="1141656" y="667678"/>
                </a:lnTo>
                <a:lnTo>
                  <a:pt x="1147281" y="621656"/>
                </a:lnTo>
                <a:lnTo>
                  <a:pt x="1149190" y="574600"/>
                </a:lnTo>
                <a:lnTo>
                  <a:pt x="1149098" y="564230"/>
                </a:lnTo>
                <a:lnTo>
                  <a:pt x="1144016" y="520006"/>
                </a:lnTo>
                <a:lnTo>
                  <a:pt x="1124157" y="502817"/>
                </a:lnTo>
                <a:lnTo>
                  <a:pt x="1110395" y="501042"/>
                </a:lnTo>
                <a:close/>
              </a:path>
              <a:path w="1149350" h="1149350">
                <a:moveTo>
                  <a:pt x="848220" y="69819"/>
                </a:moveTo>
                <a:lnTo>
                  <a:pt x="574600" y="69819"/>
                </a:lnTo>
                <a:lnTo>
                  <a:pt x="621467" y="71944"/>
                </a:lnTo>
                <a:lnTo>
                  <a:pt x="667458" y="78273"/>
                </a:lnTo>
                <a:lnTo>
                  <a:pt x="712373" y="88742"/>
                </a:lnTo>
                <a:lnTo>
                  <a:pt x="756016" y="103285"/>
                </a:lnTo>
                <a:lnTo>
                  <a:pt x="798189" y="121835"/>
                </a:lnTo>
                <a:lnTo>
                  <a:pt x="838694" y="144327"/>
                </a:lnTo>
                <a:lnTo>
                  <a:pt x="877334" y="170696"/>
                </a:lnTo>
                <a:lnTo>
                  <a:pt x="889845" y="176664"/>
                </a:lnTo>
                <a:lnTo>
                  <a:pt x="926212" y="163754"/>
                </a:lnTo>
                <a:lnTo>
                  <a:pt x="932873" y="137878"/>
                </a:lnTo>
                <a:lnTo>
                  <a:pt x="928496" y="125231"/>
                </a:lnTo>
                <a:lnTo>
                  <a:pt x="919280" y="114876"/>
                </a:lnTo>
                <a:lnTo>
                  <a:pt x="875279" y="84847"/>
                </a:lnTo>
                <a:lnTo>
                  <a:pt x="848220" y="698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35" name="object 27">
            <a:extLst>
              <a:ext uri="{FF2B5EF4-FFF2-40B4-BE49-F238E27FC236}">
                <a16:creationId xmlns:a16="http://schemas.microsoft.com/office/drawing/2014/main" id="{47214461-4A35-36B6-56B2-BA4E2F74CAF7}"/>
              </a:ext>
            </a:extLst>
          </p:cNvPr>
          <p:cNvSpPr/>
          <p:nvPr/>
        </p:nvSpPr>
        <p:spPr>
          <a:xfrm>
            <a:off x="1834149" y="1090748"/>
            <a:ext cx="1143554" cy="889572"/>
          </a:xfrm>
          <a:custGeom>
            <a:avLst/>
            <a:gdLst/>
            <a:ahLst/>
            <a:cxnLst/>
            <a:rect l="l" t="t" r="r" b="b"/>
            <a:pathLst>
              <a:path w="1143635" h="889635">
                <a:moveTo>
                  <a:pt x="155407" y="324712"/>
                </a:moveTo>
                <a:lnTo>
                  <a:pt x="113688" y="324712"/>
                </a:lnTo>
                <a:lnTo>
                  <a:pt x="73565" y="337458"/>
                </a:lnTo>
                <a:lnTo>
                  <a:pt x="38237" y="362950"/>
                </a:lnTo>
                <a:lnTo>
                  <a:pt x="12745" y="398274"/>
                </a:lnTo>
                <a:lnTo>
                  <a:pt x="0" y="438396"/>
                </a:lnTo>
                <a:lnTo>
                  <a:pt x="0" y="480117"/>
                </a:lnTo>
                <a:lnTo>
                  <a:pt x="12745" y="520238"/>
                </a:lnTo>
                <a:lnTo>
                  <a:pt x="38237" y="555562"/>
                </a:lnTo>
                <a:lnTo>
                  <a:pt x="345359" y="862694"/>
                </a:lnTo>
                <a:lnTo>
                  <a:pt x="391936" y="887432"/>
                </a:lnTo>
                <a:lnTo>
                  <a:pt x="409190" y="889081"/>
                </a:lnTo>
                <a:lnTo>
                  <a:pt x="426435" y="887432"/>
                </a:lnTo>
                <a:lnTo>
                  <a:pt x="443164" y="882484"/>
                </a:lnTo>
                <a:lnTo>
                  <a:pt x="458857" y="874238"/>
                </a:lnTo>
                <a:lnTo>
                  <a:pt x="472999" y="862694"/>
                </a:lnTo>
                <a:lnTo>
                  <a:pt x="516401" y="819292"/>
                </a:lnTo>
                <a:lnTo>
                  <a:pt x="409183" y="819292"/>
                </a:lnTo>
                <a:lnTo>
                  <a:pt x="401492" y="817800"/>
                </a:lnTo>
                <a:lnTo>
                  <a:pt x="394740" y="813324"/>
                </a:lnTo>
                <a:lnTo>
                  <a:pt x="87618" y="506202"/>
                </a:lnTo>
                <a:lnTo>
                  <a:pt x="73058" y="484254"/>
                </a:lnTo>
                <a:lnTo>
                  <a:pt x="68205" y="459263"/>
                </a:lnTo>
                <a:lnTo>
                  <a:pt x="73058" y="434274"/>
                </a:lnTo>
                <a:lnTo>
                  <a:pt x="98015" y="403833"/>
                </a:lnTo>
                <a:lnTo>
                  <a:pt x="134549" y="392918"/>
                </a:lnTo>
                <a:lnTo>
                  <a:pt x="260819" y="392918"/>
                </a:lnTo>
                <a:lnTo>
                  <a:pt x="230849" y="362950"/>
                </a:lnTo>
                <a:lnTo>
                  <a:pt x="195527" y="337458"/>
                </a:lnTo>
                <a:lnTo>
                  <a:pt x="155407" y="324712"/>
                </a:lnTo>
                <a:close/>
              </a:path>
              <a:path w="1143635" h="889635">
                <a:moveTo>
                  <a:pt x="1126459" y="68195"/>
                </a:moveTo>
                <a:lnTo>
                  <a:pt x="1008534" y="68195"/>
                </a:lnTo>
                <a:lnTo>
                  <a:pt x="1033525" y="73048"/>
                </a:lnTo>
                <a:lnTo>
                  <a:pt x="1055474" y="87608"/>
                </a:lnTo>
                <a:lnTo>
                  <a:pt x="1070027" y="109555"/>
                </a:lnTo>
                <a:lnTo>
                  <a:pt x="1074879" y="134543"/>
                </a:lnTo>
                <a:lnTo>
                  <a:pt x="1070027" y="159532"/>
                </a:lnTo>
                <a:lnTo>
                  <a:pt x="1055474" y="181479"/>
                </a:lnTo>
                <a:lnTo>
                  <a:pt x="423618" y="813324"/>
                </a:lnTo>
                <a:lnTo>
                  <a:pt x="416872" y="817800"/>
                </a:lnTo>
                <a:lnTo>
                  <a:pt x="409183" y="819292"/>
                </a:lnTo>
                <a:lnTo>
                  <a:pt x="516401" y="819292"/>
                </a:lnTo>
                <a:lnTo>
                  <a:pt x="1104844" y="230849"/>
                </a:lnTo>
                <a:lnTo>
                  <a:pt x="1130331" y="195522"/>
                </a:lnTo>
                <a:lnTo>
                  <a:pt x="1143074" y="155399"/>
                </a:lnTo>
                <a:lnTo>
                  <a:pt x="1143074" y="113680"/>
                </a:lnTo>
                <a:lnTo>
                  <a:pt x="1130331" y="73560"/>
                </a:lnTo>
                <a:lnTo>
                  <a:pt x="1126459" y="68195"/>
                </a:lnTo>
                <a:close/>
              </a:path>
              <a:path w="1143635" h="889635">
                <a:moveTo>
                  <a:pt x="260819" y="392918"/>
                </a:moveTo>
                <a:lnTo>
                  <a:pt x="134549" y="392918"/>
                </a:lnTo>
                <a:lnTo>
                  <a:pt x="147233" y="394131"/>
                </a:lnTo>
                <a:lnTo>
                  <a:pt x="159537" y="397771"/>
                </a:lnTo>
                <a:lnTo>
                  <a:pt x="171081" y="403838"/>
                </a:lnTo>
                <a:lnTo>
                  <a:pt x="181479" y="412331"/>
                </a:lnTo>
                <a:lnTo>
                  <a:pt x="364929" y="595781"/>
                </a:lnTo>
                <a:lnTo>
                  <a:pt x="374481" y="603627"/>
                </a:lnTo>
                <a:lnTo>
                  <a:pt x="385222" y="609372"/>
                </a:lnTo>
                <a:lnTo>
                  <a:pt x="396882" y="612903"/>
                </a:lnTo>
                <a:lnTo>
                  <a:pt x="409190" y="614105"/>
                </a:lnTo>
                <a:lnTo>
                  <a:pt x="421491" y="612903"/>
                </a:lnTo>
                <a:lnTo>
                  <a:pt x="433148" y="609372"/>
                </a:lnTo>
                <a:lnTo>
                  <a:pt x="443888" y="603627"/>
                </a:lnTo>
                <a:lnTo>
                  <a:pt x="453440" y="595781"/>
                </a:lnTo>
                <a:lnTo>
                  <a:pt x="507939" y="541280"/>
                </a:lnTo>
                <a:lnTo>
                  <a:pt x="409190" y="541280"/>
                </a:lnTo>
                <a:lnTo>
                  <a:pt x="260819" y="392918"/>
                </a:lnTo>
                <a:close/>
              </a:path>
              <a:path w="1143635" h="889635">
                <a:moveTo>
                  <a:pt x="1029398" y="0"/>
                </a:moveTo>
                <a:lnTo>
                  <a:pt x="987677" y="0"/>
                </a:lnTo>
                <a:lnTo>
                  <a:pt x="947556" y="12745"/>
                </a:lnTo>
                <a:lnTo>
                  <a:pt x="912232" y="38237"/>
                </a:lnTo>
                <a:lnTo>
                  <a:pt x="409190" y="541280"/>
                </a:lnTo>
                <a:lnTo>
                  <a:pt x="507939" y="541280"/>
                </a:lnTo>
                <a:lnTo>
                  <a:pt x="961602" y="87608"/>
                </a:lnTo>
                <a:lnTo>
                  <a:pt x="983545" y="73048"/>
                </a:lnTo>
                <a:lnTo>
                  <a:pt x="1008534" y="68195"/>
                </a:lnTo>
                <a:lnTo>
                  <a:pt x="1126459" y="68195"/>
                </a:lnTo>
                <a:lnTo>
                  <a:pt x="1104844" y="38237"/>
                </a:lnTo>
                <a:lnTo>
                  <a:pt x="1069520" y="12745"/>
                </a:lnTo>
                <a:lnTo>
                  <a:pt x="10293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</p:spTree>
    <p:extLst>
      <p:ext uri="{BB962C8B-B14F-4D97-AF65-F5344CB8AC3E}">
        <p14:creationId xmlns:p14="http://schemas.microsoft.com/office/powerpoint/2010/main" val="3956913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37229" y="9189421"/>
            <a:ext cx="10366153" cy="21187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3" name="object 3"/>
          <p:cNvSpPr/>
          <p:nvPr/>
        </p:nvSpPr>
        <p:spPr>
          <a:xfrm>
            <a:off x="18499190" y="10763347"/>
            <a:ext cx="1604532" cy="241919"/>
          </a:xfrm>
          <a:custGeom>
            <a:avLst/>
            <a:gdLst/>
            <a:ahLst/>
            <a:cxnLst/>
            <a:rect l="l" t="t" r="r" b="b"/>
            <a:pathLst>
              <a:path w="1604644" h="241934">
                <a:moveTo>
                  <a:pt x="1604314" y="0"/>
                </a:moveTo>
                <a:lnTo>
                  <a:pt x="0" y="0"/>
                </a:lnTo>
                <a:lnTo>
                  <a:pt x="31412" y="241636"/>
                </a:lnTo>
                <a:lnTo>
                  <a:pt x="1604314" y="241636"/>
                </a:lnTo>
                <a:lnTo>
                  <a:pt x="1604314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4" name="object 4"/>
          <p:cNvSpPr/>
          <p:nvPr/>
        </p:nvSpPr>
        <p:spPr>
          <a:xfrm>
            <a:off x="17797139" y="10697858"/>
            <a:ext cx="2306255" cy="5377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5" name="object 5"/>
          <p:cNvSpPr txBox="1"/>
          <p:nvPr/>
        </p:nvSpPr>
        <p:spPr>
          <a:xfrm>
            <a:off x="18678430" y="10744781"/>
            <a:ext cx="1331501" cy="228267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12699">
              <a:spcBef>
                <a:spcPts val="101"/>
              </a:spcBef>
            </a:pP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Lobby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Ad</a:t>
            </a:r>
            <a:r>
              <a:rPr sz="1400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Portas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841" y="9197119"/>
            <a:ext cx="10510418" cy="2111227"/>
          </a:xfrm>
          <a:custGeom>
            <a:avLst/>
            <a:gdLst/>
            <a:ahLst/>
            <a:cxnLst/>
            <a:rect l="l" t="t" r="r" b="b"/>
            <a:pathLst>
              <a:path w="10511155" h="2111375">
                <a:moveTo>
                  <a:pt x="10170370" y="0"/>
                </a:moveTo>
                <a:lnTo>
                  <a:pt x="0" y="8324"/>
                </a:lnTo>
                <a:lnTo>
                  <a:pt x="0" y="2111192"/>
                </a:lnTo>
                <a:lnTo>
                  <a:pt x="10058510" y="2111192"/>
                </a:lnTo>
                <a:lnTo>
                  <a:pt x="10510842" y="2110825"/>
                </a:lnTo>
                <a:lnTo>
                  <a:pt x="10170370" y="0"/>
                </a:lnTo>
                <a:close/>
              </a:path>
            </a:pathLst>
          </a:custGeom>
          <a:solidFill>
            <a:srgbClr val="834E3E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7" name="object 7"/>
          <p:cNvSpPr/>
          <p:nvPr/>
        </p:nvSpPr>
        <p:spPr>
          <a:xfrm>
            <a:off x="706" y="9197125"/>
            <a:ext cx="10332132" cy="21110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1" name="object 21"/>
          <p:cNvSpPr/>
          <p:nvPr/>
        </p:nvSpPr>
        <p:spPr>
          <a:xfrm>
            <a:off x="4934366" y="9529565"/>
            <a:ext cx="0" cy="1393093"/>
          </a:xfrm>
          <a:custGeom>
            <a:avLst/>
            <a:gdLst/>
            <a:ahLst/>
            <a:cxnLst/>
            <a:rect l="l" t="t" r="r" b="b"/>
            <a:pathLst>
              <a:path h="1393190">
                <a:moveTo>
                  <a:pt x="0" y="0"/>
                </a:moveTo>
                <a:lnTo>
                  <a:pt x="0" y="139317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5271471" y="9693086"/>
            <a:ext cx="2647129" cy="100001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12699">
              <a:spcBef>
                <a:spcPts val="120"/>
              </a:spcBef>
            </a:pPr>
            <a:r>
              <a:rPr sz="3199" spc="-64" dirty="0"/>
              <a:t>Facultad</a:t>
            </a:r>
            <a:r>
              <a:rPr sz="3199" spc="-236" dirty="0"/>
              <a:t> </a:t>
            </a:r>
            <a:r>
              <a:rPr sz="3199" spc="-74" dirty="0"/>
              <a:t>de</a:t>
            </a:r>
          </a:p>
          <a:p>
            <a:pPr marL="12699">
              <a:spcBef>
                <a:spcPts val="30"/>
              </a:spcBef>
            </a:pPr>
            <a:r>
              <a:rPr sz="3199" b="1" spc="-74" dirty="0"/>
              <a:t>Ingeniería</a:t>
            </a:r>
          </a:p>
        </p:txBody>
      </p:sp>
      <p:pic>
        <p:nvPicPr>
          <p:cNvPr id="23" name="Imagen 22" descr="Imagen que contiene dibujo&#10;&#10;Descripción generada automáticamente">
            <a:extLst>
              <a:ext uri="{FF2B5EF4-FFF2-40B4-BE49-F238E27FC236}">
                <a16:creationId xmlns:a16="http://schemas.microsoft.com/office/drawing/2014/main" id="{B15E034D-70C4-CC4B-B780-A017A58676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129" y="9515041"/>
            <a:ext cx="4072010" cy="1485733"/>
          </a:xfrm>
          <a:prstGeom prst="rect">
            <a:avLst/>
          </a:prstGeom>
        </p:spPr>
      </p:pic>
      <p:sp>
        <p:nvSpPr>
          <p:cNvPr id="8" name="object 2">
            <a:extLst>
              <a:ext uri="{FF2B5EF4-FFF2-40B4-BE49-F238E27FC236}">
                <a16:creationId xmlns:a16="http://schemas.microsoft.com/office/drawing/2014/main" id="{D6BD65B9-B94E-2654-DA0E-28C1CC86729B}"/>
              </a:ext>
            </a:extLst>
          </p:cNvPr>
          <p:cNvSpPr txBox="1"/>
          <p:nvPr/>
        </p:nvSpPr>
        <p:spPr>
          <a:xfrm>
            <a:off x="6143885" y="381964"/>
            <a:ext cx="7816331" cy="1367938"/>
          </a:xfrm>
          <a:prstGeom prst="rect">
            <a:avLst/>
          </a:prstGeom>
        </p:spPr>
        <p:txBody>
          <a:bodyPr vert="horz" wrap="square" lIns="0" tIns="11429" rIns="0" bIns="0" rtlCol="0">
            <a:spAutoFit/>
          </a:bodyPr>
          <a:lstStyle/>
          <a:p>
            <a:pPr marL="12699" algn="ctr">
              <a:lnSpc>
                <a:spcPts val="11380"/>
              </a:lnSpc>
              <a:spcBef>
                <a:spcPts val="91"/>
              </a:spcBef>
            </a:pPr>
            <a:r>
              <a:rPr lang="es-MX" sz="8905" b="1" spc="-600" dirty="0">
                <a:solidFill>
                  <a:srgbClr val="1F3D6F"/>
                </a:solidFill>
                <a:latin typeface="Arial"/>
                <a:cs typeface="Arial"/>
              </a:rPr>
              <a:t>Contenido</a:t>
            </a:r>
            <a:endParaRPr sz="8905" dirty="0">
              <a:latin typeface="Arial"/>
              <a:cs typeface="Arial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059CAA2-B434-8210-3D72-4CF7675D02F8}"/>
              </a:ext>
            </a:extLst>
          </p:cNvPr>
          <p:cNvSpPr txBox="1"/>
          <p:nvPr/>
        </p:nvSpPr>
        <p:spPr>
          <a:xfrm>
            <a:off x="753856" y="2358093"/>
            <a:ext cx="882583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32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Introducción a la Arquitectura Empresarial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MX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Fundamentos, componentes y procesos clave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MX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Rol estratégico de la arquitectura en las organizaciones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s-MX" sz="24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es-MX" sz="32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Arquitectura de Negocio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MX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Análisis de estrategia, procesos y capacidades organizacionales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MX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Modelado de arquitectura de información y alineación con objetivos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s-MX" sz="24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es-MX" sz="32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Arquitectura de Sistemas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MX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Diseño de arquitectura de aplicaciones, datos e infraestructura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MX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Integración de marcos de referencia y buenas prácticas</a:t>
            </a:r>
            <a:endParaRPr lang="es-CO" sz="2400" dirty="0">
              <a:solidFill>
                <a:srgbClr val="000000"/>
              </a:solidFill>
              <a:latin typeface="Arial" panose="020B0604020202020204" pitchFamily="34" charset="0"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9B785E1-2F21-EF0E-A02A-621AECF70D27}"/>
              </a:ext>
            </a:extLst>
          </p:cNvPr>
          <p:cNvSpPr txBox="1"/>
          <p:nvPr/>
        </p:nvSpPr>
        <p:spPr>
          <a:xfrm>
            <a:off x="10518348" y="2358093"/>
            <a:ext cx="882583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32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Arquitectura de Seguridad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MX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Principios de seguridad en la información, sistemas y plataformas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MX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Evaluación de riesgos y diseño de soluciones seguras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s-MX" sz="24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es-MX" sz="32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Patrones y Estilos Arquitectónicos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MX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Microservicios, </a:t>
            </a:r>
            <a:r>
              <a:rPr lang="es-MX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Event</a:t>
            </a:r>
            <a:r>
              <a:rPr lang="es-MX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MX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Sourcing</a:t>
            </a:r>
            <a:r>
              <a:rPr lang="es-MX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sistemas distribuidos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MX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Arquitectura orientada a eventos y patrones de seguridad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s-MX" sz="24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es-MX" sz="32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Proyecto Aplicado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MX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Trabajo con clientes reales para diseñar una solución arquitectónica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MX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Evaluación iterativa con prácticas ágiles y presentación final</a:t>
            </a:r>
            <a:endParaRPr lang="es-CO" sz="2400" dirty="0">
              <a:solidFill>
                <a:srgbClr val="000000"/>
              </a:solidFill>
              <a:latin typeface="Arial" panose="020B0604020202020204" pitchFamily="34" charset="0"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108233" y="9212129"/>
            <a:ext cx="9995161" cy="20960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3" name="object 3"/>
          <p:cNvSpPr/>
          <p:nvPr/>
        </p:nvSpPr>
        <p:spPr>
          <a:xfrm>
            <a:off x="707" y="9204565"/>
            <a:ext cx="10470415" cy="2103607"/>
          </a:xfrm>
          <a:custGeom>
            <a:avLst/>
            <a:gdLst/>
            <a:ahLst/>
            <a:cxnLst/>
            <a:rect l="l" t="t" r="r" b="b"/>
            <a:pathLst>
              <a:path w="10471150" h="2103754">
                <a:moveTo>
                  <a:pt x="10131377" y="0"/>
                </a:moveTo>
                <a:lnTo>
                  <a:pt x="0" y="8292"/>
                </a:lnTo>
                <a:lnTo>
                  <a:pt x="0" y="2103747"/>
                </a:lnTo>
                <a:lnTo>
                  <a:pt x="10470707" y="2103747"/>
                </a:lnTo>
                <a:lnTo>
                  <a:pt x="10131377" y="0"/>
                </a:lnTo>
                <a:close/>
              </a:path>
            </a:pathLst>
          </a:custGeom>
          <a:solidFill>
            <a:srgbClr val="834E3E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4" name="object 4"/>
          <p:cNvSpPr/>
          <p:nvPr/>
        </p:nvSpPr>
        <p:spPr>
          <a:xfrm>
            <a:off x="707" y="9204571"/>
            <a:ext cx="10262851" cy="21035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18" name="object 18"/>
          <p:cNvSpPr/>
          <p:nvPr/>
        </p:nvSpPr>
        <p:spPr>
          <a:xfrm>
            <a:off x="4866238" y="9537007"/>
            <a:ext cx="0" cy="1393093"/>
          </a:xfrm>
          <a:custGeom>
            <a:avLst/>
            <a:gdLst/>
            <a:ahLst/>
            <a:cxnLst/>
            <a:rect l="l" t="t" r="r" b="b"/>
            <a:pathLst>
              <a:path h="1393190">
                <a:moveTo>
                  <a:pt x="0" y="0"/>
                </a:moveTo>
                <a:lnTo>
                  <a:pt x="0" y="139318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19" name="object 19"/>
          <p:cNvSpPr/>
          <p:nvPr/>
        </p:nvSpPr>
        <p:spPr>
          <a:xfrm>
            <a:off x="18622194" y="10805645"/>
            <a:ext cx="1481352" cy="241919"/>
          </a:xfrm>
          <a:custGeom>
            <a:avLst/>
            <a:gdLst/>
            <a:ahLst/>
            <a:cxnLst/>
            <a:rect l="l" t="t" r="r" b="b"/>
            <a:pathLst>
              <a:path w="1481455" h="241934">
                <a:moveTo>
                  <a:pt x="1481305" y="0"/>
                </a:moveTo>
                <a:lnTo>
                  <a:pt x="0" y="0"/>
                </a:lnTo>
                <a:lnTo>
                  <a:pt x="31411" y="241631"/>
                </a:lnTo>
                <a:lnTo>
                  <a:pt x="1481305" y="241631"/>
                </a:lnTo>
                <a:lnTo>
                  <a:pt x="1481305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0" name="object 20"/>
          <p:cNvSpPr/>
          <p:nvPr/>
        </p:nvSpPr>
        <p:spPr>
          <a:xfrm>
            <a:off x="17682905" y="10739242"/>
            <a:ext cx="2420489" cy="5402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1" name="object 21"/>
          <p:cNvSpPr txBox="1"/>
          <p:nvPr/>
        </p:nvSpPr>
        <p:spPr>
          <a:xfrm>
            <a:off x="18880839" y="10787070"/>
            <a:ext cx="1015293" cy="228267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12699">
              <a:spcBef>
                <a:spcPts val="101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Aulas</a:t>
            </a:r>
            <a:r>
              <a:rPr sz="1400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Atelier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5160362" y="9693086"/>
            <a:ext cx="2647129" cy="100001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12699">
              <a:spcBef>
                <a:spcPts val="120"/>
              </a:spcBef>
            </a:pPr>
            <a:r>
              <a:rPr sz="3199" spc="-64" dirty="0"/>
              <a:t>Facultad</a:t>
            </a:r>
            <a:r>
              <a:rPr sz="3199" spc="-236" dirty="0"/>
              <a:t> </a:t>
            </a:r>
            <a:r>
              <a:rPr sz="3199" spc="-74" dirty="0"/>
              <a:t>de</a:t>
            </a:r>
          </a:p>
          <a:p>
            <a:pPr marL="12699">
              <a:spcBef>
                <a:spcPts val="30"/>
              </a:spcBef>
            </a:pPr>
            <a:r>
              <a:rPr sz="3199" b="1" spc="-74" dirty="0"/>
              <a:t>Ingeniería</a:t>
            </a:r>
          </a:p>
        </p:txBody>
      </p:sp>
      <p:pic>
        <p:nvPicPr>
          <p:cNvPr id="23" name="Imagen 22" descr="Imagen que contiene dibujo&#10;&#10;Descripción generada automáticamente">
            <a:extLst>
              <a:ext uri="{FF2B5EF4-FFF2-40B4-BE49-F238E27FC236}">
                <a16:creationId xmlns:a16="http://schemas.microsoft.com/office/drawing/2014/main" id="{EC7BF844-7C9B-E947-B382-F29AAE9FE1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129" y="9515041"/>
            <a:ext cx="4072010" cy="1485733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2F4D7402-BB7A-9117-37A5-C1B1ACBD99F8}"/>
              </a:ext>
            </a:extLst>
          </p:cNvPr>
          <p:cNvSpPr txBox="1"/>
          <p:nvPr/>
        </p:nvSpPr>
        <p:spPr>
          <a:xfrm>
            <a:off x="6143885" y="616277"/>
            <a:ext cx="7816331" cy="983217"/>
          </a:xfrm>
          <a:prstGeom prst="rect">
            <a:avLst/>
          </a:prstGeom>
        </p:spPr>
        <p:txBody>
          <a:bodyPr vert="horz" wrap="square" lIns="0" tIns="11429" rIns="0" bIns="0" rtlCol="0">
            <a:spAutoFit/>
          </a:bodyPr>
          <a:lstStyle/>
          <a:p>
            <a:pPr marL="68577" algn="ctr">
              <a:lnSpc>
                <a:spcPts val="7419"/>
              </a:lnSpc>
            </a:pPr>
            <a:r>
              <a:rPr lang="es-MX" sz="8905" b="1" spc="-600" dirty="0">
                <a:solidFill>
                  <a:srgbClr val="1F3D6F"/>
                </a:solidFill>
                <a:latin typeface="Arial"/>
                <a:cs typeface="Arial"/>
              </a:rPr>
              <a:t>Bibliografía</a:t>
            </a:r>
            <a:endParaRPr sz="8905" b="1" spc="-600" dirty="0">
              <a:solidFill>
                <a:srgbClr val="1F3D6F"/>
              </a:solidFill>
              <a:latin typeface="Arial"/>
              <a:cs typeface="Arial"/>
            </a:endParaRPr>
          </a:p>
        </p:txBody>
      </p:sp>
      <p:pic>
        <p:nvPicPr>
          <p:cNvPr id="7" name="Gráfico 6" descr="Narración con relleno sólido">
            <a:extLst>
              <a:ext uri="{FF2B5EF4-FFF2-40B4-BE49-F238E27FC236}">
                <a16:creationId xmlns:a16="http://schemas.microsoft.com/office/drawing/2014/main" id="{AF0137DC-E163-0DEB-8C6F-72DF7DA3BF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130580" y="2878187"/>
            <a:ext cx="3552325" cy="3552325"/>
          </a:xfrm>
          <a:prstGeom prst="rect">
            <a:avLst/>
          </a:prstGeo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297AAD59-A699-A9BE-B433-C5843E185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9050" y="2113526"/>
            <a:ext cx="11876345" cy="6494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s-419" altLang="es-419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Bass, L., Clements, P., &amp; </a:t>
            </a:r>
            <a:r>
              <a:rPr kumimoji="0" lang="es-419" altLang="es-419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Kazman</a:t>
            </a:r>
            <a:r>
              <a:rPr kumimoji="0" lang="es-419" altLang="es-419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R. (2021).</a:t>
            </a:r>
            <a:br>
              <a:rPr kumimoji="0" lang="es-419" altLang="es-419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419" altLang="es-419" sz="3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Software Architecture in </a:t>
            </a:r>
            <a:r>
              <a:rPr kumimoji="0" lang="es-419" altLang="es-419" sz="3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Practice</a:t>
            </a:r>
            <a:r>
              <a:rPr kumimoji="0" lang="es-419" altLang="es-419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(4th ed.). Addison-Wesley.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419" altLang="es-419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Obra fundamental para comprender los principios de arquitectura de software y su aplicación empresarial.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es-419" altLang="es-419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14350" marR="0" lvl="0" indent="-5143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s-419" altLang="es-419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Open Group (2018).</a:t>
            </a:r>
            <a:br>
              <a:rPr kumimoji="0" lang="es-419" altLang="es-419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419" altLang="es-419" sz="3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TOGAF® Standard, </a:t>
            </a:r>
            <a:r>
              <a:rPr kumimoji="0" lang="es-419" altLang="es-419" sz="3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Version</a:t>
            </a:r>
            <a:r>
              <a:rPr kumimoji="0" lang="es-419" altLang="es-419" sz="3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9.2.</a:t>
            </a:r>
            <a:r>
              <a:rPr kumimoji="0" lang="es-419" altLang="es-419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Open Group.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419" altLang="es-419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Estándar de facto para el desarrollo de arquitecturas empresariales. Estructura metodológica robusta.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es-419" altLang="es-419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14350" marR="0" lvl="0" indent="-5143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s-419" altLang="es-419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Richardson, C. (2018).</a:t>
            </a:r>
            <a:br>
              <a:rPr kumimoji="0" lang="es-419" altLang="es-419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419" altLang="es-419" sz="3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Microservices</a:t>
            </a:r>
            <a:r>
              <a:rPr kumimoji="0" lang="es-419" altLang="es-419" sz="3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419" altLang="es-419" sz="3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Patterns</a:t>
            </a:r>
            <a:r>
              <a:rPr kumimoji="0" lang="es-419" altLang="es-419" sz="3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s-419" altLang="es-419" sz="3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es-419" altLang="es-419" sz="3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419" altLang="es-419" sz="3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examples</a:t>
            </a:r>
            <a:r>
              <a:rPr kumimoji="0" lang="es-419" altLang="es-419" sz="3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Java.</a:t>
            </a:r>
            <a:r>
              <a:rPr kumimoji="0" lang="es-419" altLang="es-419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Manning </a:t>
            </a:r>
            <a:r>
              <a:rPr kumimoji="0" lang="es-419" altLang="es-419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Publications</a:t>
            </a:r>
            <a:r>
              <a:rPr kumimoji="0" lang="es-419" altLang="es-419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419" altLang="es-419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Guía práctica sobre patrones arquitectónicos modernos para sistemas distribuidos.</a:t>
            </a:r>
          </a:p>
        </p:txBody>
      </p:sp>
    </p:spTree>
    <p:extLst>
      <p:ext uri="{BB962C8B-B14F-4D97-AF65-F5344CB8AC3E}">
        <p14:creationId xmlns:p14="http://schemas.microsoft.com/office/powerpoint/2010/main" val="2959069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69976" y="9171249"/>
            <a:ext cx="10034123" cy="21373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804565" y="10842109"/>
            <a:ext cx="1299845" cy="241935"/>
          </a:xfrm>
          <a:custGeom>
            <a:avLst/>
            <a:gdLst/>
            <a:ahLst/>
            <a:cxnLst/>
            <a:rect l="l" t="t" r="r" b="b"/>
            <a:pathLst>
              <a:path w="1299844" h="241934">
                <a:moveTo>
                  <a:pt x="1299534" y="0"/>
                </a:moveTo>
                <a:lnTo>
                  <a:pt x="0" y="0"/>
                </a:lnTo>
                <a:lnTo>
                  <a:pt x="31412" y="241635"/>
                </a:lnTo>
                <a:lnTo>
                  <a:pt x="1299534" y="241635"/>
                </a:lnTo>
                <a:lnTo>
                  <a:pt x="1299534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663337" y="10753856"/>
            <a:ext cx="2430066" cy="5402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8948744" y="10801194"/>
            <a:ext cx="9258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Puente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gris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9182854"/>
            <a:ext cx="10506710" cy="2119630"/>
          </a:xfrm>
          <a:custGeom>
            <a:avLst/>
            <a:gdLst/>
            <a:ahLst/>
            <a:cxnLst/>
            <a:rect l="l" t="t" r="r" b="b"/>
            <a:pathLst>
              <a:path w="10506710" h="2119629">
                <a:moveTo>
                  <a:pt x="10165941" y="0"/>
                </a:moveTo>
                <a:lnTo>
                  <a:pt x="0" y="8303"/>
                </a:lnTo>
                <a:lnTo>
                  <a:pt x="0" y="2119139"/>
                </a:lnTo>
                <a:lnTo>
                  <a:pt x="10506413" y="2110825"/>
                </a:lnTo>
                <a:lnTo>
                  <a:pt x="10165941" y="0"/>
                </a:lnTo>
                <a:close/>
              </a:path>
            </a:pathLst>
          </a:custGeom>
          <a:solidFill>
            <a:srgbClr val="834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9182851"/>
            <a:ext cx="10301529" cy="21257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900446" y="9515311"/>
            <a:ext cx="0" cy="1393190"/>
          </a:xfrm>
          <a:custGeom>
            <a:avLst/>
            <a:gdLst/>
            <a:ahLst/>
            <a:cxnLst/>
            <a:rect l="l" t="t" r="r" b="b"/>
            <a:pathLst>
              <a:path h="1393190">
                <a:moveTo>
                  <a:pt x="0" y="0"/>
                </a:moveTo>
                <a:lnTo>
                  <a:pt x="0" y="139318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5238285" y="9693275"/>
            <a:ext cx="2647315" cy="100027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200" spc="-65" dirty="0"/>
              <a:t>Facultad</a:t>
            </a:r>
            <a:r>
              <a:rPr sz="3200" spc="-235" dirty="0"/>
              <a:t> </a:t>
            </a:r>
            <a:r>
              <a:rPr sz="3200" spc="-75" dirty="0"/>
              <a:t>de</a:t>
            </a: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3200" b="1" spc="-75" dirty="0">
                <a:latin typeface="Arial"/>
                <a:cs typeface="Arial"/>
              </a:rPr>
              <a:t>Ingeniería</a:t>
            </a:r>
          </a:p>
        </p:txBody>
      </p:sp>
      <p:pic>
        <p:nvPicPr>
          <p:cNvPr id="23" name="Imagen 22" descr="Imagen que contiene dibujo&#10;&#10;Descripción generada automáticamente">
            <a:extLst>
              <a:ext uri="{FF2B5EF4-FFF2-40B4-BE49-F238E27FC236}">
                <a16:creationId xmlns:a16="http://schemas.microsoft.com/office/drawing/2014/main" id="{E9EB8A88-A280-2244-89F6-CE25497F1F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469" y="9515311"/>
            <a:ext cx="4072296" cy="1485837"/>
          </a:xfrm>
          <a:prstGeom prst="rect">
            <a:avLst/>
          </a:prstGeom>
        </p:spPr>
      </p:pic>
      <p:sp>
        <p:nvSpPr>
          <p:cNvPr id="8" name="object 2">
            <a:extLst>
              <a:ext uri="{FF2B5EF4-FFF2-40B4-BE49-F238E27FC236}">
                <a16:creationId xmlns:a16="http://schemas.microsoft.com/office/drawing/2014/main" id="{9E8B18B7-FDA1-A51D-A92E-380B2C4424D5}"/>
              </a:ext>
            </a:extLst>
          </p:cNvPr>
          <p:cNvSpPr txBox="1"/>
          <p:nvPr/>
        </p:nvSpPr>
        <p:spPr>
          <a:xfrm>
            <a:off x="4933127" y="626679"/>
            <a:ext cx="11147166" cy="983217"/>
          </a:xfrm>
          <a:prstGeom prst="rect">
            <a:avLst/>
          </a:prstGeom>
        </p:spPr>
        <p:txBody>
          <a:bodyPr vert="horz" wrap="square" lIns="0" tIns="11429" rIns="0" bIns="0" rtlCol="0">
            <a:spAutoFit/>
          </a:bodyPr>
          <a:lstStyle/>
          <a:p>
            <a:pPr marL="68577" algn="ctr">
              <a:lnSpc>
                <a:spcPts val="7419"/>
              </a:lnSpc>
            </a:pPr>
            <a:r>
              <a:rPr lang="es-MX" sz="8905" b="1" spc="-600" dirty="0">
                <a:solidFill>
                  <a:srgbClr val="1F3D6F"/>
                </a:solidFill>
                <a:latin typeface="Arial"/>
                <a:cs typeface="Arial"/>
              </a:rPr>
              <a:t>Bibliografía - adicional</a:t>
            </a:r>
            <a:endParaRPr sz="8905" b="1" spc="-600" dirty="0">
              <a:solidFill>
                <a:srgbClr val="1F3D6F"/>
              </a:solidFill>
              <a:latin typeface="Arial"/>
              <a:cs typeface="Arial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5D794DD-C5D6-968B-EC39-44BD8899A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9050" y="2291681"/>
            <a:ext cx="11876345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s-419" altLang="es-419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Zachman, J.A. (2010).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419" altLang="es-419" sz="32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Zachman Framework for Enterprise Architecture. Zachman International.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s-419" altLang="es-419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Gorton</a:t>
            </a:r>
            <a:r>
              <a:rPr kumimoji="0" lang="es-419" altLang="es-419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I. (2011).</a:t>
            </a:r>
          </a:p>
          <a:p>
            <a:pPr marL="0" marR="0"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419" altLang="es-419" sz="3200" i="1" dirty="0">
                <a:latin typeface="Arial" panose="020B0604020202020204" pitchFamily="34" charset="0"/>
              </a:rPr>
              <a:t>    </a:t>
            </a:r>
            <a:r>
              <a:rPr lang="es-419" altLang="es-419" sz="3200" i="1" dirty="0" err="1">
                <a:latin typeface="Arial" panose="020B0604020202020204" pitchFamily="34" charset="0"/>
              </a:rPr>
              <a:t>Essential</a:t>
            </a:r>
            <a:r>
              <a:rPr lang="es-419" altLang="es-419" sz="3200" i="1" dirty="0">
                <a:latin typeface="Arial" panose="020B0604020202020204" pitchFamily="34" charset="0"/>
              </a:rPr>
              <a:t> Software Architecture (2nd ed.). Springer.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s-419" altLang="es-419" sz="320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s-419" altLang="es-419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Pereira, C.M., &amp; Sousa, P. (2004).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419" altLang="es-419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es-419" altLang="es-419" sz="32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Enterprise Architecture: Business and IT </a:t>
            </a:r>
            <a:r>
              <a:rPr kumimoji="0" lang="es-419" altLang="es-419" sz="320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Alignment</a:t>
            </a:r>
            <a:r>
              <a:rPr kumimoji="0" lang="es-419" altLang="es-419" sz="32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s-419" altLang="es-419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419" altLang="es-419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</a:t>
            </a:r>
            <a:r>
              <a:rPr kumimoji="0" lang="es-419" altLang="es-419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Fowler</a:t>
            </a:r>
            <a:r>
              <a:rPr kumimoji="0" lang="es-419" altLang="es-419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M. (2002).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419" altLang="es-419" sz="3200" b="1" dirty="0">
                <a:latin typeface="Arial" panose="020B0604020202020204" pitchFamily="34" charset="0"/>
              </a:rPr>
              <a:t>    </a:t>
            </a:r>
            <a:r>
              <a:rPr kumimoji="0" lang="es-419" altLang="es-419" sz="320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Patterns</a:t>
            </a:r>
            <a:r>
              <a:rPr kumimoji="0" lang="es-419" altLang="es-419" sz="32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419" altLang="es-419" sz="320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419" altLang="es-419" sz="32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Enterprise Application Architecture. </a:t>
            </a:r>
          </a:p>
        </p:txBody>
      </p:sp>
      <p:pic>
        <p:nvPicPr>
          <p:cNvPr id="9220" name="Picture 4" descr="Biografía - Iconos gratis de usuario">
            <a:extLst>
              <a:ext uri="{FF2B5EF4-FFF2-40B4-BE49-F238E27FC236}">
                <a16:creationId xmlns:a16="http://schemas.microsoft.com/office/drawing/2014/main" id="{5A15E115-120C-1361-C1A7-6D5D4FA43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6664" y="3202652"/>
            <a:ext cx="3687257" cy="3687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502926" y="9219677"/>
            <a:ext cx="9601173" cy="20888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052050" y="9219677"/>
            <a:ext cx="10052039" cy="20888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194315" y="10804609"/>
            <a:ext cx="1910080" cy="241935"/>
          </a:xfrm>
          <a:custGeom>
            <a:avLst/>
            <a:gdLst/>
            <a:ahLst/>
            <a:cxnLst/>
            <a:rect l="l" t="t" r="r" b="b"/>
            <a:pathLst>
              <a:path w="1910080" h="241934">
                <a:moveTo>
                  <a:pt x="1909784" y="0"/>
                </a:moveTo>
                <a:lnTo>
                  <a:pt x="0" y="0"/>
                </a:lnTo>
                <a:lnTo>
                  <a:pt x="0" y="296"/>
                </a:lnTo>
                <a:lnTo>
                  <a:pt x="31374" y="241636"/>
                </a:lnTo>
                <a:lnTo>
                  <a:pt x="1909784" y="241636"/>
                </a:lnTo>
                <a:lnTo>
                  <a:pt x="1909784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781447" y="10737732"/>
            <a:ext cx="2322651" cy="5402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384167" y="10786039"/>
            <a:ext cx="16090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Punto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Embarcadero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9216219"/>
            <a:ext cx="10487660" cy="2092960"/>
          </a:xfrm>
          <a:custGeom>
            <a:avLst/>
            <a:gdLst/>
            <a:ahLst/>
            <a:cxnLst/>
            <a:rect l="l" t="t" r="r" b="b"/>
            <a:pathLst>
              <a:path w="10487660" h="2092959">
                <a:moveTo>
                  <a:pt x="10150172" y="0"/>
                </a:moveTo>
                <a:lnTo>
                  <a:pt x="0" y="8303"/>
                </a:lnTo>
                <a:lnTo>
                  <a:pt x="0" y="2092334"/>
                </a:lnTo>
                <a:lnTo>
                  <a:pt x="10487659" y="2092334"/>
                </a:lnTo>
                <a:lnTo>
                  <a:pt x="10150172" y="0"/>
                </a:lnTo>
                <a:close/>
              </a:path>
            </a:pathLst>
          </a:custGeom>
          <a:solidFill>
            <a:srgbClr val="834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0" y="9216221"/>
            <a:ext cx="10280608" cy="209233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884669" y="9548683"/>
            <a:ext cx="0" cy="1393190"/>
          </a:xfrm>
          <a:custGeom>
            <a:avLst/>
            <a:gdLst/>
            <a:ahLst/>
            <a:cxnLst/>
            <a:rect l="l" t="t" r="r" b="b"/>
            <a:pathLst>
              <a:path h="1393190">
                <a:moveTo>
                  <a:pt x="0" y="0"/>
                </a:moveTo>
                <a:lnTo>
                  <a:pt x="0" y="139318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5238296" y="9759801"/>
            <a:ext cx="2647315" cy="100027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200" spc="-65" dirty="0"/>
              <a:t>Facultad</a:t>
            </a:r>
            <a:r>
              <a:rPr sz="3200" spc="-235" dirty="0"/>
              <a:t> </a:t>
            </a:r>
            <a:r>
              <a:rPr sz="3200" spc="-75" dirty="0"/>
              <a:t>de</a:t>
            </a: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3200" b="1" spc="-75" dirty="0">
                <a:latin typeface="Arial"/>
                <a:cs typeface="Arial"/>
              </a:rPr>
              <a:t>Ingeniería</a:t>
            </a:r>
          </a:p>
        </p:txBody>
      </p:sp>
      <p:pic>
        <p:nvPicPr>
          <p:cNvPr id="24" name="Imagen 23" descr="Imagen que contiene dibujo&#10;&#10;Descripción generada automáticamente">
            <a:extLst>
              <a:ext uri="{FF2B5EF4-FFF2-40B4-BE49-F238E27FC236}">
                <a16:creationId xmlns:a16="http://schemas.microsoft.com/office/drawing/2014/main" id="{329D5C87-39A1-0647-B452-0DCE46CB97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469" y="9515311"/>
            <a:ext cx="4072296" cy="1485837"/>
          </a:xfrm>
          <a:prstGeom prst="rect">
            <a:avLst/>
          </a:prstGeom>
        </p:spPr>
      </p:pic>
      <p:pic>
        <p:nvPicPr>
          <p:cNvPr id="10244" name="Picture 4" descr="Bibliografía - Iconos gratis de">
            <a:extLst>
              <a:ext uri="{FF2B5EF4-FFF2-40B4-BE49-F238E27FC236}">
                <a16:creationId xmlns:a16="http://schemas.microsoft.com/office/drawing/2014/main" id="{C68650BC-0766-815D-159C-40C845AA5C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7364" y="3597275"/>
            <a:ext cx="3754610" cy="3754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F50AD6C4-968F-33B8-0996-BCB66540FB79}"/>
              </a:ext>
            </a:extLst>
          </p:cNvPr>
          <p:cNvSpPr txBox="1"/>
          <p:nvPr/>
        </p:nvSpPr>
        <p:spPr>
          <a:xfrm>
            <a:off x="4884669" y="760602"/>
            <a:ext cx="11147166" cy="983217"/>
          </a:xfrm>
          <a:prstGeom prst="rect">
            <a:avLst/>
          </a:prstGeom>
        </p:spPr>
        <p:txBody>
          <a:bodyPr vert="horz" wrap="square" lIns="0" tIns="11429" rIns="0" bIns="0" rtlCol="0">
            <a:spAutoFit/>
          </a:bodyPr>
          <a:lstStyle/>
          <a:p>
            <a:pPr marL="68577" algn="ctr">
              <a:lnSpc>
                <a:spcPts val="7419"/>
              </a:lnSpc>
            </a:pPr>
            <a:r>
              <a:rPr lang="es-MX" sz="8905" b="1" spc="-600" dirty="0">
                <a:solidFill>
                  <a:srgbClr val="1F3D6F"/>
                </a:solidFill>
                <a:latin typeface="Arial"/>
                <a:cs typeface="Arial"/>
              </a:rPr>
              <a:t>Recursos digitales</a:t>
            </a:r>
            <a:endParaRPr sz="8905" b="1" spc="-600" dirty="0">
              <a:solidFill>
                <a:srgbClr val="1F3D6F"/>
              </a:solidFill>
              <a:latin typeface="Arial"/>
              <a:cs typeface="Arial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2517DF84-F3E4-FBFC-36B4-12153C307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2590" y="3315642"/>
            <a:ext cx="10487660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s-419" altLang="es-419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NIST </a:t>
            </a:r>
            <a:r>
              <a:rPr kumimoji="0" lang="es-419" altLang="es-419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Special</a:t>
            </a:r>
            <a:r>
              <a:rPr kumimoji="0" lang="es-419" altLang="es-419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419" altLang="es-419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Publication</a:t>
            </a:r>
            <a:r>
              <a:rPr kumimoji="0" lang="es-419" altLang="es-419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500-299.</a:t>
            </a:r>
            <a:br>
              <a:rPr kumimoji="0" lang="es-419" altLang="es-419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419" altLang="es-419" sz="3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NIST Enterprise Architecture Model (EAM).</a:t>
            </a:r>
            <a:br>
              <a:rPr kumimoji="0" lang="es-419" altLang="es-419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419" altLang="es-419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Disponible en: </a:t>
            </a:r>
            <a:r>
              <a:rPr kumimoji="0" lang="es-419" altLang="es-419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8"/>
              </a:rPr>
              <a:t>https://www.nist.gov</a:t>
            </a:r>
            <a:endParaRPr kumimoji="0" lang="es-419" altLang="es-419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s-419" altLang="es-419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s-419" altLang="es-419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IEEE 1471 / ISO/IEC/IEEE 42010:2011</a:t>
            </a:r>
            <a:br>
              <a:rPr kumimoji="0" lang="es-419" altLang="es-419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419" altLang="es-419" sz="3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Systems</a:t>
            </a:r>
            <a:r>
              <a:rPr kumimoji="0" lang="es-419" altLang="es-419" sz="3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Software </a:t>
            </a:r>
            <a:r>
              <a:rPr kumimoji="0" lang="es-419" altLang="es-419" sz="3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Engineering</a:t>
            </a:r>
            <a:r>
              <a:rPr kumimoji="0" lang="es-419" altLang="es-419" sz="3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Architecture </a:t>
            </a:r>
            <a:r>
              <a:rPr kumimoji="0" lang="es-419" altLang="es-419" sz="3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Description</a:t>
            </a:r>
            <a:r>
              <a:rPr kumimoji="0" lang="es-419" altLang="es-419" sz="3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lang="es-419" altLang="es-419" sz="3200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419" altLang="es-419" sz="3200" dirty="0">
                <a:latin typeface="Arial" panose="020B0604020202020204" pitchFamily="34" charset="0"/>
              </a:rPr>
              <a:t>	</a:t>
            </a:r>
            <a:r>
              <a:rPr kumimoji="0" lang="es-419" altLang="es-419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Estándar internacional para la descripción de arquitecturas.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64282" y="397"/>
            <a:ext cx="10339101" cy="21041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3" name="object 3"/>
          <p:cNvSpPr/>
          <p:nvPr/>
        </p:nvSpPr>
        <p:spPr>
          <a:xfrm>
            <a:off x="18816926" y="1580984"/>
            <a:ext cx="1287055" cy="241919"/>
          </a:xfrm>
          <a:custGeom>
            <a:avLst/>
            <a:gdLst/>
            <a:ahLst/>
            <a:cxnLst/>
            <a:rect l="l" t="t" r="r" b="b"/>
            <a:pathLst>
              <a:path w="1287144" h="241935">
                <a:moveTo>
                  <a:pt x="1286557" y="0"/>
                </a:moveTo>
                <a:lnTo>
                  <a:pt x="0" y="0"/>
                </a:lnTo>
                <a:lnTo>
                  <a:pt x="0" y="375"/>
                </a:lnTo>
                <a:lnTo>
                  <a:pt x="31363" y="241636"/>
                </a:lnTo>
                <a:lnTo>
                  <a:pt x="1286557" y="241636"/>
                </a:lnTo>
                <a:lnTo>
                  <a:pt x="1286557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4" name="object 4"/>
          <p:cNvSpPr/>
          <p:nvPr/>
        </p:nvSpPr>
        <p:spPr>
          <a:xfrm>
            <a:off x="17615057" y="1515956"/>
            <a:ext cx="2482665" cy="5377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5" name="object 5"/>
          <p:cNvSpPr txBox="1"/>
          <p:nvPr/>
        </p:nvSpPr>
        <p:spPr>
          <a:xfrm>
            <a:off x="19061034" y="1562430"/>
            <a:ext cx="767661" cy="228267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12699">
              <a:spcBef>
                <a:spcPts val="101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Edificio</a:t>
            </a:r>
            <a:r>
              <a:rPr sz="1400" spc="-7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02" y="397"/>
            <a:ext cx="10508513" cy="2104242"/>
          </a:xfrm>
          <a:custGeom>
            <a:avLst/>
            <a:gdLst/>
            <a:ahLst/>
            <a:cxnLst/>
            <a:rect l="l" t="t" r="r" b="b"/>
            <a:pathLst>
              <a:path w="10509250" h="2104390">
                <a:moveTo>
                  <a:pt x="10169931" y="0"/>
                </a:moveTo>
                <a:lnTo>
                  <a:pt x="977373" y="0"/>
                </a:lnTo>
                <a:lnTo>
                  <a:pt x="0" y="795"/>
                </a:lnTo>
                <a:lnTo>
                  <a:pt x="0" y="2104344"/>
                </a:lnTo>
                <a:lnTo>
                  <a:pt x="9199793" y="2104344"/>
                </a:lnTo>
                <a:lnTo>
                  <a:pt x="10509187" y="2103307"/>
                </a:lnTo>
                <a:lnTo>
                  <a:pt x="10169931" y="0"/>
                </a:lnTo>
                <a:close/>
              </a:path>
            </a:pathLst>
          </a:custGeom>
          <a:solidFill>
            <a:srgbClr val="834E3E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7" name="object 7"/>
          <p:cNvSpPr/>
          <p:nvPr/>
        </p:nvSpPr>
        <p:spPr>
          <a:xfrm>
            <a:off x="707" y="397"/>
            <a:ext cx="10301443" cy="21041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1" name="object 21"/>
          <p:cNvSpPr/>
          <p:nvPr/>
        </p:nvSpPr>
        <p:spPr>
          <a:xfrm>
            <a:off x="4903568" y="325321"/>
            <a:ext cx="0" cy="1393093"/>
          </a:xfrm>
          <a:custGeom>
            <a:avLst/>
            <a:gdLst/>
            <a:ahLst/>
            <a:cxnLst/>
            <a:rect l="l" t="t" r="r" b="b"/>
            <a:pathLst>
              <a:path h="1393189">
                <a:moveTo>
                  <a:pt x="0" y="0"/>
                </a:moveTo>
                <a:lnTo>
                  <a:pt x="0" y="139317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5" name="object 21">
            <a:extLst>
              <a:ext uri="{FF2B5EF4-FFF2-40B4-BE49-F238E27FC236}">
                <a16:creationId xmlns:a16="http://schemas.microsoft.com/office/drawing/2014/main" id="{F7A9EDDF-781A-0642-BC11-28E507BD1C60}"/>
              </a:ext>
            </a:extLst>
          </p:cNvPr>
          <p:cNvSpPr txBox="1">
            <a:spLocks/>
          </p:cNvSpPr>
          <p:nvPr/>
        </p:nvSpPr>
        <p:spPr>
          <a:xfrm>
            <a:off x="5296362" y="473441"/>
            <a:ext cx="2647129" cy="100001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>
            <a:lvl1pPr>
              <a:defRPr sz="410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699">
              <a:spcBef>
                <a:spcPts val="120"/>
              </a:spcBef>
            </a:pPr>
            <a:r>
              <a:rPr lang="es-CO" sz="3199" kern="0" spc="-64" dirty="0"/>
              <a:t>Facultad</a:t>
            </a:r>
            <a:r>
              <a:rPr lang="es-CO" sz="3199" kern="0" spc="-236" dirty="0"/>
              <a:t> </a:t>
            </a:r>
            <a:r>
              <a:rPr lang="es-CO" sz="3199" kern="0" spc="-74" dirty="0"/>
              <a:t>de</a:t>
            </a:r>
          </a:p>
          <a:p>
            <a:pPr marL="12699">
              <a:spcBef>
                <a:spcPts val="30"/>
              </a:spcBef>
            </a:pPr>
            <a:r>
              <a:rPr lang="es-CO" sz="3199" b="1" kern="0" spc="-74" dirty="0"/>
              <a:t>Ingeniería</a:t>
            </a:r>
          </a:p>
        </p:txBody>
      </p:sp>
      <p:pic>
        <p:nvPicPr>
          <p:cNvPr id="26" name="Imagen 25" descr="Imagen que contiene dibujo&#10;&#10;Descripción generada automáticamente">
            <a:extLst>
              <a:ext uri="{FF2B5EF4-FFF2-40B4-BE49-F238E27FC236}">
                <a16:creationId xmlns:a16="http://schemas.microsoft.com/office/drawing/2014/main" id="{95DE3D98-7583-4744-AC08-96E3C8272D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162" y="299095"/>
            <a:ext cx="4072010" cy="1485733"/>
          </a:xfrm>
          <a:prstGeom prst="rect">
            <a:avLst/>
          </a:prstGeom>
        </p:spPr>
      </p:pic>
      <p:sp>
        <p:nvSpPr>
          <p:cNvPr id="8" name="object 2">
            <a:extLst>
              <a:ext uri="{FF2B5EF4-FFF2-40B4-BE49-F238E27FC236}">
                <a16:creationId xmlns:a16="http://schemas.microsoft.com/office/drawing/2014/main" id="{33A52694-0E6D-7BEE-9508-439FE73D46A0}"/>
              </a:ext>
            </a:extLst>
          </p:cNvPr>
          <p:cNvSpPr txBox="1"/>
          <p:nvPr/>
        </p:nvSpPr>
        <p:spPr>
          <a:xfrm>
            <a:off x="4720386" y="2577636"/>
            <a:ext cx="10663329" cy="1367938"/>
          </a:xfrm>
          <a:prstGeom prst="rect">
            <a:avLst/>
          </a:prstGeom>
        </p:spPr>
        <p:txBody>
          <a:bodyPr vert="horz" wrap="square" lIns="0" tIns="11429" rIns="0" bIns="0" rtlCol="0">
            <a:spAutoFit/>
          </a:bodyPr>
          <a:lstStyle/>
          <a:p>
            <a:pPr marL="12699" algn="ctr">
              <a:lnSpc>
                <a:spcPts val="11380"/>
              </a:lnSpc>
              <a:spcBef>
                <a:spcPts val="91"/>
              </a:spcBef>
            </a:pPr>
            <a:r>
              <a:rPr lang="es-MX" sz="8905" b="1" spc="-600" dirty="0">
                <a:solidFill>
                  <a:srgbClr val="1F3D6F"/>
                </a:solidFill>
                <a:latin typeface="Arial"/>
                <a:cs typeface="Arial"/>
              </a:rPr>
              <a:t>Componentes base</a:t>
            </a:r>
            <a:endParaRPr sz="8905" dirty="0">
              <a:latin typeface="Arial"/>
              <a:cs typeface="Arial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B8133D-B3CD-54DA-3DC4-1300037BDB5B}"/>
              </a:ext>
            </a:extLst>
          </p:cNvPr>
          <p:cNvSpPr txBox="1"/>
          <p:nvPr/>
        </p:nvSpPr>
        <p:spPr>
          <a:xfrm>
            <a:off x="1907084" y="4320795"/>
            <a:ext cx="15714396" cy="6029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71202" indent="-471202" algn="just">
              <a:buFont typeface="Wingdings" panose="05000000000000000000" pitchFamily="2" charset="2"/>
              <a:buChar char="q"/>
            </a:pPr>
            <a:r>
              <a:rPr lang="es-CO" sz="2968" dirty="0">
                <a:latin typeface="Arial" panose="020B0604020202020204" pitchFamily="34" charset="0"/>
                <a:cs typeface="Arial" panose="020B0604020202020204" pitchFamily="34" charset="0"/>
              </a:rPr>
              <a:t>Se impartirá la clase de manera presencial.</a:t>
            </a:r>
          </a:p>
          <a:p>
            <a:pPr marL="471202" indent="-471202" algn="just">
              <a:buFont typeface="Wingdings" panose="05000000000000000000" pitchFamily="2" charset="2"/>
              <a:buChar char="q"/>
            </a:pPr>
            <a:endParaRPr lang="es-CO" sz="2968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1202" indent="-471202" algn="just">
              <a:buFont typeface="Wingdings" panose="05000000000000000000" pitchFamily="2" charset="2"/>
              <a:buChar char="q"/>
            </a:pPr>
            <a:r>
              <a:rPr lang="es-CO" sz="2968" dirty="0">
                <a:latin typeface="Arial" panose="020B0604020202020204" pitchFamily="34" charset="0"/>
                <a:cs typeface="Arial" panose="020B0604020202020204" pitchFamily="34" charset="0"/>
              </a:rPr>
              <a:t>Quiero que hagan preguntas con la mayor libertad posible: este curso prospera en la interacción.</a:t>
            </a:r>
          </a:p>
          <a:p>
            <a:pPr marL="1225125" lvl="1" indent="-471202" algn="just">
              <a:buFont typeface="Wingdings" panose="05000000000000000000" pitchFamily="2" charset="2"/>
              <a:buChar char="Ø"/>
            </a:pPr>
            <a:r>
              <a:rPr lang="es-CO" sz="2968" b="1" i="1" dirty="0">
                <a:latin typeface="Arial" panose="020B0604020202020204" pitchFamily="34" charset="0"/>
                <a:cs typeface="Arial" panose="020B0604020202020204" pitchFamily="34" charset="0"/>
              </a:rPr>
              <a:t>Se torna aburrida de lo contrario.</a:t>
            </a:r>
          </a:p>
          <a:p>
            <a:pPr marL="1225125" lvl="1" indent="-471202" algn="just">
              <a:buFont typeface="Wingdings" panose="05000000000000000000" pitchFamily="2" charset="2"/>
              <a:buChar char="q"/>
            </a:pPr>
            <a:endParaRPr lang="es-CO" sz="2968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1202" indent="-471202" algn="just">
              <a:buFont typeface="Wingdings" panose="05000000000000000000" pitchFamily="2" charset="2"/>
              <a:buChar char="q"/>
            </a:pPr>
            <a:r>
              <a:rPr lang="es-CO" sz="2968" dirty="0">
                <a:latin typeface="Arial" panose="020B0604020202020204" pitchFamily="34" charset="0"/>
                <a:cs typeface="Arial" panose="020B0604020202020204" pitchFamily="34" charset="0"/>
              </a:rPr>
              <a:t>Es una clase en la cual se ponen a prueba todos los conocimientos adquiridos a la fecha en la carrera.</a:t>
            </a:r>
          </a:p>
          <a:p>
            <a:pPr marL="471202" indent="-471202" algn="just">
              <a:buFont typeface="Wingdings" panose="05000000000000000000" pitchFamily="2" charset="2"/>
              <a:buChar char="q"/>
            </a:pPr>
            <a:endParaRPr lang="es-CO" sz="2968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1202" indent="-471202" algn="just">
              <a:buFont typeface="Wingdings" panose="05000000000000000000" pitchFamily="2" charset="2"/>
              <a:buChar char="q"/>
            </a:pPr>
            <a:r>
              <a:rPr lang="es-CO" sz="2968" dirty="0">
                <a:latin typeface="Arial" panose="020B0604020202020204" pitchFamily="34" charset="0"/>
                <a:cs typeface="Arial" panose="020B0604020202020204" pitchFamily="34" charset="0"/>
              </a:rPr>
              <a:t>Materia de 3 créditos: 3 horas presenciales (48), 4 horas de estudio individual (64). Vamos a hacer valer sus créditos.</a:t>
            </a:r>
          </a:p>
          <a:p>
            <a:pPr marL="471202" indent="-471202" algn="just">
              <a:buFont typeface="Wingdings" panose="05000000000000000000" pitchFamily="2" charset="2"/>
              <a:buChar char="q"/>
            </a:pPr>
            <a:endParaRPr lang="es-CO" sz="2968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1202" indent="-471202" algn="just">
              <a:buFont typeface="Wingdings" panose="05000000000000000000" pitchFamily="2" charset="2"/>
              <a:buChar char="q"/>
            </a:pPr>
            <a:r>
              <a:rPr lang="es-CO" sz="2968" dirty="0">
                <a:latin typeface="Arial" panose="020B0604020202020204" pitchFamily="34" charset="0"/>
                <a:cs typeface="Arial" panose="020B0604020202020204" pitchFamily="34" charset="0"/>
              </a:rPr>
              <a:t>Se llamará lista todas las clases.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85566" y="9201491"/>
            <a:ext cx="10017829" cy="21066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3" name="object 3"/>
          <p:cNvSpPr/>
          <p:nvPr/>
        </p:nvSpPr>
        <p:spPr>
          <a:xfrm>
            <a:off x="18362880" y="10810305"/>
            <a:ext cx="1741048" cy="241919"/>
          </a:xfrm>
          <a:custGeom>
            <a:avLst/>
            <a:gdLst/>
            <a:ahLst/>
            <a:cxnLst/>
            <a:rect l="l" t="t" r="r" b="b"/>
            <a:pathLst>
              <a:path w="1741169" h="241934">
                <a:moveTo>
                  <a:pt x="1740636" y="0"/>
                </a:moveTo>
                <a:lnTo>
                  <a:pt x="0" y="0"/>
                </a:lnTo>
                <a:lnTo>
                  <a:pt x="31412" y="241634"/>
                </a:lnTo>
                <a:lnTo>
                  <a:pt x="1740636" y="241634"/>
                </a:lnTo>
                <a:lnTo>
                  <a:pt x="1740636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4" name="object 4"/>
          <p:cNvSpPr/>
          <p:nvPr/>
        </p:nvSpPr>
        <p:spPr>
          <a:xfrm>
            <a:off x="17842157" y="10745602"/>
            <a:ext cx="2261238" cy="5377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5" name="object 5"/>
          <p:cNvSpPr txBox="1"/>
          <p:nvPr/>
        </p:nvSpPr>
        <p:spPr>
          <a:xfrm>
            <a:off x="18634651" y="10791738"/>
            <a:ext cx="1421031" cy="228267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12699">
              <a:spcBef>
                <a:spcPts val="101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Edificio Ad</a:t>
            </a:r>
            <a:r>
              <a:rPr sz="1400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Portas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6693" y="9207032"/>
            <a:ext cx="10509148" cy="2101703"/>
          </a:xfrm>
          <a:custGeom>
            <a:avLst/>
            <a:gdLst/>
            <a:ahLst/>
            <a:cxnLst/>
            <a:rect l="l" t="t" r="r" b="b"/>
            <a:pathLst>
              <a:path w="10509885" h="2101850">
                <a:moveTo>
                  <a:pt x="10170370" y="0"/>
                </a:moveTo>
                <a:lnTo>
                  <a:pt x="0" y="8313"/>
                </a:lnTo>
                <a:lnTo>
                  <a:pt x="0" y="2101276"/>
                </a:lnTo>
                <a:lnTo>
                  <a:pt x="10509303" y="2101276"/>
                </a:lnTo>
                <a:lnTo>
                  <a:pt x="10170370" y="0"/>
                </a:lnTo>
                <a:close/>
              </a:path>
            </a:pathLst>
          </a:custGeom>
          <a:solidFill>
            <a:srgbClr val="834E3E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7" name="object 7"/>
          <p:cNvSpPr/>
          <p:nvPr/>
        </p:nvSpPr>
        <p:spPr>
          <a:xfrm>
            <a:off x="706" y="9207041"/>
            <a:ext cx="10327452" cy="210111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1" name="object 21"/>
          <p:cNvSpPr/>
          <p:nvPr/>
        </p:nvSpPr>
        <p:spPr>
          <a:xfrm>
            <a:off x="4931228" y="9539472"/>
            <a:ext cx="0" cy="1393093"/>
          </a:xfrm>
          <a:custGeom>
            <a:avLst/>
            <a:gdLst/>
            <a:ahLst/>
            <a:cxnLst/>
            <a:rect l="l" t="t" r="r" b="b"/>
            <a:pathLst>
              <a:path h="1393190">
                <a:moveTo>
                  <a:pt x="0" y="0"/>
                </a:moveTo>
                <a:lnTo>
                  <a:pt x="0" y="139317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5" name="object 22">
            <a:extLst>
              <a:ext uri="{FF2B5EF4-FFF2-40B4-BE49-F238E27FC236}">
                <a16:creationId xmlns:a16="http://schemas.microsoft.com/office/drawing/2014/main" id="{943DEC0D-DE0A-4A46-9B05-FF7697DB1C55}"/>
              </a:ext>
            </a:extLst>
          </p:cNvPr>
          <p:cNvSpPr txBox="1">
            <a:spLocks/>
          </p:cNvSpPr>
          <p:nvPr/>
        </p:nvSpPr>
        <p:spPr>
          <a:xfrm>
            <a:off x="5271471" y="9692993"/>
            <a:ext cx="2647129" cy="100001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>
            <a:lvl1pPr>
              <a:defRPr sz="410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699">
              <a:spcBef>
                <a:spcPts val="120"/>
              </a:spcBef>
            </a:pPr>
            <a:r>
              <a:rPr lang="es-CO" sz="3199" kern="0" spc="-64" dirty="0"/>
              <a:t>Facultad</a:t>
            </a:r>
            <a:r>
              <a:rPr lang="es-CO" sz="3199" kern="0" spc="-236" dirty="0"/>
              <a:t> </a:t>
            </a:r>
            <a:r>
              <a:rPr lang="es-CO" sz="3199" kern="0" spc="-74" dirty="0"/>
              <a:t>de</a:t>
            </a:r>
          </a:p>
          <a:p>
            <a:pPr marL="12699">
              <a:spcBef>
                <a:spcPts val="30"/>
              </a:spcBef>
            </a:pPr>
            <a:r>
              <a:rPr lang="es-CO" sz="3199" b="1" kern="0" spc="-74" dirty="0"/>
              <a:t>Ingeniería</a:t>
            </a:r>
          </a:p>
        </p:txBody>
      </p:sp>
      <p:pic>
        <p:nvPicPr>
          <p:cNvPr id="26" name="Imagen 25" descr="Imagen que contiene dibujo&#10;&#10;Descripción generada automáticamente">
            <a:extLst>
              <a:ext uri="{FF2B5EF4-FFF2-40B4-BE49-F238E27FC236}">
                <a16:creationId xmlns:a16="http://schemas.microsoft.com/office/drawing/2014/main" id="{678A3088-C458-2A4E-AF9A-D40FBDBFB5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129" y="9515041"/>
            <a:ext cx="4072010" cy="1485733"/>
          </a:xfrm>
          <a:prstGeom prst="rect">
            <a:avLst/>
          </a:prstGeom>
        </p:spPr>
      </p:pic>
      <p:sp>
        <p:nvSpPr>
          <p:cNvPr id="8" name="object 2">
            <a:extLst>
              <a:ext uri="{FF2B5EF4-FFF2-40B4-BE49-F238E27FC236}">
                <a16:creationId xmlns:a16="http://schemas.microsoft.com/office/drawing/2014/main" id="{43AB09D9-B080-55BA-BD8A-1152F5B74F30}"/>
              </a:ext>
            </a:extLst>
          </p:cNvPr>
          <p:cNvSpPr txBox="1"/>
          <p:nvPr/>
        </p:nvSpPr>
        <p:spPr>
          <a:xfrm>
            <a:off x="2661057" y="1185777"/>
            <a:ext cx="14781985" cy="983217"/>
          </a:xfrm>
          <a:prstGeom prst="rect">
            <a:avLst/>
          </a:prstGeom>
        </p:spPr>
        <p:txBody>
          <a:bodyPr vert="horz" wrap="square" lIns="0" tIns="11429" rIns="0" bIns="0" rtlCol="0">
            <a:spAutoFit/>
          </a:bodyPr>
          <a:lstStyle/>
          <a:p>
            <a:pPr marL="68577" algn="ctr">
              <a:lnSpc>
                <a:spcPts val="7419"/>
              </a:lnSpc>
            </a:pPr>
            <a:r>
              <a:rPr lang="es-MX" sz="8905" b="1" spc="-600" dirty="0">
                <a:solidFill>
                  <a:srgbClr val="1F3D6F"/>
                </a:solidFill>
                <a:latin typeface="Arial"/>
                <a:cs typeface="Arial"/>
              </a:rPr>
              <a:t>Recomendaciones de clase</a:t>
            </a:r>
            <a:endParaRPr sz="8905" b="1" spc="-600" dirty="0">
              <a:solidFill>
                <a:srgbClr val="1F3D6F"/>
              </a:solidFill>
              <a:latin typeface="Arial"/>
              <a:cs typeface="Arial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36C5DA4-37B0-35A0-D126-A621BED93AC5}"/>
              </a:ext>
            </a:extLst>
          </p:cNvPr>
          <p:cNvSpPr txBox="1"/>
          <p:nvPr/>
        </p:nvSpPr>
        <p:spPr>
          <a:xfrm>
            <a:off x="2749741" y="3571193"/>
            <a:ext cx="14604616" cy="3746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71202" indent="-471202">
              <a:buFont typeface="Wingdings" panose="05000000000000000000" pitchFamily="2" charset="2"/>
              <a:buChar char="q"/>
            </a:pPr>
            <a:r>
              <a:rPr lang="es-CO" sz="2968" dirty="0">
                <a:latin typeface="Arial" panose="020B0604020202020204" pitchFamily="34" charset="0"/>
                <a:cs typeface="Arial" panose="020B0604020202020204" pitchFamily="34" charset="0"/>
              </a:rPr>
              <a:t>Puntualidad</a:t>
            </a:r>
          </a:p>
          <a:p>
            <a:pPr marL="471202" indent="-471202">
              <a:buFont typeface="Wingdings" panose="05000000000000000000" pitchFamily="2" charset="2"/>
              <a:buChar char="q"/>
            </a:pPr>
            <a:endParaRPr lang="es-CO" sz="2968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1202" indent="-471202">
              <a:buFont typeface="Wingdings" panose="05000000000000000000" pitchFamily="2" charset="2"/>
              <a:buChar char="q"/>
            </a:pPr>
            <a:r>
              <a:rPr lang="es-CO" sz="2968" dirty="0">
                <a:latin typeface="Arial" panose="020B0604020202020204" pitchFamily="34" charset="0"/>
                <a:cs typeface="Arial" panose="020B0604020202020204" pitchFamily="34" charset="0"/>
              </a:rPr>
              <a:t>De manera presencial. </a:t>
            </a:r>
          </a:p>
          <a:p>
            <a:pPr marL="471202" indent="-471202">
              <a:buFont typeface="Wingdings" panose="05000000000000000000" pitchFamily="2" charset="2"/>
              <a:buChar char="q"/>
            </a:pPr>
            <a:endParaRPr lang="es-CO" sz="2968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1202" indent="-471202">
              <a:buFont typeface="Wingdings" panose="05000000000000000000" pitchFamily="2" charset="2"/>
              <a:buChar char="q"/>
            </a:pPr>
            <a:r>
              <a:rPr lang="es-CO" sz="2968" dirty="0">
                <a:latin typeface="Arial" panose="020B0604020202020204" pitchFamily="34" charset="0"/>
                <a:cs typeface="Arial" panose="020B0604020202020204" pitchFamily="34" charset="0"/>
              </a:rPr>
              <a:t>Inasistencias justificadas mediante respectivo soporte. </a:t>
            </a:r>
          </a:p>
          <a:p>
            <a:pPr marL="471202" indent="-471202">
              <a:buFont typeface="Wingdings" panose="05000000000000000000" pitchFamily="2" charset="2"/>
              <a:buChar char="q"/>
            </a:pPr>
            <a:endParaRPr lang="es-CO" sz="2968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1202" indent="-471202">
              <a:buFont typeface="Wingdings" panose="05000000000000000000" pitchFamily="2" charset="2"/>
              <a:buChar char="q"/>
            </a:pPr>
            <a:r>
              <a:rPr lang="es-ES" sz="2968" dirty="0">
                <a:latin typeface="Arial" panose="020B0604020202020204" pitchFamily="34" charset="0"/>
                <a:cs typeface="Arial" panose="020B0604020202020204" pitchFamily="34" charset="0"/>
              </a:rPr>
              <a:t>Comunicación oportuna, si se le presenta algún problema avisar lo más pronto al profesor, </a:t>
            </a:r>
            <a:r>
              <a:rPr lang="es-ES" sz="2968" b="1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lang="es-ES" sz="2968" dirty="0">
                <a:latin typeface="Arial" panose="020B0604020202020204" pitchFamily="34" charset="0"/>
                <a:cs typeface="Arial" panose="020B0604020202020204" pitchFamily="34" charset="0"/>
              </a:rPr>
              <a:t> a la semana, </a:t>
            </a:r>
            <a:r>
              <a:rPr lang="es-ES" sz="2968" b="1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lang="es-ES" sz="2968" dirty="0">
                <a:latin typeface="Arial" panose="020B0604020202020204" pitchFamily="34" charset="0"/>
                <a:cs typeface="Arial" panose="020B0604020202020204" pitchFamily="34" charset="0"/>
              </a:rPr>
              <a:t> al mes. Sugiero asistir a los parciales.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04288" y="9176342"/>
            <a:ext cx="10199096" cy="21318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3" name="object 3"/>
          <p:cNvSpPr/>
          <p:nvPr/>
        </p:nvSpPr>
        <p:spPr>
          <a:xfrm>
            <a:off x="18963885" y="10780114"/>
            <a:ext cx="1132125" cy="241919"/>
          </a:xfrm>
          <a:custGeom>
            <a:avLst/>
            <a:gdLst/>
            <a:ahLst/>
            <a:cxnLst/>
            <a:rect l="l" t="t" r="r" b="b"/>
            <a:pathLst>
              <a:path w="1132205" h="241934">
                <a:moveTo>
                  <a:pt x="1131965" y="0"/>
                </a:moveTo>
                <a:lnTo>
                  <a:pt x="0" y="0"/>
                </a:lnTo>
                <a:lnTo>
                  <a:pt x="31412" y="241636"/>
                </a:lnTo>
                <a:lnTo>
                  <a:pt x="1131965" y="241636"/>
                </a:lnTo>
                <a:lnTo>
                  <a:pt x="1131965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4" name="object 4"/>
          <p:cNvSpPr/>
          <p:nvPr/>
        </p:nvSpPr>
        <p:spPr>
          <a:xfrm>
            <a:off x="17733791" y="10713380"/>
            <a:ext cx="2369604" cy="5402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5" name="object 5"/>
          <p:cNvSpPr txBox="1"/>
          <p:nvPr/>
        </p:nvSpPr>
        <p:spPr>
          <a:xfrm>
            <a:off x="19177475" y="10761544"/>
            <a:ext cx="767661" cy="228267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12699">
              <a:spcBef>
                <a:spcPts val="101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Edificio</a:t>
            </a:r>
            <a:r>
              <a:rPr sz="1400" spc="-7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909" y="9184011"/>
            <a:ext cx="10510418" cy="2119482"/>
          </a:xfrm>
          <a:custGeom>
            <a:avLst/>
            <a:gdLst/>
            <a:ahLst/>
            <a:cxnLst/>
            <a:rect l="l" t="t" r="r" b="b"/>
            <a:pathLst>
              <a:path w="10511155" h="2119629">
                <a:moveTo>
                  <a:pt x="10170370" y="0"/>
                </a:moveTo>
                <a:lnTo>
                  <a:pt x="0" y="8313"/>
                </a:lnTo>
                <a:lnTo>
                  <a:pt x="0" y="2119150"/>
                </a:lnTo>
                <a:lnTo>
                  <a:pt x="10510842" y="2110825"/>
                </a:lnTo>
                <a:lnTo>
                  <a:pt x="10170370" y="0"/>
                </a:lnTo>
                <a:close/>
              </a:path>
            </a:pathLst>
          </a:custGeom>
          <a:solidFill>
            <a:srgbClr val="834E3E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7" name="object 7"/>
          <p:cNvSpPr/>
          <p:nvPr/>
        </p:nvSpPr>
        <p:spPr>
          <a:xfrm>
            <a:off x="706" y="9184016"/>
            <a:ext cx="10333220" cy="212414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1" name="object 21"/>
          <p:cNvSpPr/>
          <p:nvPr/>
        </p:nvSpPr>
        <p:spPr>
          <a:xfrm>
            <a:off x="4933428" y="9516455"/>
            <a:ext cx="0" cy="1393093"/>
          </a:xfrm>
          <a:custGeom>
            <a:avLst/>
            <a:gdLst/>
            <a:ahLst/>
            <a:cxnLst/>
            <a:rect l="l" t="t" r="r" b="b"/>
            <a:pathLst>
              <a:path h="1393190">
                <a:moveTo>
                  <a:pt x="0" y="0"/>
                </a:moveTo>
                <a:lnTo>
                  <a:pt x="0" y="139318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5" name="object 22">
            <a:extLst>
              <a:ext uri="{FF2B5EF4-FFF2-40B4-BE49-F238E27FC236}">
                <a16:creationId xmlns:a16="http://schemas.microsoft.com/office/drawing/2014/main" id="{B88CA7F0-96F4-0D43-A84F-AB0AC7628A71}"/>
              </a:ext>
            </a:extLst>
          </p:cNvPr>
          <p:cNvSpPr txBox="1">
            <a:spLocks/>
          </p:cNvSpPr>
          <p:nvPr/>
        </p:nvSpPr>
        <p:spPr>
          <a:xfrm>
            <a:off x="5271471" y="9692993"/>
            <a:ext cx="2647129" cy="100001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>
            <a:lvl1pPr>
              <a:defRPr sz="410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699">
              <a:spcBef>
                <a:spcPts val="120"/>
              </a:spcBef>
            </a:pPr>
            <a:r>
              <a:rPr lang="es-CO" sz="3199" kern="0" spc="-64" dirty="0"/>
              <a:t>Facultad</a:t>
            </a:r>
            <a:r>
              <a:rPr lang="es-CO" sz="3199" kern="0" spc="-236" dirty="0"/>
              <a:t> </a:t>
            </a:r>
            <a:r>
              <a:rPr lang="es-CO" sz="3199" kern="0" spc="-74" dirty="0"/>
              <a:t>de</a:t>
            </a:r>
          </a:p>
          <a:p>
            <a:pPr marL="12699">
              <a:spcBef>
                <a:spcPts val="30"/>
              </a:spcBef>
            </a:pPr>
            <a:r>
              <a:rPr lang="es-CO" sz="3199" b="1" kern="0" spc="-74" dirty="0"/>
              <a:t>Ingeniería</a:t>
            </a:r>
          </a:p>
        </p:txBody>
      </p:sp>
      <p:pic>
        <p:nvPicPr>
          <p:cNvPr id="26" name="Imagen 25" descr="Imagen que contiene dibujo&#10;&#10;Descripción generada automáticamente">
            <a:extLst>
              <a:ext uri="{FF2B5EF4-FFF2-40B4-BE49-F238E27FC236}">
                <a16:creationId xmlns:a16="http://schemas.microsoft.com/office/drawing/2014/main" id="{E1ED7109-374A-E149-BB51-A8CFFD4664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129" y="9515041"/>
            <a:ext cx="4072010" cy="1485733"/>
          </a:xfrm>
          <a:prstGeom prst="rect">
            <a:avLst/>
          </a:prstGeom>
        </p:spPr>
      </p:pic>
      <p:sp>
        <p:nvSpPr>
          <p:cNvPr id="8" name="object 2">
            <a:extLst>
              <a:ext uri="{FF2B5EF4-FFF2-40B4-BE49-F238E27FC236}">
                <a16:creationId xmlns:a16="http://schemas.microsoft.com/office/drawing/2014/main" id="{A9D41C25-C838-7C1C-E53C-2AAB0E5EEAF7}"/>
              </a:ext>
            </a:extLst>
          </p:cNvPr>
          <p:cNvSpPr txBox="1"/>
          <p:nvPr/>
        </p:nvSpPr>
        <p:spPr>
          <a:xfrm>
            <a:off x="3861656" y="1205775"/>
            <a:ext cx="12380788" cy="960518"/>
          </a:xfrm>
          <a:prstGeom prst="rect">
            <a:avLst/>
          </a:prstGeom>
        </p:spPr>
        <p:txBody>
          <a:bodyPr vert="horz" wrap="square" lIns="0" tIns="11429" rIns="0" bIns="0" rtlCol="0">
            <a:spAutoFit/>
          </a:bodyPr>
          <a:lstStyle/>
          <a:p>
            <a:pPr marL="68577" algn="ctr">
              <a:lnSpc>
                <a:spcPts val="7419"/>
              </a:lnSpc>
            </a:pPr>
            <a:r>
              <a:rPr lang="es-MX" sz="7915" b="1" spc="-600" dirty="0">
                <a:solidFill>
                  <a:srgbClr val="1F3D6F"/>
                </a:solidFill>
                <a:latin typeface="Arial"/>
                <a:cs typeface="Arial"/>
              </a:rPr>
              <a:t>Recomendaciones de clase</a:t>
            </a:r>
            <a:endParaRPr sz="7915" b="1" spc="-600" dirty="0">
              <a:solidFill>
                <a:srgbClr val="1F3D6F"/>
              </a:solidFill>
              <a:latin typeface="Arial"/>
              <a:cs typeface="Arial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6065769-34E7-8C80-6293-FF8167281189}"/>
              </a:ext>
            </a:extLst>
          </p:cNvPr>
          <p:cNvSpPr txBox="1"/>
          <p:nvPr/>
        </p:nvSpPr>
        <p:spPr>
          <a:xfrm>
            <a:off x="3809201" y="3849963"/>
            <a:ext cx="6095087" cy="2375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71202" indent="-471202">
              <a:buFont typeface="Wingdings" panose="05000000000000000000" pitchFamily="2" charset="2"/>
              <a:buChar char="q"/>
            </a:pPr>
            <a:r>
              <a:rPr lang="es-CO" sz="2968" dirty="0">
                <a:latin typeface="Arial" panose="020B0604020202020204" pitchFamily="34" charset="0"/>
                <a:cs typeface="Arial" panose="020B0604020202020204" pitchFamily="34" charset="0"/>
              </a:rPr>
              <a:t>Respeto a sus compañeros.</a:t>
            </a:r>
          </a:p>
          <a:p>
            <a:pPr marL="471202" indent="-471202">
              <a:buFont typeface="Wingdings" panose="05000000000000000000" pitchFamily="2" charset="2"/>
              <a:buChar char="q"/>
            </a:pPr>
            <a:endParaRPr lang="es-CO" sz="2968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1202" indent="-471202">
              <a:buFont typeface="Wingdings" panose="05000000000000000000" pitchFamily="2" charset="2"/>
              <a:buChar char="q"/>
            </a:pPr>
            <a:r>
              <a:rPr lang="es-CO" sz="2968" dirty="0">
                <a:latin typeface="Arial" panose="020B0604020202020204" pitchFamily="34" charset="0"/>
                <a:cs typeface="Arial" panose="020B0604020202020204" pitchFamily="34" charset="0"/>
              </a:rPr>
              <a:t>Respeto al profesor.</a:t>
            </a:r>
          </a:p>
          <a:p>
            <a:pPr marL="471202" indent="-471202">
              <a:buFont typeface="Wingdings" panose="05000000000000000000" pitchFamily="2" charset="2"/>
              <a:buChar char="q"/>
            </a:pPr>
            <a:endParaRPr lang="es-CO" sz="2968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1202" indent="-471202">
              <a:buFont typeface="Wingdings" panose="05000000000000000000" pitchFamily="2" charset="2"/>
              <a:buChar char="q"/>
            </a:pPr>
            <a:r>
              <a:rPr lang="es-CO" sz="2968" dirty="0">
                <a:latin typeface="Arial" panose="020B0604020202020204" pitchFamily="34" charset="0"/>
                <a:cs typeface="Arial" panose="020B0604020202020204" pitchFamily="34" charset="0"/>
              </a:rPr>
              <a:t>Comunicación oportuna.</a:t>
            </a:r>
          </a:p>
        </p:txBody>
      </p:sp>
      <p:pic>
        <p:nvPicPr>
          <p:cNvPr id="11" name="Gráfico 10" descr="Brindis con relleno sólido">
            <a:extLst>
              <a:ext uri="{FF2B5EF4-FFF2-40B4-BE49-F238E27FC236}">
                <a16:creationId xmlns:a16="http://schemas.microsoft.com/office/drawing/2014/main" id="{5A5F25D0-95AD-BB02-7E4A-AAB8F9F842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902071" y="3341534"/>
            <a:ext cx="3392828" cy="33928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172518" y="2271"/>
            <a:ext cx="9930875" cy="21356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3" name="object 3"/>
          <p:cNvSpPr/>
          <p:nvPr/>
        </p:nvSpPr>
        <p:spPr>
          <a:xfrm>
            <a:off x="17754423" y="1483735"/>
            <a:ext cx="2348972" cy="5377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4" name="object 4"/>
          <p:cNvSpPr txBox="1"/>
          <p:nvPr/>
        </p:nvSpPr>
        <p:spPr>
          <a:xfrm>
            <a:off x="18021928" y="1529546"/>
            <a:ext cx="1944869" cy="228267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12699">
              <a:spcBef>
                <a:spcPts val="101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Ecosistema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1400" spc="-6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Campus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800" y="2272"/>
            <a:ext cx="10510418" cy="2105512"/>
          </a:xfrm>
          <a:custGeom>
            <a:avLst/>
            <a:gdLst/>
            <a:ahLst/>
            <a:cxnLst/>
            <a:rect l="l" t="t" r="r" b="b"/>
            <a:pathLst>
              <a:path w="10511155" h="2105660">
                <a:moveTo>
                  <a:pt x="10172559" y="0"/>
                </a:moveTo>
                <a:lnTo>
                  <a:pt x="0" y="0"/>
                </a:lnTo>
                <a:lnTo>
                  <a:pt x="0" y="2105653"/>
                </a:lnTo>
                <a:lnTo>
                  <a:pt x="10510842" y="2097328"/>
                </a:lnTo>
                <a:lnTo>
                  <a:pt x="10172559" y="0"/>
                </a:lnTo>
                <a:close/>
              </a:path>
            </a:pathLst>
          </a:custGeom>
          <a:solidFill>
            <a:srgbClr val="834E3E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6" name="object 6"/>
          <p:cNvSpPr/>
          <p:nvPr/>
        </p:nvSpPr>
        <p:spPr>
          <a:xfrm>
            <a:off x="706" y="2271"/>
            <a:ext cx="10323976" cy="213560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0" name="object 20"/>
          <p:cNvSpPr/>
          <p:nvPr/>
        </p:nvSpPr>
        <p:spPr>
          <a:xfrm>
            <a:off x="4920332" y="321218"/>
            <a:ext cx="0" cy="1393093"/>
          </a:xfrm>
          <a:custGeom>
            <a:avLst/>
            <a:gdLst/>
            <a:ahLst/>
            <a:cxnLst/>
            <a:rect l="l" t="t" r="r" b="b"/>
            <a:pathLst>
              <a:path h="1393189">
                <a:moveTo>
                  <a:pt x="0" y="0"/>
                </a:moveTo>
                <a:lnTo>
                  <a:pt x="0" y="139318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5" name="object 21">
            <a:extLst>
              <a:ext uri="{FF2B5EF4-FFF2-40B4-BE49-F238E27FC236}">
                <a16:creationId xmlns:a16="http://schemas.microsoft.com/office/drawing/2014/main" id="{F2D2D578-DC05-8B4C-AA48-2856CB580F11}"/>
              </a:ext>
            </a:extLst>
          </p:cNvPr>
          <p:cNvSpPr txBox="1">
            <a:spLocks/>
          </p:cNvSpPr>
          <p:nvPr/>
        </p:nvSpPr>
        <p:spPr>
          <a:xfrm>
            <a:off x="5296362" y="473441"/>
            <a:ext cx="2647129" cy="100001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>
            <a:lvl1pPr>
              <a:defRPr sz="410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699">
              <a:spcBef>
                <a:spcPts val="120"/>
              </a:spcBef>
            </a:pPr>
            <a:r>
              <a:rPr lang="es-CO" sz="3199" kern="0" spc="-64" dirty="0"/>
              <a:t>Facultad</a:t>
            </a:r>
            <a:r>
              <a:rPr lang="es-CO" sz="3199" kern="0" spc="-236" dirty="0"/>
              <a:t> </a:t>
            </a:r>
            <a:r>
              <a:rPr lang="es-CO" sz="3199" kern="0" spc="-74" dirty="0"/>
              <a:t>de</a:t>
            </a:r>
          </a:p>
          <a:p>
            <a:pPr marL="12699">
              <a:spcBef>
                <a:spcPts val="30"/>
              </a:spcBef>
            </a:pPr>
            <a:r>
              <a:rPr lang="es-CO" sz="3199" b="1" kern="0" spc="-74" dirty="0"/>
              <a:t>Ingeniería</a:t>
            </a:r>
          </a:p>
        </p:txBody>
      </p:sp>
      <p:pic>
        <p:nvPicPr>
          <p:cNvPr id="23" name="Imagen 22" descr="Imagen que contiene dibujo&#10;&#10;Descripción generada automáticamente">
            <a:extLst>
              <a:ext uri="{FF2B5EF4-FFF2-40B4-BE49-F238E27FC236}">
                <a16:creationId xmlns:a16="http://schemas.microsoft.com/office/drawing/2014/main" id="{1026B2AB-F956-E74D-B2D7-0198767CFC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43" y="327208"/>
            <a:ext cx="4072010" cy="1485733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B0833FB0-887C-3CFE-14D6-793E296F3BE1}"/>
              </a:ext>
            </a:extLst>
          </p:cNvPr>
          <p:cNvSpPr txBox="1"/>
          <p:nvPr/>
        </p:nvSpPr>
        <p:spPr>
          <a:xfrm>
            <a:off x="3870450" y="2284110"/>
            <a:ext cx="12363200" cy="1318180"/>
          </a:xfrm>
          <a:prstGeom prst="rect">
            <a:avLst/>
          </a:prstGeom>
        </p:spPr>
        <p:txBody>
          <a:bodyPr vert="horz" wrap="square" lIns="0" tIns="11429" rIns="0" bIns="0" rtlCol="0">
            <a:spAutoFit/>
          </a:bodyPr>
          <a:lstStyle/>
          <a:p>
            <a:pPr marL="12699" algn="ctr">
              <a:lnSpc>
                <a:spcPts val="11380"/>
              </a:lnSpc>
              <a:spcBef>
                <a:spcPts val="91"/>
              </a:spcBef>
            </a:pPr>
            <a:r>
              <a:rPr lang="es-MX" sz="6000" b="1" spc="-600" dirty="0">
                <a:solidFill>
                  <a:srgbClr val="1F3D6F"/>
                </a:solidFill>
                <a:latin typeface="Arial"/>
                <a:cs typeface="Arial"/>
              </a:rPr>
              <a:t>Distribución de Notas por Cortes</a:t>
            </a:r>
            <a:endParaRPr sz="6000" dirty="0">
              <a:latin typeface="Arial"/>
              <a:cs typeface="Arial"/>
            </a:endParaRPr>
          </a:p>
        </p:txBody>
      </p:sp>
      <p:sp>
        <p:nvSpPr>
          <p:cNvPr id="8" name="Google Shape;353;p12">
            <a:extLst>
              <a:ext uri="{FF2B5EF4-FFF2-40B4-BE49-F238E27FC236}">
                <a16:creationId xmlns:a16="http://schemas.microsoft.com/office/drawing/2014/main" id="{126C9847-2018-230E-E48F-B859694BCD40}"/>
              </a:ext>
            </a:extLst>
          </p:cNvPr>
          <p:cNvSpPr txBox="1"/>
          <p:nvPr/>
        </p:nvSpPr>
        <p:spPr>
          <a:xfrm>
            <a:off x="1911910" y="5883275"/>
            <a:ext cx="391707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O" sz="3200" b="1" dirty="0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Corte 1 : 30 %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s-CO" sz="32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QTT</a:t>
            </a:r>
            <a:r>
              <a:rPr lang="es-CO" sz="3200" b="0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1</a:t>
            </a:r>
            <a:r>
              <a:rPr lang="es-CO" sz="32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s-CO" sz="3200" b="0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%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s-CO" sz="3200" b="0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Proyecto 15 %</a:t>
            </a:r>
            <a:endParaRPr sz="3200" b="0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Google Shape;354;p12">
            <a:extLst>
              <a:ext uri="{FF2B5EF4-FFF2-40B4-BE49-F238E27FC236}">
                <a16:creationId xmlns:a16="http://schemas.microsoft.com/office/drawing/2014/main" id="{31C7B3C3-A6B4-3DDC-0726-3DC952219DDC}"/>
              </a:ext>
            </a:extLst>
          </p:cNvPr>
          <p:cNvSpPr txBox="1"/>
          <p:nvPr/>
        </p:nvSpPr>
        <p:spPr>
          <a:xfrm>
            <a:off x="8093510" y="5883275"/>
            <a:ext cx="391707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O" sz="3200" b="1" dirty="0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Corte 2 : 30 %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s-CO" sz="32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QTT</a:t>
            </a:r>
            <a:r>
              <a:rPr lang="es-CO" sz="3200" b="0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1</a:t>
            </a:r>
            <a:r>
              <a:rPr lang="es-CO" sz="32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s-CO" sz="3200" b="0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%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s-CO" sz="3200" b="0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Proyecto 15 %</a:t>
            </a:r>
            <a:endParaRPr sz="3200" b="0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10" name="Google Shape;355;p12">
            <a:extLst>
              <a:ext uri="{FF2B5EF4-FFF2-40B4-BE49-F238E27FC236}">
                <a16:creationId xmlns:a16="http://schemas.microsoft.com/office/drawing/2014/main" id="{0428CE59-0963-399E-E558-04911E09E4EA}"/>
              </a:ext>
            </a:extLst>
          </p:cNvPr>
          <p:cNvSpPr txBox="1"/>
          <p:nvPr/>
        </p:nvSpPr>
        <p:spPr>
          <a:xfrm>
            <a:off x="14275111" y="5868670"/>
            <a:ext cx="391707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O" sz="3200" b="1" dirty="0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Corte 3 : 40 %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s-CO" sz="3200" dirty="0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QTT</a:t>
            </a:r>
            <a:r>
              <a:rPr lang="es-CO" sz="3200" b="0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15 %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s-CO" sz="3200" b="0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Proyecto </a:t>
            </a:r>
            <a:r>
              <a:rPr lang="es-CO" sz="32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</a:t>
            </a:r>
            <a:r>
              <a:rPr lang="es-CO" sz="3200" b="0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%</a:t>
            </a:r>
            <a:endParaRPr sz="3200" b="0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66950" y="398"/>
            <a:ext cx="10336443" cy="21087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3" name="object 3"/>
          <p:cNvSpPr/>
          <p:nvPr/>
        </p:nvSpPr>
        <p:spPr>
          <a:xfrm>
            <a:off x="16480933" y="1547172"/>
            <a:ext cx="3623055" cy="241919"/>
          </a:xfrm>
          <a:custGeom>
            <a:avLst/>
            <a:gdLst/>
            <a:ahLst/>
            <a:cxnLst/>
            <a:rect l="l" t="t" r="r" b="b"/>
            <a:pathLst>
              <a:path w="3623309" h="241935">
                <a:moveTo>
                  <a:pt x="3622716" y="0"/>
                </a:moveTo>
                <a:lnTo>
                  <a:pt x="0" y="0"/>
                </a:lnTo>
                <a:lnTo>
                  <a:pt x="0" y="270"/>
                </a:lnTo>
                <a:lnTo>
                  <a:pt x="31377" y="241632"/>
                </a:lnTo>
                <a:lnTo>
                  <a:pt x="3622716" y="241632"/>
                </a:lnTo>
                <a:lnTo>
                  <a:pt x="3622716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4" name="object 4"/>
          <p:cNvSpPr/>
          <p:nvPr/>
        </p:nvSpPr>
        <p:spPr>
          <a:xfrm>
            <a:off x="16070606" y="1481224"/>
            <a:ext cx="4032788" cy="5402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5" name="object 5"/>
          <p:cNvSpPr txBox="1"/>
          <p:nvPr/>
        </p:nvSpPr>
        <p:spPr>
          <a:xfrm>
            <a:off x="16735146" y="1528611"/>
            <a:ext cx="3231289" cy="228267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12699">
              <a:spcBef>
                <a:spcPts val="101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Zonas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de estudio,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Plaza San José</a:t>
            </a:r>
            <a:r>
              <a:rPr sz="1400" spc="-4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María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127" y="398"/>
            <a:ext cx="10510418" cy="2109323"/>
          </a:xfrm>
          <a:custGeom>
            <a:avLst/>
            <a:gdLst/>
            <a:ahLst/>
            <a:cxnLst/>
            <a:rect l="l" t="t" r="r" b="b"/>
            <a:pathLst>
              <a:path w="10511155" h="2109470">
                <a:moveTo>
                  <a:pt x="10171020" y="0"/>
                </a:moveTo>
                <a:lnTo>
                  <a:pt x="5252196" y="0"/>
                </a:lnTo>
                <a:lnTo>
                  <a:pt x="0" y="4293"/>
                </a:lnTo>
                <a:lnTo>
                  <a:pt x="0" y="2108920"/>
                </a:lnTo>
                <a:lnTo>
                  <a:pt x="7832546" y="2108920"/>
                </a:lnTo>
                <a:lnTo>
                  <a:pt x="10510842" y="2106804"/>
                </a:lnTo>
                <a:lnTo>
                  <a:pt x="10171020" y="0"/>
                </a:lnTo>
                <a:close/>
              </a:path>
            </a:pathLst>
          </a:custGeom>
          <a:solidFill>
            <a:srgbClr val="834E3E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7" name="object 7"/>
          <p:cNvSpPr/>
          <p:nvPr/>
        </p:nvSpPr>
        <p:spPr>
          <a:xfrm>
            <a:off x="707" y="398"/>
            <a:ext cx="10354685" cy="21087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1" name="object 21"/>
          <p:cNvSpPr/>
          <p:nvPr/>
        </p:nvSpPr>
        <p:spPr>
          <a:xfrm>
            <a:off x="4956648" y="328815"/>
            <a:ext cx="0" cy="1393093"/>
          </a:xfrm>
          <a:custGeom>
            <a:avLst/>
            <a:gdLst/>
            <a:ahLst/>
            <a:cxnLst/>
            <a:rect l="l" t="t" r="r" b="b"/>
            <a:pathLst>
              <a:path h="1393189">
                <a:moveTo>
                  <a:pt x="0" y="0"/>
                </a:moveTo>
                <a:lnTo>
                  <a:pt x="0" y="139318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5" name="object 21">
            <a:extLst>
              <a:ext uri="{FF2B5EF4-FFF2-40B4-BE49-F238E27FC236}">
                <a16:creationId xmlns:a16="http://schemas.microsoft.com/office/drawing/2014/main" id="{53A5E750-BAE3-C543-B246-B3428E222EE0}"/>
              </a:ext>
            </a:extLst>
          </p:cNvPr>
          <p:cNvSpPr txBox="1">
            <a:spLocks/>
          </p:cNvSpPr>
          <p:nvPr/>
        </p:nvSpPr>
        <p:spPr>
          <a:xfrm>
            <a:off x="5296362" y="473441"/>
            <a:ext cx="2647129" cy="100001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>
            <a:lvl1pPr>
              <a:defRPr sz="410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699">
              <a:spcBef>
                <a:spcPts val="120"/>
              </a:spcBef>
            </a:pPr>
            <a:r>
              <a:rPr lang="es-CO" sz="3199" kern="0" spc="-64" dirty="0"/>
              <a:t>Facultad</a:t>
            </a:r>
            <a:r>
              <a:rPr lang="es-CO" sz="3199" kern="0" spc="-236" dirty="0"/>
              <a:t> </a:t>
            </a:r>
            <a:r>
              <a:rPr lang="es-CO" sz="3199" kern="0" spc="-74" dirty="0"/>
              <a:t>de</a:t>
            </a:r>
          </a:p>
          <a:p>
            <a:pPr marL="12699">
              <a:spcBef>
                <a:spcPts val="30"/>
              </a:spcBef>
            </a:pPr>
            <a:r>
              <a:rPr lang="es-CO" sz="3199" b="1" kern="0" spc="-74" dirty="0"/>
              <a:t>Ingeniería</a:t>
            </a:r>
          </a:p>
        </p:txBody>
      </p:sp>
      <p:pic>
        <p:nvPicPr>
          <p:cNvPr id="26" name="Imagen 25" descr="Imagen que contiene dibujo&#10;&#10;Descripción generada automáticamente">
            <a:extLst>
              <a:ext uri="{FF2B5EF4-FFF2-40B4-BE49-F238E27FC236}">
                <a16:creationId xmlns:a16="http://schemas.microsoft.com/office/drawing/2014/main" id="{4F60986D-4F8A-7749-BF8D-DFDE628A29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493" y="338830"/>
            <a:ext cx="4072010" cy="1485733"/>
          </a:xfrm>
          <a:prstGeom prst="rect">
            <a:avLst/>
          </a:prstGeom>
        </p:spPr>
      </p:pic>
      <p:sp>
        <p:nvSpPr>
          <p:cNvPr id="8" name="object 2">
            <a:extLst>
              <a:ext uri="{FF2B5EF4-FFF2-40B4-BE49-F238E27FC236}">
                <a16:creationId xmlns:a16="http://schemas.microsoft.com/office/drawing/2014/main" id="{5265305C-ED01-774F-01B9-F6FE8259B3B4}"/>
              </a:ext>
            </a:extLst>
          </p:cNvPr>
          <p:cNvSpPr txBox="1"/>
          <p:nvPr/>
        </p:nvSpPr>
        <p:spPr>
          <a:xfrm>
            <a:off x="2498759" y="2842403"/>
            <a:ext cx="15106581" cy="960518"/>
          </a:xfrm>
          <a:prstGeom prst="rect">
            <a:avLst/>
          </a:prstGeom>
        </p:spPr>
        <p:txBody>
          <a:bodyPr vert="horz" wrap="square" lIns="0" tIns="11429" rIns="0" bIns="0" rtlCol="0">
            <a:spAutoFit/>
          </a:bodyPr>
          <a:lstStyle/>
          <a:p>
            <a:pPr marL="68577" algn="ctr">
              <a:lnSpc>
                <a:spcPts val="7419"/>
              </a:lnSpc>
            </a:pPr>
            <a:r>
              <a:rPr lang="es-MX" sz="7915" b="1" spc="-600" dirty="0">
                <a:solidFill>
                  <a:srgbClr val="1F3D6F"/>
                </a:solidFill>
                <a:latin typeface="Arial"/>
                <a:cs typeface="Arial"/>
              </a:rPr>
              <a:t>Recomendaciones entregas</a:t>
            </a:r>
            <a:endParaRPr sz="7915" b="1" spc="-600" dirty="0">
              <a:solidFill>
                <a:srgbClr val="1F3D6F"/>
              </a:solidFill>
              <a:latin typeface="Arial"/>
              <a:cs typeface="Arial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18CD9CEC-9007-6DB1-3B52-2545216B725F}"/>
              </a:ext>
            </a:extLst>
          </p:cNvPr>
          <p:cNvSpPr/>
          <p:nvPr/>
        </p:nvSpPr>
        <p:spPr>
          <a:xfrm>
            <a:off x="2371787" y="5423571"/>
            <a:ext cx="3448841" cy="489691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96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Sigan las instrucciones de entrega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6B90D32D-148C-EC54-2816-9E3B9A2870F2}"/>
              </a:ext>
            </a:extLst>
          </p:cNvPr>
          <p:cNvSpPr/>
          <p:nvPr/>
        </p:nvSpPr>
        <p:spPr>
          <a:xfrm>
            <a:off x="8358986" y="5423571"/>
            <a:ext cx="3448841" cy="489691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96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Todas las entregas se deben realizar en formato PDF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628E800B-6C08-AF29-FBB3-004B569FE115}"/>
              </a:ext>
            </a:extLst>
          </p:cNvPr>
          <p:cNvSpPr/>
          <p:nvPr/>
        </p:nvSpPr>
        <p:spPr>
          <a:xfrm>
            <a:off x="14346186" y="5423574"/>
            <a:ext cx="3448841" cy="489691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96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se admiten escritos a mano, no se admiten fotos.</a:t>
            </a:r>
          </a:p>
        </p:txBody>
      </p:sp>
      <p:pic>
        <p:nvPicPr>
          <p:cNvPr id="14" name="Gráfico 13" descr="Insignia 1 con relleno sólido">
            <a:extLst>
              <a:ext uri="{FF2B5EF4-FFF2-40B4-BE49-F238E27FC236}">
                <a16:creationId xmlns:a16="http://schemas.microsoft.com/office/drawing/2014/main" id="{46222BA9-F726-CBCB-D9C3-6C9C5E3BED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70530" y="4723720"/>
            <a:ext cx="1040160" cy="1040160"/>
          </a:xfrm>
          <a:prstGeom prst="rect">
            <a:avLst/>
          </a:prstGeom>
        </p:spPr>
      </p:pic>
      <p:pic>
        <p:nvPicPr>
          <p:cNvPr id="20" name="Gráfico 19" descr="Insignia con relleno sólido">
            <a:extLst>
              <a:ext uri="{FF2B5EF4-FFF2-40B4-BE49-F238E27FC236}">
                <a16:creationId xmlns:a16="http://schemas.microsoft.com/office/drawing/2014/main" id="{C53D788E-D222-1024-3023-4ECD32B2917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49863" y="4723720"/>
            <a:ext cx="985558" cy="985558"/>
          </a:xfrm>
          <a:prstGeom prst="rect">
            <a:avLst/>
          </a:prstGeom>
        </p:spPr>
      </p:pic>
      <p:pic>
        <p:nvPicPr>
          <p:cNvPr id="23" name="Gráfico 22" descr="Insignia 3 con relleno sólido">
            <a:extLst>
              <a:ext uri="{FF2B5EF4-FFF2-40B4-BE49-F238E27FC236}">
                <a16:creationId xmlns:a16="http://schemas.microsoft.com/office/drawing/2014/main" id="{F6EC21AA-06C0-A147-EC4C-C1A6C8A1156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548012" y="4723720"/>
            <a:ext cx="985558" cy="98555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FA2A3-6818-4964-13EA-0C4D540A3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908BD39-46B1-4AFA-53C2-AFC6AC700C66}"/>
              </a:ext>
            </a:extLst>
          </p:cNvPr>
          <p:cNvSpPr/>
          <p:nvPr/>
        </p:nvSpPr>
        <p:spPr>
          <a:xfrm>
            <a:off x="10124294" y="397"/>
            <a:ext cx="9979100" cy="21041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4E26D5C-071E-845D-A6BF-C73B47460584}"/>
              </a:ext>
            </a:extLst>
          </p:cNvPr>
          <p:cNvSpPr/>
          <p:nvPr/>
        </p:nvSpPr>
        <p:spPr>
          <a:xfrm>
            <a:off x="19184" y="3182"/>
            <a:ext cx="10509148" cy="2101703"/>
          </a:xfrm>
          <a:custGeom>
            <a:avLst/>
            <a:gdLst/>
            <a:ahLst/>
            <a:cxnLst/>
            <a:rect l="l" t="t" r="r" b="b"/>
            <a:pathLst>
              <a:path w="10509885" h="2101850">
                <a:moveTo>
                  <a:pt x="10170381" y="0"/>
                </a:moveTo>
                <a:lnTo>
                  <a:pt x="0" y="8334"/>
                </a:lnTo>
                <a:lnTo>
                  <a:pt x="0" y="2101559"/>
                </a:lnTo>
                <a:lnTo>
                  <a:pt x="10509344" y="2101559"/>
                </a:lnTo>
                <a:lnTo>
                  <a:pt x="10170381" y="0"/>
                </a:lnTo>
                <a:close/>
              </a:path>
            </a:pathLst>
          </a:custGeom>
          <a:solidFill>
            <a:srgbClr val="834E3E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2F865FD-A1B5-26CE-5C58-2ACCCC00FF46}"/>
              </a:ext>
            </a:extLst>
          </p:cNvPr>
          <p:cNvSpPr/>
          <p:nvPr/>
        </p:nvSpPr>
        <p:spPr>
          <a:xfrm>
            <a:off x="706" y="3183"/>
            <a:ext cx="10319986" cy="21014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4DA3F72D-20A3-2A04-B6CB-1297D4D5A21C}"/>
              </a:ext>
            </a:extLst>
          </p:cNvPr>
          <p:cNvSpPr/>
          <p:nvPr/>
        </p:nvSpPr>
        <p:spPr>
          <a:xfrm>
            <a:off x="4923710" y="335637"/>
            <a:ext cx="0" cy="1393093"/>
          </a:xfrm>
          <a:custGeom>
            <a:avLst/>
            <a:gdLst/>
            <a:ahLst/>
            <a:cxnLst/>
            <a:rect l="l" t="t" r="r" b="b"/>
            <a:pathLst>
              <a:path h="1393189">
                <a:moveTo>
                  <a:pt x="0" y="0"/>
                </a:moveTo>
                <a:lnTo>
                  <a:pt x="0" y="139318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39E0E3C3-B6F7-513A-6CEC-507D2A4AEB74}"/>
              </a:ext>
            </a:extLst>
          </p:cNvPr>
          <p:cNvSpPr/>
          <p:nvPr/>
        </p:nvSpPr>
        <p:spPr>
          <a:xfrm>
            <a:off x="18306928" y="1624903"/>
            <a:ext cx="1796924" cy="241919"/>
          </a:xfrm>
          <a:custGeom>
            <a:avLst/>
            <a:gdLst/>
            <a:ahLst/>
            <a:cxnLst/>
            <a:rect l="l" t="t" r="r" b="b"/>
            <a:pathLst>
              <a:path w="1797050" h="241935">
                <a:moveTo>
                  <a:pt x="1796594" y="0"/>
                </a:moveTo>
                <a:lnTo>
                  <a:pt x="0" y="0"/>
                </a:lnTo>
                <a:lnTo>
                  <a:pt x="31411" y="241631"/>
                </a:lnTo>
                <a:lnTo>
                  <a:pt x="1796594" y="241631"/>
                </a:lnTo>
                <a:lnTo>
                  <a:pt x="1796594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F48DF8B3-3483-6A1A-9A6F-7343056BAAA7}"/>
              </a:ext>
            </a:extLst>
          </p:cNvPr>
          <p:cNvSpPr/>
          <p:nvPr/>
        </p:nvSpPr>
        <p:spPr>
          <a:xfrm>
            <a:off x="17713687" y="1559853"/>
            <a:ext cx="2389707" cy="5377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B5DA60A2-7669-D26C-EA28-58E85AEF6CC3}"/>
              </a:ext>
            </a:extLst>
          </p:cNvPr>
          <p:cNvSpPr txBox="1"/>
          <p:nvPr/>
        </p:nvSpPr>
        <p:spPr>
          <a:xfrm>
            <a:off x="18505216" y="1606333"/>
            <a:ext cx="1421031" cy="228267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12699">
              <a:spcBef>
                <a:spcPts val="101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Edificio Ad</a:t>
            </a:r>
            <a:r>
              <a:rPr sz="1400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Portas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1">
            <a:extLst>
              <a:ext uri="{FF2B5EF4-FFF2-40B4-BE49-F238E27FC236}">
                <a16:creationId xmlns:a16="http://schemas.microsoft.com/office/drawing/2014/main" id="{D1A4DCA7-3C79-0A59-843B-1E9B30AAC380}"/>
              </a:ext>
            </a:extLst>
          </p:cNvPr>
          <p:cNvSpPr txBox="1">
            <a:spLocks/>
          </p:cNvSpPr>
          <p:nvPr/>
        </p:nvSpPr>
        <p:spPr>
          <a:xfrm>
            <a:off x="5296362" y="473441"/>
            <a:ext cx="2647129" cy="100001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>
            <a:lvl1pPr>
              <a:defRPr sz="410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699">
              <a:spcBef>
                <a:spcPts val="120"/>
              </a:spcBef>
            </a:pPr>
            <a:r>
              <a:rPr lang="es-CO" sz="3199" kern="0" spc="-64" dirty="0"/>
              <a:t>Facultad</a:t>
            </a:r>
            <a:r>
              <a:rPr lang="es-CO" sz="3199" kern="0" spc="-236" dirty="0"/>
              <a:t> </a:t>
            </a:r>
            <a:r>
              <a:rPr lang="es-CO" sz="3199" kern="0" spc="-74" dirty="0"/>
              <a:t>de</a:t>
            </a:r>
          </a:p>
          <a:p>
            <a:pPr marL="12699">
              <a:spcBef>
                <a:spcPts val="30"/>
              </a:spcBef>
            </a:pPr>
            <a:r>
              <a:rPr lang="es-CO" sz="3199" b="1" kern="0" spc="-74" dirty="0"/>
              <a:t>Ingeniería</a:t>
            </a:r>
          </a:p>
        </p:txBody>
      </p:sp>
      <p:pic>
        <p:nvPicPr>
          <p:cNvPr id="26" name="Imagen 25" descr="Imagen que contiene dibujo&#10;&#10;Descripción generada automáticamente">
            <a:extLst>
              <a:ext uri="{FF2B5EF4-FFF2-40B4-BE49-F238E27FC236}">
                <a16:creationId xmlns:a16="http://schemas.microsoft.com/office/drawing/2014/main" id="{E75E17E6-9328-D021-5855-8825A468C3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144" y="322207"/>
            <a:ext cx="4072010" cy="1485733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19998ACD-1A8F-14A6-E721-A781369E4736}"/>
              </a:ext>
            </a:extLst>
          </p:cNvPr>
          <p:cNvSpPr txBox="1"/>
          <p:nvPr/>
        </p:nvSpPr>
        <p:spPr>
          <a:xfrm>
            <a:off x="5569667" y="2557265"/>
            <a:ext cx="8964766" cy="983217"/>
          </a:xfrm>
          <a:prstGeom prst="rect">
            <a:avLst/>
          </a:prstGeom>
        </p:spPr>
        <p:txBody>
          <a:bodyPr vert="horz" wrap="square" lIns="0" tIns="11429" rIns="0" bIns="0" rtlCol="0">
            <a:spAutoFit/>
          </a:bodyPr>
          <a:lstStyle/>
          <a:p>
            <a:pPr marL="68577" algn="ctr">
              <a:lnSpc>
                <a:spcPts val="7419"/>
              </a:lnSpc>
            </a:pPr>
            <a:r>
              <a:rPr lang="es-MX" sz="8905" b="1" spc="-600" dirty="0">
                <a:solidFill>
                  <a:srgbClr val="1F3D6F"/>
                </a:solidFill>
                <a:latin typeface="Arial"/>
                <a:cs typeface="Arial"/>
              </a:rPr>
              <a:t>Proyecto Aplicado</a:t>
            </a:r>
            <a:endParaRPr sz="8905" b="1" spc="-600" dirty="0">
              <a:solidFill>
                <a:srgbClr val="1F3D6F"/>
              </a:solidFill>
              <a:latin typeface="Arial"/>
              <a:cs typeface="Arial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841E469-115D-8342-B441-CC8E15C1015B}"/>
              </a:ext>
            </a:extLst>
          </p:cNvPr>
          <p:cNvSpPr txBox="1"/>
          <p:nvPr/>
        </p:nvSpPr>
        <p:spPr>
          <a:xfrm>
            <a:off x="2355850" y="3992862"/>
            <a:ext cx="15773400" cy="5930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b="1" dirty="0"/>
              <a:t>Objetivo:</a:t>
            </a:r>
            <a:br>
              <a:rPr lang="es-MX" sz="3200" dirty="0"/>
            </a:br>
            <a:r>
              <a:rPr lang="es-MX" sz="3200" dirty="0"/>
              <a:t>Diseñar una propuesta de arquitectura empresarial para un cliente real, alineando tecnología, procesos y estrategia organizacional.</a:t>
            </a:r>
          </a:p>
          <a:p>
            <a:endParaRPr lang="es-MX" sz="3200" dirty="0"/>
          </a:p>
          <a:p>
            <a:r>
              <a:rPr lang="es-MX" sz="3200" b="1" dirty="0"/>
              <a:t>¿Qué harán?</a:t>
            </a:r>
            <a:endParaRPr lang="es-MX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/>
              <a:t>Levantar información de una empresa, unidad institucional o emprendimiento real.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/>
              <a:t>Analizar el estado actual (AS-IS) de su arquitectura de negocio y tecnológica.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/>
              <a:t>Diseñar una propuesta futura (TO-BE) técnicamente sólida y alineada con los objetivos del cliente.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/>
              <a:t>Presentar la solución de forma ejecutiva y técnica al final del semestre.</a:t>
            </a:r>
          </a:p>
          <a:p>
            <a:endParaRPr lang="es-CO" sz="2968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2968" dirty="0">
                <a:latin typeface="Arial" panose="020B0604020202020204" pitchFamily="34" charset="0"/>
                <a:cs typeface="Arial" panose="020B0604020202020204" pitchFamily="34" charset="0"/>
              </a:rPr>
              <a:t>3 Estudiantes por grupo </a:t>
            </a:r>
            <a:r>
              <a:rPr lang="es-CO" sz="2968" b="1" dirty="0">
                <a:latin typeface="Arial" panose="020B0604020202020204" pitchFamily="34" charset="0"/>
                <a:cs typeface="Arial" panose="020B0604020202020204" pitchFamily="34" charset="0"/>
              </a:rPr>
              <a:t>máximo.</a:t>
            </a:r>
          </a:p>
        </p:txBody>
      </p:sp>
    </p:spTree>
    <p:extLst>
      <p:ext uri="{BB962C8B-B14F-4D97-AF65-F5344CB8AC3E}">
        <p14:creationId xmlns:p14="http://schemas.microsoft.com/office/powerpoint/2010/main" val="9748278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124294" y="397"/>
            <a:ext cx="9979100" cy="21041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3" name="object 3"/>
          <p:cNvSpPr/>
          <p:nvPr/>
        </p:nvSpPr>
        <p:spPr>
          <a:xfrm>
            <a:off x="19184" y="3182"/>
            <a:ext cx="10509148" cy="2101703"/>
          </a:xfrm>
          <a:custGeom>
            <a:avLst/>
            <a:gdLst/>
            <a:ahLst/>
            <a:cxnLst/>
            <a:rect l="l" t="t" r="r" b="b"/>
            <a:pathLst>
              <a:path w="10509885" h="2101850">
                <a:moveTo>
                  <a:pt x="10170381" y="0"/>
                </a:moveTo>
                <a:lnTo>
                  <a:pt x="0" y="8334"/>
                </a:lnTo>
                <a:lnTo>
                  <a:pt x="0" y="2101559"/>
                </a:lnTo>
                <a:lnTo>
                  <a:pt x="10509344" y="2101559"/>
                </a:lnTo>
                <a:lnTo>
                  <a:pt x="10170381" y="0"/>
                </a:lnTo>
                <a:close/>
              </a:path>
            </a:pathLst>
          </a:custGeom>
          <a:solidFill>
            <a:srgbClr val="834E3E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4" name="object 4"/>
          <p:cNvSpPr/>
          <p:nvPr/>
        </p:nvSpPr>
        <p:spPr>
          <a:xfrm>
            <a:off x="706" y="3183"/>
            <a:ext cx="10319986" cy="21014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18" name="object 18"/>
          <p:cNvSpPr/>
          <p:nvPr/>
        </p:nvSpPr>
        <p:spPr>
          <a:xfrm>
            <a:off x="4923710" y="335637"/>
            <a:ext cx="0" cy="1393093"/>
          </a:xfrm>
          <a:custGeom>
            <a:avLst/>
            <a:gdLst/>
            <a:ahLst/>
            <a:cxnLst/>
            <a:rect l="l" t="t" r="r" b="b"/>
            <a:pathLst>
              <a:path h="1393189">
                <a:moveTo>
                  <a:pt x="0" y="0"/>
                </a:moveTo>
                <a:lnTo>
                  <a:pt x="0" y="139318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0" name="object 20"/>
          <p:cNvSpPr/>
          <p:nvPr/>
        </p:nvSpPr>
        <p:spPr>
          <a:xfrm>
            <a:off x="18306928" y="1624903"/>
            <a:ext cx="1796924" cy="241919"/>
          </a:xfrm>
          <a:custGeom>
            <a:avLst/>
            <a:gdLst/>
            <a:ahLst/>
            <a:cxnLst/>
            <a:rect l="l" t="t" r="r" b="b"/>
            <a:pathLst>
              <a:path w="1797050" h="241935">
                <a:moveTo>
                  <a:pt x="1796594" y="0"/>
                </a:moveTo>
                <a:lnTo>
                  <a:pt x="0" y="0"/>
                </a:lnTo>
                <a:lnTo>
                  <a:pt x="31411" y="241631"/>
                </a:lnTo>
                <a:lnTo>
                  <a:pt x="1796594" y="241631"/>
                </a:lnTo>
                <a:lnTo>
                  <a:pt x="1796594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1" name="object 21"/>
          <p:cNvSpPr/>
          <p:nvPr/>
        </p:nvSpPr>
        <p:spPr>
          <a:xfrm>
            <a:off x="17713687" y="1559853"/>
            <a:ext cx="2389707" cy="5377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2" name="object 22"/>
          <p:cNvSpPr txBox="1"/>
          <p:nvPr/>
        </p:nvSpPr>
        <p:spPr>
          <a:xfrm>
            <a:off x="18505216" y="1606333"/>
            <a:ext cx="1421031" cy="228267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12699">
              <a:spcBef>
                <a:spcPts val="101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Edificio Ad</a:t>
            </a:r>
            <a:r>
              <a:rPr sz="1400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Portas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1">
            <a:extLst>
              <a:ext uri="{FF2B5EF4-FFF2-40B4-BE49-F238E27FC236}">
                <a16:creationId xmlns:a16="http://schemas.microsoft.com/office/drawing/2014/main" id="{70D6D2B2-7A28-1C49-882C-6D3F7D11EE4B}"/>
              </a:ext>
            </a:extLst>
          </p:cNvPr>
          <p:cNvSpPr txBox="1">
            <a:spLocks/>
          </p:cNvSpPr>
          <p:nvPr/>
        </p:nvSpPr>
        <p:spPr>
          <a:xfrm>
            <a:off x="5296362" y="473441"/>
            <a:ext cx="2647129" cy="100001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>
            <a:lvl1pPr>
              <a:defRPr sz="410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699">
              <a:spcBef>
                <a:spcPts val="120"/>
              </a:spcBef>
            </a:pPr>
            <a:r>
              <a:rPr lang="es-CO" sz="3199" kern="0" spc="-64" dirty="0"/>
              <a:t>Facultad</a:t>
            </a:r>
            <a:r>
              <a:rPr lang="es-CO" sz="3199" kern="0" spc="-236" dirty="0"/>
              <a:t> </a:t>
            </a:r>
            <a:r>
              <a:rPr lang="es-CO" sz="3199" kern="0" spc="-74" dirty="0"/>
              <a:t>de</a:t>
            </a:r>
          </a:p>
          <a:p>
            <a:pPr marL="12699">
              <a:spcBef>
                <a:spcPts val="30"/>
              </a:spcBef>
            </a:pPr>
            <a:r>
              <a:rPr lang="es-CO" sz="3199" b="1" kern="0" spc="-74" dirty="0"/>
              <a:t>Ingeniería</a:t>
            </a:r>
          </a:p>
        </p:txBody>
      </p:sp>
      <p:pic>
        <p:nvPicPr>
          <p:cNvPr id="26" name="Imagen 25" descr="Imagen que contiene dibujo&#10;&#10;Descripción generada automáticamente">
            <a:extLst>
              <a:ext uri="{FF2B5EF4-FFF2-40B4-BE49-F238E27FC236}">
                <a16:creationId xmlns:a16="http://schemas.microsoft.com/office/drawing/2014/main" id="{3D429FD9-0301-964B-8AB5-E4F6C0CBE6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144" y="322207"/>
            <a:ext cx="4072010" cy="1485733"/>
          </a:xfrm>
          <a:prstGeom prst="rect">
            <a:avLst/>
          </a:prstGeom>
        </p:spPr>
      </p:pic>
      <p:sp>
        <p:nvSpPr>
          <p:cNvPr id="5" name="object 2"/>
          <p:cNvSpPr txBox="1"/>
          <p:nvPr/>
        </p:nvSpPr>
        <p:spPr>
          <a:xfrm>
            <a:off x="5569667" y="2574851"/>
            <a:ext cx="8964766" cy="983217"/>
          </a:xfrm>
          <a:prstGeom prst="rect">
            <a:avLst/>
          </a:prstGeom>
        </p:spPr>
        <p:txBody>
          <a:bodyPr vert="horz" wrap="square" lIns="0" tIns="11429" rIns="0" bIns="0" rtlCol="0">
            <a:spAutoFit/>
          </a:bodyPr>
          <a:lstStyle/>
          <a:p>
            <a:pPr marL="68577" algn="ctr">
              <a:lnSpc>
                <a:spcPts val="7419"/>
              </a:lnSpc>
            </a:pPr>
            <a:r>
              <a:rPr lang="es-MX" sz="8905" b="1" spc="-600" dirty="0">
                <a:solidFill>
                  <a:srgbClr val="1F3D6F"/>
                </a:solidFill>
                <a:latin typeface="Arial"/>
                <a:cs typeface="Arial"/>
              </a:rPr>
              <a:t>Proyecto Aplicado</a:t>
            </a:r>
            <a:endParaRPr sz="8905" b="1" spc="-600" dirty="0">
              <a:solidFill>
                <a:srgbClr val="1F3D6F"/>
              </a:solidFill>
              <a:latin typeface="Arial"/>
              <a:cs typeface="Arial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426A475-A171-8EDE-6984-206116CECED8}"/>
              </a:ext>
            </a:extLst>
          </p:cNvPr>
          <p:cNvSpPr txBox="1"/>
          <p:nvPr/>
        </p:nvSpPr>
        <p:spPr>
          <a:xfrm>
            <a:off x="2355850" y="3992862"/>
            <a:ext cx="1699260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b="1" dirty="0"/>
              <a:t>Entregables Clave:</a:t>
            </a:r>
            <a:endParaRPr lang="es-MX" sz="3200" dirty="0"/>
          </a:p>
          <a:p>
            <a:r>
              <a:rPr lang="es-MX" sz="3200" dirty="0"/>
              <a:t>📝 Ficha de caracterización del cliente</a:t>
            </a:r>
          </a:p>
          <a:p>
            <a:r>
              <a:rPr lang="es-MX" sz="3200" dirty="0"/>
              <a:t>🧭 Modelos de negocio, información, aplicaciones, infraestructura y seguridad</a:t>
            </a:r>
          </a:p>
          <a:p>
            <a:r>
              <a:rPr lang="es-MX" sz="3200" dirty="0"/>
              <a:t>🏗️ Propuesta de arquitectura futura (TO-BE)</a:t>
            </a:r>
          </a:p>
          <a:p>
            <a:r>
              <a:rPr lang="es-MX" sz="3200" dirty="0"/>
              <a:t>📊 Presentación ejecutiva al cliente y panel evaluador</a:t>
            </a:r>
          </a:p>
          <a:p>
            <a:r>
              <a:rPr lang="es-MX" sz="3200" dirty="0"/>
              <a:t>🔍 Informe de retrospectiva y coevaluación del equipo</a:t>
            </a:r>
          </a:p>
          <a:p>
            <a:endParaRPr lang="es-MX" sz="3200" dirty="0"/>
          </a:p>
          <a:p>
            <a:r>
              <a:rPr lang="es-MX" sz="3200" b="1" dirty="0"/>
              <a:t>Herramientas recomendadas:</a:t>
            </a:r>
            <a:br>
              <a:rPr lang="es-MX" sz="3200" dirty="0"/>
            </a:br>
            <a:r>
              <a:rPr lang="es-MX" sz="3200" dirty="0"/>
              <a:t>TOGAF • ArchiMate • C4 Model • BPMN • SCRUM • Patrones de Seguridad</a:t>
            </a:r>
          </a:p>
          <a:p>
            <a:endParaRPr lang="es-MX" sz="3200" dirty="0"/>
          </a:p>
          <a:p>
            <a:r>
              <a:rPr lang="es-MX" sz="3200" b="1" dirty="0"/>
              <a:t>Evaluación:</a:t>
            </a:r>
            <a:endParaRPr lang="es-MX" sz="3200" dirty="0"/>
          </a:p>
          <a:p>
            <a:r>
              <a:rPr lang="es-MX" sz="3200" dirty="0"/>
              <a:t>Rúbrica docente + Retroalimentación del cliente</a:t>
            </a:r>
          </a:p>
          <a:p>
            <a:r>
              <a:rPr lang="es-MX" sz="3200" dirty="0"/>
              <a:t>Coevaluación entre pares</a:t>
            </a:r>
          </a:p>
          <a:p>
            <a:r>
              <a:rPr lang="es-MX" sz="3200" dirty="0"/>
              <a:t>Calidad técnica, comunicación efectiva, trabajo en equipo, ética profesional y solución de problemas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108233" y="9212129"/>
            <a:ext cx="9995161" cy="20960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3" name="object 3"/>
          <p:cNvSpPr/>
          <p:nvPr/>
        </p:nvSpPr>
        <p:spPr>
          <a:xfrm>
            <a:off x="707" y="9204565"/>
            <a:ext cx="10470415" cy="2103607"/>
          </a:xfrm>
          <a:custGeom>
            <a:avLst/>
            <a:gdLst/>
            <a:ahLst/>
            <a:cxnLst/>
            <a:rect l="l" t="t" r="r" b="b"/>
            <a:pathLst>
              <a:path w="10471150" h="2103754">
                <a:moveTo>
                  <a:pt x="10131377" y="0"/>
                </a:moveTo>
                <a:lnTo>
                  <a:pt x="0" y="8292"/>
                </a:lnTo>
                <a:lnTo>
                  <a:pt x="0" y="2103747"/>
                </a:lnTo>
                <a:lnTo>
                  <a:pt x="10470707" y="2103747"/>
                </a:lnTo>
                <a:lnTo>
                  <a:pt x="10131377" y="0"/>
                </a:lnTo>
                <a:close/>
              </a:path>
            </a:pathLst>
          </a:custGeom>
          <a:solidFill>
            <a:srgbClr val="834E3E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4" name="object 4"/>
          <p:cNvSpPr/>
          <p:nvPr/>
        </p:nvSpPr>
        <p:spPr>
          <a:xfrm>
            <a:off x="707" y="9204571"/>
            <a:ext cx="10262851" cy="21035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18" name="object 18"/>
          <p:cNvSpPr/>
          <p:nvPr/>
        </p:nvSpPr>
        <p:spPr>
          <a:xfrm>
            <a:off x="4866238" y="9537007"/>
            <a:ext cx="0" cy="1393093"/>
          </a:xfrm>
          <a:custGeom>
            <a:avLst/>
            <a:gdLst/>
            <a:ahLst/>
            <a:cxnLst/>
            <a:rect l="l" t="t" r="r" b="b"/>
            <a:pathLst>
              <a:path h="1393190">
                <a:moveTo>
                  <a:pt x="0" y="0"/>
                </a:moveTo>
                <a:lnTo>
                  <a:pt x="0" y="139318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19" name="object 19"/>
          <p:cNvSpPr/>
          <p:nvPr/>
        </p:nvSpPr>
        <p:spPr>
          <a:xfrm>
            <a:off x="18622194" y="10805645"/>
            <a:ext cx="1481352" cy="241919"/>
          </a:xfrm>
          <a:custGeom>
            <a:avLst/>
            <a:gdLst/>
            <a:ahLst/>
            <a:cxnLst/>
            <a:rect l="l" t="t" r="r" b="b"/>
            <a:pathLst>
              <a:path w="1481455" h="241934">
                <a:moveTo>
                  <a:pt x="1481305" y="0"/>
                </a:moveTo>
                <a:lnTo>
                  <a:pt x="0" y="0"/>
                </a:lnTo>
                <a:lnTo>
                  <a:pt x="31411" y="241631"/>
                </a:lnTo>
                <a:lnTo>
                  <a:pt x="1481305" y="241631"/>
                </a:lnTo>
                <a:lnTo>
                  <a:pt x="1481305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0" name="object 20"/>
          <p:cNvSpPr/>
          <p:nvPr/>
        </p:nvSpPr>
        <p:spPr>
          <a:xfrm>
            <a:off x="17682905" y="10739242"/>
            <a:ext cx="2420489" cy="5402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1" name="object 21"/>
          <p:cNvSpPr txBox="1"/>
          <p:nvPr/>
        </p:nvSpPr>
        <p:spPr>
          <a:xfrm>
            <a:off x="18880839" y="10787070"/>
            <a:ext cx="1015293" cy="228267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12699">
              <a:spcBef>
                <a:spcPts val="101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Aulas</a:t>
            </a:r>
            <a:r>
              <a:rPr sz="1400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Atelier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5160362" y="9693086"/>
            <a:ext cx="2647129" cy="100001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12699">
              <a:spcBef>
                <a:spcPts val="120"/>
              </a:spcBef>
            </a:pPr>
            <a:r>
              <a:rPr sz="3199" spc="-64" dirty="0"/>
              <a:t>Facultad</a:t>
            </a:r>
            <a:r>
              <a:rPr sz="3199" spc="-236" dirty="0"/>
              <a:t> </a:t>
            </a:r>
            <a:r>
              <a:rPr sz="3199" spc="-74" dirty="0"/>
              <a:t>de</a:t>
            </a:r>
          </a:p>
          <a:p>
            <a:pPr marL="12699">
              <a:spcBef>
                <a:spcPts val="30"/>
              </a:spcBef>
            </a:pPr>
            <a:r>
              <a:rPr sz="3199" b="1" spc="-74" dirty="0"/>
              <a:t>Ingeniería</a:t>
            </a:r>
          </a:p>
        </p:txBody>
      </p:sp>
      <p:pic>
        <p:nvPicPr>
          <p:cNvPr id="23" name="Imagen 22" descr="Imagen que contiene dibujo&#10;&#10;Descripción generada automáticamente">
            <a:extLst>
              <a:ext uri="{FF2B5EF4-FFF2-40B4-BE49-F238E27FC236}">
                <a16:creationId xmlns:a16="http://schemas.microsoft.com/office/drawing/2014/main" id="{EC7BF844-7C9B-E947-B382-F29AAE9FE1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129" y="9515041"/>
            <a:ext cx="4072010" cy="1485733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2F4D7402-BB7A-9117-37A5-C1B1ACBD99F8}"/>
              </a:ext>
            </a:extLst>
          </p:cNvPr>
          <p:cNvSpPr txBox="1"/>
          <p:nvPr/>
        </p:nvSpPr>
        <p:spPr>
          <a:xfrm>
            <a:off x="6200067" y="610886"/>
            <a:ext cx="7816331" cy="1961177"/>
          </a:xfrm>
          <a:prstGeom prst="rect">
            <a:avLst/>
          </a:prstGeom>
        </p:spPr>
        <p:txBody>
          <a:bodyPr vert="horz" wrap="square" lIns="0" tIns="11429" rIns="0" bIns="0" rtlCol="0">
            <a:spAutoFit/>
          </a:bodyPr>
          <a:lstStyle/>
          <a:p>
            <a:pPr marL="68577" algn="ctr">
              <a:lnSpc>
                <a:spcPts val="7419"/>
              </a:lnSpc>
            </a:pPr>
            <a:r>
              <a:rPr lang="es-MX" sz="9899" b="1" spc="-600" dirty="0">
                <a:solidFill>
                  <a:srgbClr val="1F3D6F"/>
                </a:solidFill>
                <a:latin typeface="Arial"/>
                <a:cs typeface="Arial"/>
              </a:rPr>
              <a:t>Fechas importantes</a:t>
            </a:r>
            <a:endParaRPr sz="9899" b="1" spc="-600" dirty="0">
              <a:solidFill>
                <a:srgbClr val="1F3D6F"/>
              </a:solidFill>
              <a:latin typeface="Arial"/>
              <a:cs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5853354-E7B0-5A77-DAEA-216B927EA663}"/>
              </a:ext>
            </a:extLst>
          </p:cNvPr>
          <p:cNvSpPr txBox="1"/>
          <p:nvPr/>
        </p:nvSpPr>
        <p:spPr>
          <a:xfrm>
            <a:off x="1060450" y="7286433"/>
            <a:ext cx="15671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400">
                <a:solidFill>
                  <a:srgbClr val="1F3D6F"/>
                </a:solidFill>
                <a:latin typeface="Arial"/>
              </a:rPr>
              <a:t>* Fechas del calendario académico institucional 2026-2. Sujetas a cambios; verificar el calendario oficial de la universidad.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0000" y="2900000"/>
            <a:ext cx="5766667" cy="650000"/>
          </a:xfrm>
          <a:prstGeom prst="rect">
            <a:avLst/>
          </a:prstGeom>
          <a:solidFill>
            <a:srgbClr val="1F3D6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20000" bIns="2000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Inicio de clases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0000" y="3550000"/>
            <a:ext cx="5766667" cy="1300000"/>
          </a:xfrm>
          <a:prstGeom prst="rect">
            <a:avLst/>
          </a:prstGeom>
          <a:solidFill>
            <a:srgbClr val="D9E6F5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20000" bIns="20000"/>
          <a:lstStyle/>
          <a:p>
            <a:pPr algn="ctr"/>
            <a:r>
              <a:rPr sz="2800" b="1">
                <a:solidFill>
                  <a:srgbClr val="1F3D6F"/>
                </a:solidFill>
                <a:latin typeface="Arial"/>
              </a:rPr>
              <a:t>Martes 21 de julio</a:t>
            </a:r>
          </a:p>
          <a:p>
            <a:pPr algn="ctr"/>
            <a:r>
              <a:rPr sz="1800" b="0">
                <a:solidFill>
                  <a:srgbClr val="1F3D6F"/>
                </a:solidFill>
                <a:latin typeface="Arial"/>
              </a:rPr>
              <a:t>(20 de julio: festivo — Día de la Independencia)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66667" y="2900000"/>
            <a:ext cx="5766667" cy="650000"/>
          </a:xfrm>
          <a:prstGeom prst="rect">
            <a:avLst/>
          </a:prstGeom>
          <a:solidFill>
            <a:srgbClr val="1F3D6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20000" bIns="2000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Semana primeros parciales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66667" y="3550000"/>
            <a:ext cx="5766667" cy="1300000"/>
          </a:xfrm>
          <a:prstGeom prst="rect">
            <a:avLst/>
          </a:prstGeom>
          <a:solidFill>
            <a:srgbClr val="D9E6F5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20000" bIns="20000"/>
          <a:lstStyle/>
          <a:p>
            <a:pPr algn="ctr"/>
            <a:r>
              <a:rPr sz="2800" b="1">
                <a:solidFill>
                  <a:srgbClr val="1F3D6F"/>
                </a:solidFill>
                <a:latin typeface="Arial"/>
              </a:rPr>
              <a:t>17 – 26 de agosto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333334" y="2900000"/>
            <a:ext cx="5766667" cy="650000"/>
          </a:xfrm>
          <a:prstGeom prst="rect">
            <a:avLst/>
          </a:prstGeom>
          <a:solidFill>
            <a:srgbClr val="1F3D6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20000" bIns="2000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Semana segundos parciales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333334" y="3550000"/>
            <a:ext cx="5766667" cy="1300000"/>
          </a:xfrm>
          <a:prstGeom prst="rect">
            <a:avLst/>
          </a:prstGeom>
          <a:solidFill>
            <a:srgbClr val="D9E6F5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20000" bIns="20000"/>
          <a:lstStyle/>
          <a:p>
            <a:pPr algn="ctr"/>
            <a:r>
              <a:rPr sz="2800" b="1">
                <a:solidFill>
                  <a:srgbClr val="1F3D6F"/>
                </a:solidFill>
                <a:latin typeface="Arial"/>
              </a:rPr>
              <a:t>28 de septiembre – 6 de octubre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0000" y="5250000"/>
            <a:ext cx="5766667" cy="650000"/>
          </a:xfrm>
          <a:prstGeom prst="rect">
            <a:avLst/>
          </a:prstGeom>
          <a:solidFill>
            <a:srgbClr val="1F3D6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20000" bIns="2000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Semana de receso estudiantes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0000" y="5900000"/>
            <a:ext cx="5766667" cy="1300000"/>
          </a:xfrm>
          <a:prstGeom prst="rect">
            <a:avLst/>
          </a:prstGeom>
          <a:solidFill>
            <a:srgbClr val="D9E6F5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20000" bIns="20000"/>
          <a:lstStyle/>
          <a:p>
            <a:pPr algn="ctr"/>
            <a:r>
              <a:rPr sz="2800" b="1">
                <a:solidFill>
                  <a:srgbClr val="1F3D6F"/>
                </a:solidFill>
                <a:latin typeface="Arial"/>
              </a:rPr>
              <a:t>13 – 16 de octubre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66667" y="5250000"/>
            <a:ext cx="5766667" cy="650000"/>
          </a:xfrm>
          <a:prstGeom prst="rect">
            <a:avLst/>
          </a:prstGeom>
          <a:solidFill>
            <a:srgbClr val="1F3D6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20000" bIns="2000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Finalización de clases (pregrado)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66667" y="5900000"/>
            <a:ext cx="5766667" cy="1300000"/>
          </a:xfrm>
          <a:prstGeom prst="rect">
            <a:avLst/>
          </a:prstGeom>
          <a:solidFill>
            <a:srgbClr val="D9E6F5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20000" bIns="20000"/>
          <a:lstStyle/>
          <a:p>
            <a:pPr algn="ctr"/>
            <a:r>
              <a:rPr sz="2800" b="1">
                <a:solidFill>
                  <a:srgbClr val="1F3D6F"/>
                </a:solidFill>
                <a:latin typeface="Arial"/>
              </a:rPr>
              <a:t>Viernes 13 de noviembre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333334" y="5250000"/>
            <a:ext cx="5766667" cy="650000"/>
          </a:xfrm>
          <a:prstGeom prst="rect">
            <a:avLst/>
          </a:prstGeom>
          <a:solidFill>
            <a:srgbClr val="1F3D6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20000" bIns="2000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Semana exámenes finales (pregrado)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333334" y="5900000"/>
            <a:ext cx="5766667" cy="1300000"/>
          </a:xfrm>
          <a:prstGeom prst="rect">
            <a:avLst/>
          </a:prstGeom>
          <a:solidFill>
            <a:srgbClr val="D9E6F5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20000" bIns="20000"/>
          <a:lstStyle/>
          <a:p>
            <a:pPr algn="ctr"/>
            <a:r>
              <a:rPr sz="2800" b="1">
                <a:solidFill>
                  <a:srgbClr val="1F3D6F"/>
                </a:solidFill>
                <a:latin typeface="Arial"/>
              </a:rPr>
              <a:t>16 – 25 de noviembre</a:t>
            </a:r>
          </a:p>
          <a:p>
            <a:pPr algn="ctr"/>
            <a:r>
              <a:rPr sz="1800" b="0">
                <a:solidFill>
                  <a:srgbClr val="1F3D6F"/>
                </a:solidFill>
                <a:latin typeface="Arial"/>
              </a:rPr>
              <a:t>(cierre notas: 30 de noviembre)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55313" y="2809628"/>
            <a:ext cx="13193474" cy="983217"/>
          </a:xfrm>
          <a:prstGeom prst="rect">
            <a:avLst/>
          </a:prstGeom>
        </p:spPr>
        <p:txBody>
          <a:bodyPr vert="horz" wrap="square" lIns="0" tIns="11429" rIns="0" bIns="0" rtlCol="0">
            <a:spAutoFit/>
          </a:bodyPr>
          <a:lstStyle/>
          <a:p>
            <a:pPr marL="68577" algn="ctr">
              <a:lnSpc>
                <a:spcPts val="7419"/>
              </a:lnSpc>
            </a:pPr>
            <a:r>
              <a:rPr lang="es-MX" sz="8905" b="1" spc="-600" dirty="0">
                <a:solidFill>
                  <a:srgbClr val="1F3D6F"/>
                </a:solidFill>
                <a:latin typeface="Arial"/>
                <a:cs typeface="Arial"/>
              </a:rPr>
              <a:t>Canales de comunicación</a:t>
            </a:r>
            <a:endParaRPr sz="8905" b="1" spc="-600" dirty="0">
              <a:solidFill>
                <a:srgbClr val="1F3D6F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079451" y="397"/>
            <a:ext cx="10023944" cy="21356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4" name="object 4"/>
          <p:cNvSpPr/>
          <p:nvPr/>
        </p:nvSpPr>
        <p:spPr>
          <a:xfrm>
            <a:off x="10079451" y="20027"/>
            <a:ext cx="10023944" cy="21159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5" name="object 5"/>
          <p:cNvSpPr/>
          <p:nvPr/>
        </p:nvSpPr>
        <p:spPr>
          <a:xfrm>
            <a:off x="18337822" y="1652272"/>
            <a:ext cx="1765812" cy="241919"/>
          </a:xfrm>
          <a:custGeom>
            <a:avLst/>
            <a:gdLst/>
            <a:ahLst/>
            <a:cxnLst/>
            <a:rect l="l" t="t" r="r" b="b"/>
            <a:pathLst>
              <a:path w="1765934" h="241935">
                <a:moveTo>
                  <a:pt x="1765696" y="0"/>
                </a:moveTo>
                <a:lnTo>
                  <a:pt x="0" y="0"/>
                </a:lnTo>
                <a:lnTo>
                  <a:pt x="31412" y="241632"/>
                </a:lnTo>
                <a:lnTo>
                  <a:pt x="1765696" y="241632"/>
                </a:lnTo>
                <a:lnTo>
                  <a:pt x="1765696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6" name="object 6"/>
          <p:cNvSpPr/>
          <p:nvPr/>
        </p:nvSpPr>
        <p:spPr>
          <a:xfrm>
            <a:off x="17772011" y="1586677"/>
            <a:ext cx="2331383" cy="53774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7" name="object 7"/>
          <p:cNvSpPr txBox="1"/>
          <p:nvPr/>
        </p:nvSpPr>
        <p:spPr>
          <a:xfrm>
            <a:off x="18564111" y="1633696"/>
            <a:ext cx="1421031" cy="228267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12699">
              <a:spcBef>
                <a:spcPts val="101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Edificio Ad</a:t>
            </a:r>
            <a:r>
              <a:rPr sz="1400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Portas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693" y="10955"/>
            <a:ext cx="10510418" cy="2119482"/>
          </a:xfrm>
          <a:custGeom>
            <a:avLst/>
            <a:gdLst/>
            <a:ahLst/>
            <a:cxnLst/>
            <a:rect l="l" t="t" r="r" b="b"/>
            <a:pathLst>
              <a:path w="10511155" h="2119630">
                <a:moveTo>
                  <a:pt x="10170370" y="0"/>
                </a:moveTo>
                <a:lnTo>
                  <a:pt x="0" y="8324"/>
                </a:lnTo>
                <a:lnTo>
                  <a:pt x="0" y="2119150"/>
                </a:lnTo>
                <a:lnTo>
                  <a:pt x="10510842" y="2110825"/>
                </a:lnTo>
                <a:lnTo>
                  <a:pt x="10170370" y="0"/>
                </a:lnTo>
                <a:close/>
              </a:path>
            </a:pathLst>
          </a:custGeom>
          <a:solidFill>
            <a:srgbClr val="834E3E"/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9" name="object 9"/>
          <p:cNvSpPr/>
          <p:nvPr/>
        </p:nvSpPr>
        <p:spPr>
          <a:xfrm>
            <a:off x="706" y="10962"/>
            <a:ext cx="10331148" cy="212504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3" name="object 23"/>
          <p:cNvSpPr/>
          <p:nvPr/>
        </p:nvSpPr>
        <p:spPr>
          <a:xfrm>
            <a:off x="4931221" y="343405"/>
            <a:ext cx="0" cy="1153713"/>
          </a:xfrm>
          <a:custGeom>
            <a:avLst/>
            <a:gdLst/>
            <a:ahLst/>
            <a:cxnLst/>
            <a:rect l="l" t="t" r="r" b="b"/>
            <a:pathLst>
              <a:path h="1153795">
                <a:moveTo>
                  <a:pt x="0" y="0"/>
                </a:moveTo>
                <a:lnTo>
                  <a:pt x="0" y="1153451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4" name="object 24"/>
          <p:cNvSpPr txBox="1"/>
          <p:nvPr/>
        </p:nvSpPr>
        <p:spPr>
          <a:xfrm>
            <a:off x="5271471" y="463766"/>
            <a:ext cx="2647129" cy="100001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699">
              <a:spcBef>
                <a:spcPts val="120"/>
              </a:spcBef>
            </a:pPr>
            <a:r>
              <a:rPr sz="3199" spc="-64" dirty="0">
                <a:solidFill>
                  <a:srgbClr val="FFFFFF"/>
                </a:solidFill>
                <a:latin typeface="Arial"/>
                <a:cs typeface="Arial"/>
              </a:rPr>
              <a:t>Facultad</a:t>
            </a:r>
            <a:r>
              <a:rPr sz="3199" spc="-23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99" spc="-74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endParaRPr sz="3199" dirty="0">
              <a:latin typeface="Arial"/>
              <a:cs typeface="Arial"/>
            </a:endParaRPr>
          </a:p>
          <a:p>
            <a:pPr marL="12699">
              <a:spcBef>
                <a:spcPts val="30"/>
              </a:spcBef>
            </a:pPr>
            <a:r>
              <a:rPr sz="3199" b="1" spc="-74" dirty="0">
                <a:solidFill>
                  <a:srgbClr val="FFFFFF"/>
                </a:solidFill>
                <a:latin typeface="Arial"/>
                <a:cs typeface="Arial"/>
              </a:rPr>
              <a:t>Ingeniería</a:t>
            </a:r>
            <a:endParaRPr sz="3199" dirty="0">
              <a:latin typeface="Arial"/>
              <a:cs typeface="Arial"/>
            </a:endParaRPr>
          </a:p>
        </p:txBody>
      </p:sp>
      <p:pic>
        <p:nvPicPr>
          <p:cNvPr id="25" name="Imagen 24" descr="Imagen que contiene dibujo&#10;&#10;Descripción generada automáticamente">
            <a:extLst>
              <a:ext uri="{FF2B5EF4-FFF2-40B4-BE49-F238E27FC236}">
                <a16:creationId xmlns:a16="http://schemas.microsoft.com/office/drawing/2014/main" id="{427E6D1F-603C-2741-9787-ED8DC95BFE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51" y="380552"/>
            <a:ext cx="4072010" cy="1485733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D426A475-A171-8EDE-6984-206116CECED8}"/>
              </a:ext>
            </a:extLst>
          </p:cNvPr>
          <p:cNvSpPr txBox="1"/>
          <p:nvPr/>
        </p:nvSpPr>
        <p:spPr>
          <a:xfrm>
            <a:off x="2194852" y="5502275"/>
            <a:ext cx="11743398" cy="3746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71202" indent="-471202">
              <a:buFont typeface="Wingdings" panose="05000000000000000000" pitchFamily="2" charset="2"/>
              <a:buChar char="q"/>
            </a:pPr>
            <a:r>
              <a:rPr lang="es-CO" sz="2968" dirty="0">
                <a:latin typeface="Arial" panose="020B0604020202020204" pitchFamily="34" charset="0"/>
                <a:cs typeface="Arial" panose="020B0604020202020204" pitchFamily="34" charset="0"/>
              </a:rPr>
              <a:t>El curso tiene como canales oficiales de comunicación:</a:t>
            </a:r>
          </a:p>
          <a:p>
            <a:pPr marL="1225125" lvl="1" indent="-471202">
              <a:buFont typeface="Wingdings" panose="05000000000000000000" pitchFamily="2" charset="2"/>
              <a:buChar char="Ø"/>
            </a:pPr>
            <a:r>
              <a:rPr lang="es-CO" sz="2968" dirty="0">
                <a:latin typeface="Arial" panose="020B0604020202020204" pitchFamily="34" charset="0"/>
                <a:cs typeface="Arial" panose="020B0604020202020204" pitchFamily="34" charset="0"/>
              </a:rPr>
              <a:t>Correo electrónico </a:t>
            </a:r>
            <a:r>
              <a:rPr lang="es-CO" sz="2968" dirty="0" err="1">
                <a:latin typeface="Arial" panose="020B0604020202020204" pitchFamily="34" charset="0"/>
                <a:cs typeface="Arial" panose="020B0604020202020204" pitchFamily="34" charset="0"/>
              </a:rPr>
              <a:t>Unisabana</a:t>
            </a:r>
            <a:r>
              <a:rPr lang="es-CO" sz="2968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CO" sz="2968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cesarvefe@unisabana.edu.co</a:t>
            </a:r>
            <a:r>
              <a:rPr lang="es-CO" sz="296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225125" lvl="1" indent="-471202">
              <a:buFont typeface="Wingdings" panose="05000000000000000000" pitchFamily="2" charset="2"/>
              <a:buChar char="q"/>
            </a:pPr>
            <a:endParaRPr lang="es-CO" sz="2968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1202" indent="-471202">
              <a:buFont typeface="Wingdings" panose="05000000000000000000" pitchFamily="2" charset="2"/>
              <a:buChar char="q"/>
            </a:pPr>
            <a:r>
              <a:rPr lang="es-CO" sz="2968" dirty="0">
                <a:latin typeface="Arial" panose="020B0604020202020204" pitchFamily="34" charset="0"/>
                <a:cs typeface="Arial" panose="020B0604020202020204" pitchFamily="34" charset="0"/>
              </a:rPr>
              <a:t>Atención a estudiantes virtual o presencial, </a:t>
            </a:r>
            <a:r>
              <a:rPr lang="es-CO" sz="2968" b="1" dirty="0">
                <a:latin typeface="Arial" panose="020B0604020202020204" pitchFamily="34" charset="0"/>
                <a:cs typeface="Arial" panose="020B0604020202020204" pitchFamily="34" charset="0"/>
              </a:rPr>
              <a:t>previo agendamiento de cita</a:t>
            </a:r>
            <a:r>
              <a:rPr lang="es-CO" sz="2968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71202" indent="-471202">
              <a:buFont typeface="Wingdings" panose="05000000000000000000" pitchFamily="2" charset="2"/>
              <a:buChar char="q"/>
            </a:pPr>
            <a:endParaRPr lang="es-CO" sz="2968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1202" indent="-471202">
              <a:buFont typeface="Wingdings" panose="05000000000000000000" pitchFamily="2" charset="2"/>
              <a:buChar char="q"/>
            </a:pPr>
            <a:r>
              <a:rPr lang="es-CO" sz="2968" dirty="0">
                <a:latin typeface="Arial" panose="020B0604020202020204" pitchFamily="34" charset="0"/>
                <a:cs typeface="Arial" panose="020B0604020202020204" pitchFamily="34" charset="0"/>
              </a:rPr>
              <a:t>La atención a estudiantes </a:t>
            </a:r>
            <a:r>
              <a:rPr lang="es-CO" sz="2968" b="1" dirty="0">
                <a:latin typeface="Arial" panose="020B0604020202020204" pitchFamily="34" charset="0"/>
                <a:cs typeface="Arial" panose="020B0604020202020204" pitchFamily="34" charset="0"/>
              </a:rPr>
              <a:t>no es para repetir la clase</a:t>
            </a:r>
            <a:r>
              <a:rPr lang="es-CO" sz="2968" dirty="0">
                <a:latin typeface="Arial" panose="020B0604020202020204" pitchFamily="34" charset="0"/>
                <a:cs typeface="Arial" panose="020B0604020202020204" pitchFamily="34" charset="0"/>
              </a:rPr>
              <a:t>, es para resolver dudas puntuales.</a:t>
            </a:r>
          </a:p>
        </p:txBody>
      </p:sp>
      <p:pic>
        <p:nvPicPr>
          <p:cNvPr id="11" name="Imagen 10" descr="Texto&#10;&#10;El contenido generado por IA puede ser incorrecto.">
            <a:extLst>
              <a:ext uri="{FF2B5EF4-FFF2-40B4-BE49-F238E27FC236}">
                <a16:creationId xmlns:a16="http://schemas.microsoft.com/office/drawing/2014/main" id="{3BAC20DF-8863-B10F-2EF6-3268E9E406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28439" y="4993003"/>
            <a:ext cx="3109383" cy="46640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F34A8765-EFF4-70D7-D2C8-7D4A7DBD4B69}"/>
              </a:ext>
            </a:extLst>
          </p:cNvPr>
          <p:cNvSpPr txBox="1"/>
          <p:nvPr/>
        </p:nvSpPr>
        <p:spPr>
          <a:xfrm>
            <a:off x="15582160" y="9722673"/>
            <a:ext cx="2401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AEVA - Asistente Virtual</a:t>
            </a:r>
          </a:p>
        </p:txBody>
      </p:sp>
    </p:spTree>
    <p:extLst>
      <p:ext uri="{BB962C8B-B14F-4D97-AF65-F5344CB8AC3E}">
        <p14:creationId xmlns:p14="http://schemas.microsoft.com/office/powerpoint/2010/main" val="33593516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72D1141-6567-B34E-920E-8C77FAED08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4"/>
            <a:ext cx="20104100" cy="11308556"/>
          </a:xfrm>
          <a:prstGeom prst="rect">
            <a:avLst/>
          </a:prstGeom>
        </p:spPr>
      </p:pic>
      <p:pic>
        <p:nvPicPr>
          <p:cNvPr id="4" name="Imagen 3" descr="Imagen que contiene camiseta, dibujo&#10;&#10;Descripción generada automáticamente">
            <a:extLst>
              <a:ext uri="{FF2B5EF4-FFF2-40B4-BE49-F238E27FC236}">
                <a16:creationId xmlns:a16="http://schemas.microsoft.com/office/drawing/2014/main" id="{188BE409-519E-4942-A5BD-DE13B214A1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9259" y="3597275"/>
            <a:ext cx="6765581" cy="4737100"/>
          </a:xfrm>
          <a:prstGeom prst="rect">
            <a:avLst/>
          </a:prstGeom>
        </p:spPr>
      </p:pic>
      <p:sp>
        <p:nvSpPr>
          <p:cNvPr id="5" name="object 22">
            <a:extLst>
              <a:ext uri="{FF2B5EF4-FFF2-40B4-BE49-F238E27FC236}">
                <a16:creationId xmlns:a16="http://schemas.microsoft.com/office/drawing/2014/main" id="{97A236D8-6B29-294D-9959-E79E78B9C22E}"/>
              </a:ext>
            </a:extLst>
          </p:cNvPr>
          <p:cNvSpPr txBox="1">
            <a:spLocks/>
          </p:cNvSpPr>
          <p:nvPr/>
        </p:nvSpPr>
        <p:spPr>
          <a:xfrm>
            <a:off x="16605250" y="244475"/>
            <a:ext cx="2647315" cy="1246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r">
              <a:spcBef>
                <a:spcPts val="120"/>
              </a:spcBef>
            </a:pPr>
            <a:r>
              <a:rPr lang="es-419" sz="4000" kern="0" spc="-6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Facultad</a:t>
            </a:r>
            <a:r>
              <a:rPr lang="es-419" sz="4000" kern="0" spc="-23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419" sz="4000" kern="0" spc="-7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</a:p>
          <a:p>
            <a:pPr marL="12700" algn="r">
              <a:spcBef>
                <a:spcPts val="30"/>
              </a:spcBef>
            </a:pPr>
            <a:r>
              <a:rPr lang="es-419" sz="4000" b="1" kern="0" spc="-7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Ingeniería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1ff709fa-6d6a-449e-a9ef-a200e2783c0e">5CJVHRM7X7WS-166-1747</_dlc_DocId>
    <_dlc_DocIdUrl xmlns="1ff709fa-6d6a-449e-a9ef-a200e2783c0e">
      <Url>https://portalservicios.unisabana.edu.co/manualIV/_layouts/15/DocIdRedir.aspx?ID=5CJVHRM7X7WS-166-1747</Url>
      <Description>5CJVHRM7X7WS-166-1747</Description>
    </_dlc_DocIdUrl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8B5A6E99B66C54FBF1295E808E38F30" ma:contentTypeVersion="5" ma:contentTypeDescription="Crear nuevo documento." ma:contentTypeScope="" ma:versionID="086ddfc3fb04f784382792a53c8d62dc">
  <xsd:schema xmlns:xsd="http://www.w3.org/2001/XMLSchema" xmlns:xs="http://www.w3.org/2001/XMLSchema" xmlns:p="http://schemas.microsoft.com/office/2006/metadata/properties" xmlns:ns2="1ff709fa-6d6a-449e-a9ef-a200e2783c0e" targetNamespace="http://schemas.microsoft.com/office/2006/metadata/properties" ma:root="true" ma:fieldsID="f1f365a0897f561fe2a6cf5df9687f2d" ns2:_="">
    <xsd:import namespace="1ff709fa-6d6a-449e-a9ef-a200e2783c0e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f709fa-6d6a-449e-a9ef-a200e2783c0e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Valor de Id. de documento" ma:description="El valor del identificador de documento asignado a este elemento." ma:internalName="_dlc_DocId" ma:readOnly="true">
      <xsd:simpleType>
        <xsd:restriction base="dms:Text"/>
      </xsd:simpleType>
    </xsd:element>
    <xsd:element name="_dlc_DocIdUrl" ma:index="9" nillable="true" ma:displayName="Id. de documento" ma:description="Vínculo permanente a este documento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064FBAA-C05D-48F7-86F6-6DD8C3EBF011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2B1A673A-F4B6-45FE-B87B-B11F2535F3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4224B1E-1E06-4646-B4EC-7B28B799F25B}">
  <ds:schemaRefs>
    <ds:schemaRef ds:uri="http://schemas.microsoft.com/office/2006/metadata/properties"/>
    <ds:schemaRef ds:uri="http://schemas.microsoft.com/office/infopath/2007/PartnerControls"/>
    <ds:schemaRef ds:uri="1ff709fa-6d6a-449e-a9ef-a200e2783c0e"/>
  </ds:schemaRefs>
</ds:datastoreItem>
</file>

<file path=customXml/itemProps4.xml><?xml version="1.0" encoding="utf-8"?>
<ds:datastoreItem xmlns:ds="http://schemas.openxmlformats.org/officeDocument/2006/customXml" ds:itemID="{6A3D0169-65D7-4331-9C90-13C12C0FCCE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ff709fa-6d6a-449e-a9ef-a200e2783c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412</TotalTime>
  <Words>1489</Words>
  <Application>Microsoft Office PowerPoint</Application>
  <PresentationFormat>Personalizado</PresentationFormat>
  <Paragraphs>241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30" baseType="lpstr">
      <vt:lpstr>Aptos</vt:lpstr>
      <vt:lpstr>Arial</vt:lpstr>
      <vt:lpstr>Calibri</vt:lpstr>
      <vt:lpstr>Cambria</vt:lpstr>
      <vt:lpstr>Graphik-Light</vt:lpstr>
      <vt:lpstr>Noto Sans Symbols</vt:lpstr>
      <vt:lpstr>Wingdings</vt:lpstr>
      <vt:lpstr>Office Theme</vt:lpstr>
      <vt:lpstr>Arquitectura Empresarial Introducción</vt:lpstr>
      <vt:lpstr>Presentación de PowerPoint</vt:lpstr>
      <vt:lpstr>Competencias a desarrollar</vt:lpstr>
      <vt:lpstr>Resolución de problemas Pensamiento crítico y solución efectiva de retos arquitectónicos</vt:lpstr>
      <vt:lpstr>Facultad de Ingeniería</vt:lpstr>
      <vt:lpstr>Presentación de PowerPoint</vt:lpstr>
      <vt:lpstr>Facultad de Ingeniería</vt:lpstr>
      <vt:lpstr>Facultad de Ingeniería</vt:lpstr>
      <vt:lpstr>Facultad de Ingeniería</vt:lpstr>
      <vt:lpstr>Facultad de Ingeniería</vt:lpstr>
      <vt:lpstr>Facultad de Ingeniería</vt:lpstr>
      <vt:lpstr>Facultad de Ingeniería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Facultad de Ingeniería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Ingeniería</dc:title>
  <dc:creator>Cesar Vega</dc:creator>
  <cp:lastModifiedBy>Cesar Augusto Vega Fernandez</cp:lastModifiedBy>
  <cp:revision>26</cp:revision>
  <dcterms:created xsi:type="dcterms:W3CDTF">2019-09-24T14:34:44Z</dcterms:created>
  <dcterms:modified xsi:type="dcterms:W3CDTF">2026-01-24T00:36:54Z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2019-09-23T00:00:00Z</vt:filetime>
  </property>
  <property fmtid="{D5CDD505-2E9C-101B-9397-08002B2CF9AE}" pid="3" name="Creator">
    <vt:lpwstr>Adobe Illustrator CC 23.0 (Macintosh)</vt:lpwstr>
  </property>
  <property fmtid="{D5CDD505-2E9C-101B-9397-08002B2CF9AE}" pid="4" name="LastSaved">
    <vt:filetime>2019-09-24T00:00:00Z</vt:filetime>
  </property>
  <property fmtid="{D5CDD505-2E9C-101B-9397-08002B2CF9AE}" pid="5" name="ContentTypeId">
    <vt:lpwstr>0x01010098B5A6E99B66C54FBF1295E808E38F30</vt:lpwstr>
  </property>
  <property fmtid="{D5CDD505-2E9C-101B-9397-08002B2CF9AE}" pid="6" name="_dlc_DocIdItemGuid">
    <vt:lpwstr>1222df11-506f-40de-b437-c7254a0c63aa</vt:lpwstr>
  </property>
</Properties>
</file>